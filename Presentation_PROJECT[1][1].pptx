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1" r:id="rId20"/>
    <p:sldId id="280" r:id="rId21"/>
    <p:sldId id="274" r:id="rId22"/>
    <p:sldId id="282" r:id="rId23"/>
    <p:sldId id="275" r:id="rId24"/>
    <p:sldId id="283" r:id="rId25"/>
    <p:sldId id="284" r:id="rId26"/>
    <p:sldId id="285" r:id="rId27"/>
    <p:sldId id="276" r:id="rId28"/>
    <p:sldId id="277" r:id="rId29"/>
    <p:sldId id="278" r:id="rId30"/>
    <p:sldId id="279" r:id="rId31"/>
  </p:sldIdLst>
  <p:sldSz cx="12192000" cy="6858000"/>
  <p:notesSz cx="12192000" cy="6858000"/>
  <p:defaultTextStyle>
    <a:defPPr>
      <a:defRPr kern="0"/>
    </a:defPPr>
  </p:defaultTextStyle>
  <p:extLst>
    <p:ext uri="{EFAFB233-063F-42B5-8137-9DF3F51BA10A}">
      <p15:sldGuideLst xmlns:p15="http://schemas.microsoft.com/office/powerpoint/2012/main">
        <p15:guide id="3" pos="3840" userDrawn="1">
          <p15:clr>
            <a:srgbClr val="A4A3A4"/>
          </p15:clr>
        </p15:guide>
        <p15:guide id="4"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91" y="101"/>
      </p:cViewPr>
      <p:guideLst>
        <p:guide pos="3840"/>
        <p:guide orient="horz"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manualLayout>
          <c:layoutTarget val="inner"/>
          <c:xMode val="edge"/>
          <c:yMode val="edge"/>
          <c:x val="7.1726450860309127E-2"/>
          <c:y val="2.4216347956505437E-2"/>
          <c:w val="0.76101177456984548"/>
          <c:h val="0.85653105861767276"/>
        </c:manualLayout>
      </c:layout>
      <c:bar3DChart>
        <c:barDir val="col"/>
        <c:grouping val="standard"/>
        <c:varyColors val="0"/>
        <c:ser>
          <c:idx val="0"/>
          <c:order val="0"/>
          <c:tx>
            <c:strRef>
              <c:f>Sheet1!$B$1</c:f>
              <c:strCache>
                <c:ptCount val="1"/>
                <c:pt idx="0">
                  <c:v>N</c:v>
                </c:pt>
              </c:strCache>
            </c:strRef>
          </c:tx>
          <c:invertIfNegative val="0"/>
          <c:cat>
            <c:strRef>
              <c:f>Sheet1!$A$2:$A$4</c:f>
              <c:strCache>
                <c:ptCount val="3"/>
                <c:pt idx="0">
                  <c:v>Yes</c:v>
                </c:pt>
                <c:pt idx="1">
                  <c:v>No</c:v>
                </c:pt>
                <c:pt idx="2">
                  <c:v>May be</c:v>
                </c:pt>
              </c:strCache>
            </c:strRef>
          </c:cat>
          <c:val>
            <c:numRef>
              <c:f>Sheet1!$B$2:$B$4</c:f>
              <c:numCache>
                <c:formatCode>General</c:formatCode>
                <c:ptCount val="3"/>
                <c:pt idx="0">
                  <c:v>160</c:v>
                </c:pt>
                <c:pt idx="1">
                  <c:v>107</c:v>
                </c:pt>
                <c:pt idx="2">
                  <c:v>113</c:v>
                </c:pt>
              </c:numCache>
            </c:numRef>
          </c:val>
          <c:extLst>
            <c:ext xmlns:c16="http://schemas.microsoft.com/office/drawing/2014/chart" uri="{C3380CC4-5D6E-409C-BE32-E72D297353CC}">
              <c16:uniqueId val="{00000000-F913-4CBA-879D-6E73B78B69CC}"/>
            </c:ext>
          </c:extLst>
        </c:ser>
        <c:ser>
          <c:idx val="1"/>
          <c:order val="1"/>
          <c:tx>
            <c:strRef>
              <c:f>Sheet1!$C$1</c:f>
              <c:strCache>
                <c:ptCount val="1"/>
                <c:pt idx="0">
                  <c:v>GT%</c:v>
                </c:pt>
              </c:strCache>
            </c:strRef>
          </c:tx>
          <c:invertIfNegative val="0"/>
          <c:cat>
            <c:strRef>
              <c:f>Sheet1!$A$2:$A$4</c:f>
              <c:strCache>
                <c:ptCount val="3"/>
                <c:pt idx="0">
                  <c:v>Yes</c:v>
                </c:pt>
                <c:pt idx="1">
                  <c:v>No</c:v>
                </c:pt>
                <c:pt idx="2">
                  <c:v>May be</c:v>
                </c:pt>
              </c:strCache>
            </c:strRef>
          </c:cat>
          <c:val>
            <c:numRef>
              <c:f>Sheet1!$C$2:$C$4</c:f>
              <c:numCache>
                <c:formatCode>General</c:formatCode>
                <c:ptCount val="3"/>
                <c:pt idx="0">
                  <c:v>42.1</c:v>
                </c:pt>
                <c:pt idx="1">
                  <c:v>28.2</c:v>
                </c:pt>
                <c:pt idx="2">
                  <c:v>29.7</c:v>
                </c:pt>
              </c:numCache>
            </c:numRef>
          </c:val>
          <c:extLst>
            <c:ext xmlns:c16="http://schemas.microsoft.com/office/drawing/2014/chart" uri="{C3380CC4-5D6E-409C-BE32-E72D297353CC}">
              <c16:uniqueId val="{00000001-F913-4CBA-879D-6E73B78B69CC}"/>
            </c:ext>
          </c:extLst>
        </c:ser>
        <c:dLbls>
          <c:showLegendKey val="0"/>
          <c:showVal val="0"/>
          <c:showCatName val="0"/>
          <c:showSerName val="0"/>
          <c:showPercent val="0"/>
          <c:showBubbleSize val="0"/>
        </c:dLbls>
        <c:gapWidth val="150"/>
        <c:shape val="cylinder"/>
        <c:axId val="156080384"/>
        <c:axId val="156086272"/>
        <c:axId val="161371456"/>
      </c:bar3DChart>
      <c:catAx>
        <c:axId val="156080384"/>
        <c:scaling>
          <c:orientation val="minMax"/>
        </c:scaling>
        <c:delete val="0"/>
        <c:axPos val="b"/>
        <c:numFmt formatCode="General" sourceLinked="0"/>
        <c:majorTickMark val="out"/>
        <c:minorTickMark val="none"/>
        <c:tickLblPos val="nextTo"/>
        <c:crossAx val="156086272"/>
        <c:crosses val="autoZero"/>
        <c:auto val="1"/>
        <c:lblAlgn val="ctr"/>
        <c:lblOffset val="100"/>
        <c:noMultiLvlLbl val="0"/>
      </c:catAx>
      <c:valAx>
        <c:axId val="156086272"/>
        <c:scaling>
          <c:orientation val="minMax"/>
        </c:scaling>
        <c:delete val="0"/>
        <c:axPos val="l"/>
        <c:majorGridlines/>
        <c:numFmt formatCode="General" sourceLinked="1"/>
        <c:majorTickMark val="out"/>
        <c:minorTickMark val="none"/>
        <c:tickLblPos val="nextTo"/>
        <c:crossAx val="156080384"/>
        <c:crosses val="autoZero"/>
        <c:crossBetween val="between"/>
      </c:valAx>
      <c:serAx>
        <c:axId val="161371456"/>
        <c:scaling>
          <c:orientation val="minMax"/>
        </c:scaling>
        <c:delete val="0"/>
        <c:axPos val="b"/>
        <c:majorTickMark val="out"/>
        <c:minorTickMark val="none"/>
        <c:tickLblPos val="nextTo"/>
        <c:crossAx val="156086272"/>
        <c:crosses val="autoZero"/>
      </c:ser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726450860309127E-2"/>
          <c:y val="5.4740261847499611E-2"/>
          <c:w val="0.80716353164187815"/>
          <c:h val="0.85653105861767276"/>
        </c:manualLayout>
      </c:layout>
      <c:barChart>
        <c:barDir val="col"/>
        <c:grouping val="clustered"/>
        <c:varyColors val="0"/>
        <c:ser>
          <c:idx val="0"/>
          <c:order val="0"/>
          <c:tx>
            <c:strRef>
              <c:f>Sheet1!$B$1</c:f>
              <c:strCache>
                <c:ptCount val="1"/>
                <c:pt idx="0">
                  <c:v>N</c:v>
                </c:pt>
              </c:strCache>
            </c:strRef>
          </c:tx>
          <c:invertIfNegative val="0"/>
          <c:cat>
            <c:strRef>
              <c:f>Sheet1!$A$2:$A$4</c:f>
              <c:strCache>
                <c:ptCount val="3"/>
                <c:pt idx="0">
                  <c:v>Yes</c:v>
                </c:pt>
                <c:pt idx="1">
                  <c:v>No</c:v>
                </c:pt>
                <c:pt idx="2">
                  <c:v>May be</c:v>
                </c:pt>
              </c:strCache>
            </c:strRef>
          </c:cat>
          <c:val>
            <c:numRef>
              <c:f>Sheet1!$B$2:$B$4</c:f>
              <c:numCache>
                <c:formatCode>General</c:formatCode>
                <c:ptCount val="3"/>
                <c:pt idx="0">
                  <c:v>149</c:v>
                </c:pt>
                <c:pt idx="1">
                  <c:v>91</c:v>
                </c:pt>
                <c:pt idx="2">
                  <c:v>140</c:v>
                </c:pt>
              </c:numCache>
            </c:numRef>
          </c:val>
          <c:extLst>
            <c:ext xmlns:c16="http://schemas.microsoft.com/office/drawing/2014/chart" uri="{C3380CC4-5D6E-409C-BE32-E72D297353CC}">
              <c16:uniqueId val="{00000000-DEF1-4CC9-92A1-A511D0CB2927}"/>
            </c:ext>
          </c:extLst>
        </c:ser>
        <c:ser>
          <c:idx val="1"/>
          <c:order val="1"/>
          <c:tx>
            <c:strRef>
              <c:f>Sheet1!$C$1</c:f>
              <c:strCache>
                <c:ptCount val="1"/>
                <c:pt idx="0">
                  <c:v>GT%</c:v>
                </c:pt>
              </c:strCache>
            </c:strRef>
          </c:tx>
          <c:invertIfNegative val="0"/>
          <c:cat>
            <c:strRef>
              <c:f>Sheet1!$A$2:$A$4</c:f>
              <c:strCache>
                <c:ptCount val="3"/>
                <c:pt idx="0">
                  <c:v>Yes</c:v>
                </c:pt>
                <c:pt idx="1">
                  <c:v>No</c:v>
                </c:pt>
                <c:pt idx="2">
                  <c:v>May be</c:v>
                </c:pt>
              </c:strCache>
            </c:strRef>
          </c:cat>
          <c:val>
            <c:numRef>
              <c:f>Sheet1!$C$2:$C$4</c:f>
              <c:numCache>
                <c:formatCode>General</c:formatCode>
                <c:ptCount val="3"/>
                <c:pt idx="0">
                  <c:v>39.200000000000003</c:v>
                </c:pt>
                <c:pt idx="1">
                  <c:v>23.9</c:v>
                </c:pt>
                <c:pt idx="2">
                  <c:v>36.799999999999997</c:v>
                </c:pt>
              </c:numCache>
            </c:numRef>
          </c:val>
          <c:extLst>
            <c:ext xmlns:c16="http://schemas.microsoft.com/office/drawing/2014/chart" uri="{C3380CC4-5D6E-409C-BE32-E72D297353CC}">
              <c16:uniqueId val="{00000001-DEF1-4CC9-92A1-A511D0CB2927}"/>
            </c:ext>
          </c:extLst>
        </c:ser>
        <c:dLbls>
          <c:showLegendKey val="0"/>
          <c:showVal val="0"/>
          <c:showCatName val="0"/>
          <c:showSerName val="0"/>
          <c:showPercent val="0"/>
          <c:showBubbleSize val="0"/>
        </c:dLbls>
        <c:gapWidth val="150"/>
        <c:axId val="161564160"/>
        <c:axId val="161565696"/>
      </c:barChart>
      <c:catAx>
        <c:axId val="161564160"/>
        <c:scaling>
          <c:orientation val="minMax"/>
        </c:scaling>
        <c:delete val="0"/>
        <c:axPos val="b"/>
        <c:numFmt formatCode="General" sourceLinked="0"/>
        <c:majorTickMark val="out"/>
        <c:minorTickMark val="none"/>
        <c:tickLblPos val="nextTo"/>
        <c:crossAx val="161565696"/>
        <c:crosses val="autoZero"/>
        <c:auto val="1"/>
        <c:lblAlgn val="ctr"/>
        <c:lblOffset val="100"/>
        <c:noMultiLvlLbl val="0"/>
      </c:catAx>
      <c:valAx>
        <c:axId val="161565696"/>
        <c:scaling>
          <c:orientation val="minMax"/>
        </c:scaling>
        <c:delete val="0"/>
        <c:axPos val="l"/>
        <c:majorGridlines/>
        <c:numFmt formatCode="General" sourceLinked="1"/>
        <c:majorTickMark val="out"/>
        <c:minorTickMark val="none"/>
        <c:tickLblPos val="nextTo"/>
        <c:crossAx val="161564160"/>
        <c:crosses val="autoZero"/>
        <c:crossBetween val="between"/>
      </c:valAx>
    </c:plotArea>
    <c:legend>
      <c:legendPos val="r"/>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Sheet1!$B$1</c:f>
              <c:strCache>
                <c:ptCount val="1"/>
                <c:pt idx="0">
                  <c:v>N</c:v>
                </c:pt>
              </c:strCache>
            </c:strRef>
          </c:tx>
          <c:invertIfNegative val="0"/>
          <c:cat>
            <c:strRef>
              <c:f>Sheet1!$A$2:$A$5</c:f>
              <c:strCache>
                <c:ptCount val="4"/>
                <c:pt idx="0">
                  <c:v>1-2 days</c:v>
                </c:pt>
                <c:pt idx="1">
                  <c:v>3-5 days</c:v>
                </c:pt>
                <c:pt idx="2">
                  <c:v>7-14 days</c:v>
                </c:pt>
                <c:pt idx="3">
                  <c:v>until the disease is cured</c:v>
                </c:pt>
              </c:strCache>
            </c:strRef>
          </c:cat>
          <c:val>
            <c:numRef>
              <c:f>Sheet1!$B$2:$B$5</c:f>
              <c:numCache>
                <c:formatCode>General</c:formatCode>
                <c:ptCount val="4"/>
                <c:pt idx="0">
                  <c:v>88</c:v>
                </c:pt>
                <c:pt idx="1">
                  <c:v>172</c:v>
                </c:pt>
                <c:pt idx="2">
                  <c:v>51</c:v>
                </c:pt>
                <c:pt idx="3">
                  <c:v>69</c:v>
                </c:pt>
              </c:numCache>
            </c:numRef>
          </c:val>
          <c:extLst>
            <c:ext xmlns:c16="http://schemas.microsoft.com/office/drawing/2014/chart" uri="{C3380CC4-5D6E-409C-BE32-E72D297353CC}">
              <c16:uniqueId val="{00000000-6230-4638-9F5B-F931937E0F1E}"/>
            </c:ext>
          </c:extLst>
        </c:ser>
        <c:ser>
          <c:idx val="1"/>
          <c:order val="1"/>
          <c:tx>
            <c:strRef>
              <c:f>Sheet1!$C$1</c:f>
              <c:strCache>
                <c:ptCount val="1"/>
                <c:pt idx="0">
                  <c:v>GT%</c:v>
                </c:pt>
              </c:strCache>
            </c:strRef>
          </c:tx>
          <c:invertIfNegative val="0"/>
          <c:cat>
            <c:strRef>
              <c:f>Sheet1!$A$2:$A$5</c:f>
              <c:strCache>
                <c:ptCount val="4"/>
                <c:pt idx="0">
                  <c:v>1-2 days</c:v>
                </c:pt>
                <c:pt idx="1">
                  <c:v>3-5 days</c:v>
                </c:pt>
                <c:pt idx="2">
                  <c:v>7-14 days</c:v>
                </c:pt>
                <c:pt idx="3">
                  <c:v>until the disease is cured</c:v>
                </c:pt>
              </c:strCache>
            </c:strRef>
          </c:cat>
          <c:val>
            <c:numRef>
              <c:f>Sheet1!$C$2:$C$5</c:f>
              <c:numCache>
                <c:formatCode>General</c:formatCode>
                <c:ptCount val="4"/>
                <c:pt idx="0">
                  <c:v>23.2</c:v>
                </c:pt>
                <c:pt idx="1">
                  <c:v>45.3</c:v>
                </c:pt>
                <c:pt idx="2">
                  <c:v>13.4</c:v>
                </c:pt>
                <c:pt idx="3">
                  <c:v>2.8</c:v>
                </c:pt>
              </c:numCache>
            </c:numRef>
          </c:val>
          <c:extLst>
            <c:ext xmlns:c16="http://schemas.microsoft.com/office/drawing/2014/chart" uri="{C3380CC4-5D6E-409C-BE32-E72D297353CC}">
              <c16:uniqueId val="{00000001-6230-4638-9F5B-F931937E0F1E}"/>
            </c:ext>
          </c:extLst>
        </c:ser>
        <c:dLbls>
          <c:showLegendKey val="0"/>
          <c:showVal val="0"/>
          <c:showCatName val="0"/>
          <c:showSerName val="0"/>
          <c:showPercent val="0"/>
          <c:showBubbleSize val="0"/>
        </c:dLbls>
        <c:gapWidth val="150"/>
        <c:shape val="box"/>
        <c:axId val="180033792"/>
        <c:axId val="180035584"/>
        <c:axId val="0"/>
      </c:bar3DChart>
      <c:catAx>
        <c:axId val="180033792"/>
        <c:scaling>
          <c:orientation val="minMax"/>
        </c:scaling>
        <c:delete val="0"/>
        <c:axPos val="b"/>
        <c:numFmt formatCode="General" sourceLinked="0"/>
        <c:majorTickMark val="out"/>
        <c:minorTickMark val="none"/>
        <c:tickLblPos val="nextTo"/>
        <c:crossAx val="180035584"/>
        <c:crosses val="autoZero"/>
        <c:auto val="1"/>
        <c:lblAlgn val="ctr"/>
        <c:lblOffset val="100"/>
        <c:noMultiLvlLbl val="0"/>
      </c:catAx>
      <c:valAx>
        <c:axId val="180035584"/>
        <c:scaling>
          <c:orientation val="minMax"/>
        </c:scaling>
        <c:delete val="0"/>
        <c:axPos val="l"/>
        <c:majorGridlines/>
        <c:numFmt formatCode="General" sourceLinked="1"/>
        <c:majorTickMark val="out"/>
        <c:minorTickMark val="none"/>
        <c:tickLblPos val="nextTo"/>
        <c:crossAx val="180033792"/>
        <c:crosses val="autoZero"/>
        <c:crossBetween val="between"/>
      </c:valAx>
    </c:plotArea>
    <c:legend>
      <c:legendPos val="r"/>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N</c:v>
                </c:pt>
              </c:strCache>
            </c:strRef>
          </c:tx>
          <c:invertIfNegative val="0"/>
          <c:cat>
            <c:strRef>
              <c:f>Sheet1!$A$2:$A$7</c:f>
              <c:strCache>
                <c:ptCount val="6"/>
                <c:pt idx="0">
                  <c:v>Azithromycin</c:v>
                </c:pt>
                <c:pt idx="1">
                  <c:v>Cefixime</c:v>
                </c:pt>
                <c:pt idx="2">
                  <c:v>Amoxycillin</c:v>
                </c:pt>
                <c:pt idx="3">
                  <c:v>Ofloxacin</c:v>
                </c:pt>
                <c:pt idx="4">
                  <c:v>Norfloaxacin</c:v>
                </c:pt>
                <c:pt idx="5">
                  <c:v>Don't know</c:v>
                </c:pt>
              </c:strCache>
            </c:strRef>
          </c:cat>
          <c:val>
            <c:numRef>
              <c:f>Sheet1!$B$2:$B$7</c:f>
              <c:numCache>
                <c:formatCode>General</c:formatCode>
                <c:ptCount val="6"/>
                <c:pt idx="0">
                  <c:v>152</c:v>
                </c:pt>
                <c:pt idx="1">
                  <c:v>35</c:v>
                </c:pt>
                <c:pt idx="2">
                  <c:v>83</c:v>
                </c:pt>
                <c:pt idx="3">
                  <c:v>52</c:v>
                </c:pt>
                <c:pt idx="4">
                  <c:v>5</c:v>
                </c:pt>
                <c:pt idx="5">
                  <c:v>53</c:v>
                </c:pt>
              </c:numCache>
            </c:numRef>
          </c:val>
          <c:extLst>
            <c:ext xmlns:c16="http://schemas.microsoft.com/office/drawing/2014/chart" uri="{C3380CC4-5D6E-409C-BE32-E72D297353CC}">
              <c16:uniqueId val="{00000000-0C54-43AB-903E-83A9C9971393}"/>
            </c:ext>
          </c:extLst>
        </c:ser>
        <c:ser>
          <c:idx val="1"/>
          <c:order val="1"/>
          <c:tx>
            <c:strRef>
              <c:f>Sheet1!$C$1</c:f>
              <c:strCache>
                <c:ptCount val="1"/>
                <c:pt idx="0">
                  <c:v>GT%</c:v>
                </c:pt>
              </c:strCache>
            </c:strRef>
          </c:tx>
          <c:invertIfNegative val="0"/>
          <c:cat>
            <c:strRef>
              <c:f>Sheet1!$A$2:$A$7</c:f>
              <c:strCache>
                <c:ptCount val="6"/>
                <c:pt idx="0">
                  <c:v>Azithromycin</c:v>
                </c:pt>
                <c:pt idx="1">
                  <c:v>Cefixime</c:v>
                </c:pt>
                <c:pt idx="2">
                  <c:v>Amoxycillin</c:v>
                </c:pt>
                <c:pt idx="3">
                  <c:v>Ofloxacin</c:v>
                </c:pt>
                <c:pt idx="4">
                  <c:v>Norfloaxacin</c:v>
                </c:pt>
                <c:pt idx="5">
                  <c:v>Don't know</c:v>
                </c:pt>
              </c:strCache>
            </c:strRef>
          </c:cat>
          <c:val>
            <c:numRef>
              <c:f>Sheet1!$C$2:$C$7</c:f>
              <c:numCache>
                <c:formatCode>General</c:formatCode>
                <c:ptCount val="6"/>
                <c:pt idx="0">
                  <c:v>40</c:v>
                </c:pt>
                <c:pt idx="1">
                  <c:v>9.1999999999999993</c:v>
                </c:pt>
                <c:pt idx="2">
                  <c:v>21.8</c:v>
                </c:pt>
                <c:pt idx="3">
                  <c:v>13.7</c:v>
                </c:pt>
                <c:pt idx="4">
                  <c:v>1.3</c:v>
                </c:pt>
                <c:pt idx="5">
                  <c:v>13.9</c:v>
                </c:pt>
              </c:numCache>
            </c:numRef>
          </c:val>
          <c:extLst>
            <c:ext xmlns:c16="http://schemas.microsoft.com/office/drawing/2014/chart" uri="{C3380CC4-5D6E-409C-BE32-E72D297353CC}">
              <c16:uniqueId val="{00000001-0C54-43AB-903E-83A9C9971393}"/>
            </c:ext>
          </c:extLst>
        </c:ser>
        <c:dLbls>
          <c:showLegendKey val="0"/>
          <c:showVal val="0"/>
          <c:showCatName val="0"/>
          <c:showSerName val="0"/>
          <c:showPercent val="0"/>
          <c:showBubbleSize val="0"/>
        </c:dLbls>
        <c:gapWidth val="150"/>
        <c:shape val="cylinder"/>
        <c:axId val="182388224"/>
        <c:axId val="182389760"/>
        <c:axId val="180054208"/>
      </c:bar3DChart>
      <c:catAx>
        <c:axId val="182388224"/>
        <c:scaling>
          <c:orientation val="minMax"/>
        </c:scaling>
        <c:delete val="0"/>
        <c:axPos val="b"/>
        <c:numFmt formatCode="General" sourceLinked="0"/>
        <c:majorTickMark val="out"/>
        <c:minorTickMark val="none"/>
        <c:tickLblPos val="nextTo"/>
        <c:crossAx val="182389760"/>
        <c:crosses val="autoZero"/>
        <c:auto val="1"/>
        <c:lblAlgn val="ctr"/>
        <c:lblOffset val="100"/>
        <c:noMultiLvlLbl val="0"/>
      </c:catAx>
      <c:valAx>
        <c:axId val="182389760"/>
        <c:scaling>
          <c:orientation val="minMax"/>
        </c:scaling>
        <c:delete val="0"/>
        <c:axPos val="l"/>
        <c:majorGridlines/>
        <c:numFmt formatCode="General" sourceLinked="1"/>
        <c:majorTickMark val="out"/>
        <c:minorTickMark val="none"/>
        <c:tickLblPos val="nextTo"/>
        <c:crossAx val="182388224"/>
        <c:crosses val="autoZero"/>
        <c:crossBetween val="between"/>
      </c:valAx>
      <c:serAx>
        <c:axId val="180054208"/>
        <c:scaling>
          <c:orientation val="minMax"/>
        </c:scaling>
        <c:delete val="0"/>
        <c:axPos val="b"/>
        <c:majorTickMark val="out"/>
        <c:minorTickMark val="none"/>
        <c:tickLblPos val="nextTo"/>
        <c:crossAx val="182389760"/>
        <c:crosses val="autoZero"/>
      </c:serAx>
    </c:plotArea>
    <c:legend>
      <c:legendPos val="r"/>
      <c:overlay val="0"/>
    </c:legend>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N</c:v>
                </c:pt>
              </c:strCache>
            </c:strRef>
          </c:tx>
          <c:invertIfNegative val="0"/>
          <c:cat>
            <c:strRef>
              <c:f>Sheet1!$A$2:$A$5</c:f>
              <c:strCache>
                <c:ptCount val="4"/>
                <c:pt idx="0">
                  <c:v>High price of medication</c:v>
                </c:pt>
                <c:pt idx="1">
                  <c:v>Cure of particular disease</c:v>
                </c:pt>
                <c:pt idx="2">
                  <c:v>Negligence</c:v>
                </c:pt>
                <c:pt idx="3">
                  <c:v>Lack of knowledge</c:v>
                </c:pt>
              </c:strCache>
            </c:strRef>
          </c:cat>
          <c:val>
            <c:numRef>
              <c:f>Sheet1!$B$2:$B$5</c:f>
              <c:numCache>
                <c:formatCode>General</c:formatCode>
                <c:ptCount val="4"/>
                <c:pt idx="0">
                  <c:v>79</c:v>
                </c:pt>
                <c:pt idx="1">
                  <c:v>103</c:v>
                </c:pt>
                <c:pt idx="2">
                  <c:v>131</c:v>
                </c:pt>
                <c:pt idx="3">
                  <c:v>140</c:v>
                </c:pt>
              </c:numCache>
            </c:numRef>
          </c:val>
          <c:extLst>
            <c:ext xmlns:c16="http://schemas.microsoft.com/office/drawing/2014/chart" uri="{C3380CC4-5D6E-409C-BE32-E72D297353CC}">
              <c16:uniqueId val="{00000000-3003-4935-85C8-93ACA666FFFB}"/>
            </c:ext>
          </c:extLst>
        </c:ser>
        <c:ser>
          <c:idx val="1"/>
          <c:order val="1"/>
          <c:tx>
            <c:strRef>
              <c:f>Sheet1!$C$1</c:f>
              <c:strCache>
                <c:ptCount val="1"/>
                <c:pt idx="0">
                  <c:v>GT%</c:v>
                </c:pt>
              </c:strCache>
            </c:strRef>
          </c:tx>
          <c:invertIfNegative val="0"/>
          <c:cat>
            <c:strRef>
              <c:f>Sheet1!$A$2:$A$5</c:f>
              <c:strCache>
                <c:ptCount val="4"/>
                <c:pt idx="0">
                  <c:v>High price of medication</c:v>
                </c:pt>
                <c:pt idx="1">
                  <c:v>Cure of particular disease</c:v>
                </c:pt>
                <c:pt idx="2">
                  <c:v>Negligence</c:v>
                </c:pt>
                <c:pt idx="3">
                  <c:v>Lack of knowledge</c:v>
                </c:pt>
              </c:strCache>
            </c:strRef>
          </c:cat>
          <c:val>
            <c:numRef>
              <c:f>Sheet1!$C$2:$C$5</c:f>
              <c:numCache>
                <c:formatCode>General</c:formatCode>
                <c:ptCount val="4"/>
                <c:pt idx="0">
                  <c:v>20.8</c:v>
                </c:pt>
                <c:pt idx="1">
                  <c:v>27.1</c:v>
                </c:pt>
                <c:pt idx="2">
                  <c:v>34.5</c:v>
                </c:pt>
                <c:pt idx="3">
                  <c:v>36.799999999999997</c:v>
                </c:pt>
              </c:numCache>
            </c:numRef>
          </c:val>
          <c:extLst>
            <c:ext xmlns:c16="http://schemas.microsoft.com/office/drawing/2014/chart" uri="{C3380CC4-5D6E-409C-BE32-E72D297353CC}">
              <c16:uniqueId val="{00000001-3003-4935-85C8-93ACA666FFFB}"/>
            </c:ext>
          </c:extLst>
        </c:ser>
        <c:dLbls>
          <c:showLegendKey val="0"/>
          <c:showVal val="0"/>
          <c:showCatName val="0"/>
          <c:showSerName val="0"/>
          <c:showPercent val="0"/>
          <c:showBubbleSize val="0"/>
        </c:dLbls>
        <c:gapWidth val="150"/>
        <c:shape val="box"/>
        <c:axId val="182536064"/>
        <c:axId val="182537600"/>
        <c:axId val="182443520"/>
      </c:bar3DChart>
      <c:catAx>
        <c:axId val="182536064"/>
        <c:scaling>
          <c:orientation val="minMax"/>
        </c:scaling>
        <c:delete val="0"/>
        <c:axPos val="b"/>
        <c:numFmt formatCode="General" sourceLinked="0"/>
        <c:majorTickMark val="out"/>
        <c:minorTickMark val="none"/>
        <c:tickLblPos val="nextTo"/>
        <c:crossAx val="182537600"/>
        <c:crosses val="autoZero"/>
        <c:auto val="1"/>
        <c:lblAlgn val="ctr"/>
        <c:lblOffset val="100"/>
        <c:noMultiLvlLbl val="0"/>
      </c:catAx>
      <c:valAx>
        <c:axId val="182537600"/>
        <c:scaling>
          <c:orientation val="minMax"/>
        </c:scaling>
        <c:delete val="0"/>
        <c:axPos val="l"/>
        <c:majorGridlines/>
        <c:numFmt formatCode="General" sourceLinked="1"/>
        <c:majorTickMark val="out"/>
        <c:minorTickMark val="none"/>
        <c:tickLblPos val="nextTo"/>
        <c:crossAx val="182536064"/>
        <c:crosses val="autoZero"/>
        <c:crossBetween val="between"/>
      </c:valAx>
      <c:serAx>
        <c:axId val="182443520"/>
        <c:scaling>
          <c:orientation val="minMax"/>
        </c:scaling>
        <c:delete val="0"/>
        <c:axPos val="b"/>
        <c:majorTickMark val="out"/>
        <c:minorTickMark val="none"/>
        <c:tickLblPos val="nextTo"/>
        <c:crossAx val="182537600"/>
        <c:crosses val="autoZero"/>
      </c:serAx>
    </c:plotArea>
    <c:legend>
      <c:legendPos val="r"/>
      <c:overlay val="0"/>
    </c:legend>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Sheet1!$B$1</c:f>
              <c:strCache>
                <c:ptCount val="1"/>
                <c:pt idx="0">
                  <c:v>N</c:v>
                </c:pt>
              </c:strCache>
            </c:strRef>
          </c:tx>
          <c:invertIfNegative val="0"/>
          <c:cat>
            <c:strRef>
              <c:f>Sheet1!$A$2:$A$4</c:f>
              <c:strCache>
                <c:ptCount val="3"/>
                <c:pt idx="0">
                  <c:v>Oral Antibiotics</c:v>
                </c:pt>
                <c:pt idx="1">
                  <c:v>IV Therapy</c:v>
                </c:pt>
                <c:pt idx="2">
                  <c:v>Depends on illness</c:v>
                </c:pt>
              </c:strCache>
            </c:strRef>
          </c:cat>
          <c:val>
            <c:numRef>
              <c:f>Sheet1!$B$2:$B$4</c:f>
              <c:numCache>
                <c:formatCode>General</c:formatCode>
                <c:ptCount val="3"/>
                <c:pt idx="0">
                  <c:v>111</c:v>
                </c:pt>
                <c:pt idx="1">
                  <c:v>76</c:v>
                </c:pt>
                <c:pt idx="2">
                  <c:v>193</c:v>
                </c:pt>
              </c:numCache>
            </c:numRef>
          </c:val>
          <c:extLst>
            <c:ext xmlns:c16="http://schemas.microsoft.com/office/drawing/2014/chart" uri="{C3380CC4-5D6E-409C-BE32-E72D297353CC}">
              <c16:uniqueId val="{00000000-3B34-4370-BDAA-F3758F0CEB72}"/>
            </c:ext>
          </c:extLst>
        </c:ser>
        <c:ser>
          <c:idx val="1"/>
          <c:order val="1"/>
          <c:tx>
            <c:strRef>
              <c:f>Sheet1!$C$1</c:f>
              <c:strCache>
                <c:ptCount val="1"/>
                <c:pt idx="0">
                  <c:v>GT%</c:v>
                </c:pt>
              </c:strCache>
            </c:strRef>
          </c:tx>
          <c:invertIfNegative val="0"/>
          <c:cat>
            <c:strRef>
              <c:f>Sheet1!$A$2:$A$4</c:f>
              <c:strCache>
                <c:ptCount val="3"/>
                <c:pt idx="0">
                  <c:v>Oral Antibiotics</c:v>
                </c:pt>
                <c:pt idx="1">
                  <c:v>IV Therapy</c:v>
                </c:pt>
                <c:pt idx="2">
                  <c:v>Depends on illness</c:v>
                </c:pt>
              </c:strCache>
            </c:strRef>
          </c:cat>
          <c:val>
            <c:numRef>
              <c:f>Sheet1!$C$2:$C$4</c:f>
              <c:numCache>
                <c:formatCode>General</c:formatCode>
                <c:ptCount val="3"/>
                <c:pt idx="0">
                  <c:v>29.2</c:v>
                </c:pt>
                <c:pt idx="1">
                  <c:v>20</c:v>
                </c:pt>
                <c:pt idx="2">
                  <c:v>50.8</c:v>
                </c:pt>
              </c:numCache>
            </c:numRef>
          </c:val>
          <c:extLst>
            <c:ext xmlns:c16="http://schemas.microsoft.com/office/drawing/2014/chart" uri="{C3380CC4-5D6E-409C-BE32-E72D297353CC}">
              <c16:uniqueId val="{00000001-3B34-4370-BDAA-F3758F0CEB72}"/>
            </c:ext>
          </c:extLst>
        </c:ser>
        <c:dLbls>
          <c:showLegendKey val="0"/>
          <c:showVal val="0"/>
          <c:showCatName val="0"/>
          <c:showSerName val="0"/>
          <c:showPercent val="0"/>
          <c:showBubbleSize val="0"/>
        </c:dLbls>
        <c:gapWidth val="150"/>
        <c:shape val="box"/>
        <c:axId val="182471296"/>
        <c:axId val="182509952"/>
        <c:axId val="0"/>
      </c:bar3DChart>
      <c:catAx>
        <c:axId val="182471296"/>
        <c:scaling>
          <c:orientation val="minMax"/>
        </c:scaling>
        <c:delete val="0"/>
        <c:axPos val="b"/>
        <c:numFmt formatCode="General" sourceLinked="0"/>
        <c:majorTickMark val="out"/>
        <c:minorTickMark val="none"/>
        <c:tickLblPos val="nextTo"/>
        <c:crossAx val="182509952"/>
        <c:crosses val="autoZero"/>
        <c:auto val="1"/>
        <c:lblAlgn val="ctr"/>
        <c:lblOffset val="100"/>
        <c:noMultiLvlLbl val="0"/>
      </c:catAx>
      <c:valAx>
        <c:axId val="182509952"/>
        <c:scaling>
          <c:orientation val="minMax"/>
        </c:scaling>
        <c:delete val="0"/>
        <c:axPos val="l"/>
        <c:majorGridlines/>
        <c:numFmt formatCode="General" sourceLinked="1"/>
        <c:majorTickMark val="out"/>
        <c:minorTickMark val="none"/>
        <c:tickLblPos val="nextTo"/>
        <c:crossAx val="182471296"/>
        <c:crosses val="autoZero"/>
        <c:crossBetween val="between"/>
      </c:valAx>
    </c:plotArea>
    <c:legend>
      <c:legendPos val="r"/>
      <c:overlay val="0"/>
    </c:legend>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N</c:v>
                </c:pt>
              </c:strCache>
            </c:strRef>
          </c:tx>
          <c:invertIfNegative val="0"/>
          <c:cat>
            <c:strRef>
              <c:f>Sheet1!$A$2:$A$4</c:f>
              <c:strCache>
                <c:ptCount val="3"/>
                <c:pt idx="0">
                  <c:v>Yes</c:v>
                </c:pt>
                <c:pt idx="1">
                  <c:v>No</c:v>
                </c:pt>
                <c:pt idx="2">
                  <c:v>Sometimes</c:v>
                </c:pt>
              </c:strCache>
            </c:strRef>
          </c:cat>
          <c:val>
            <c:numRef>
              <c:f>Sheet1!$B$2:$B$4</c:f>
              <c:numCache>
                <c:formatCode>General</c:formatCode>
                <c:ptCount val="3"/>
                <c:pt idx="0">
                  <c:v>44</c:v>
                </c:pt>
                <c:pt idx="1">
                  <c:v>303</c:v>
                </c:pt>
                <c:pt idx="2">
                  <c:v>33</c:v>
                </c:pt>
              </c:numCache>
            </c:numRef>
          </c:val>
          <c:extLst>
            <c:ext xmlns:c16="http://schemas.microsoft.com/office/drawing/2014/chart" uri="{C3380CC4-5D6E-409C-BE32-E72D297353CC}">
              <c16:uniqueId val="{00000000-834B-4633-9D82-F9BFFB78ABD9}"/>
            </c:ext>
          </c:extLst>
        </c:ser>
        <c:ser>
          <c:idx val="1"/>
          <c:order val="1"/>
          <c:tx>
            <c:strRef>
              <c:f>Sheet1!$C$1</c:f>
              <c:strCache>
                <c:ptCount val="1"/>
                <c:pt idx="0">
                  <c:v>GT%</c:v>
                </c:pt>
              </c:strCache>
            </c:strRef>
          </c:tx>
          <c:invertIfNegative val="0"/>
          <c:cat>
            <c:strRef>
              <c:f>Sheet1!$A$2:$A$4</c:f>
              <c:strCache>
                <c:ptCount val="3"/>
                <c:pt idx="0">
                  <c:v>Yes</c:v>
                </c:pt>
                <c:pt idx="1">
                  <c:v>No</c:v>
                </c:pt>
                <c:pt idx="2">
                  <c:v>Sometimes</c:v>
                </c:pt>
              </c:strCache>
            </c:strRef>
          </c:cat>
          <c:val>
            <c:numRef>
              <c:f>Sheet1!$C$2:$C$4</c:f>
              <c:numCache>
                <c:formatCode>General</c:formatCode>
                <c:ptCount val="3"/>
                <c:pt idx="0">
                  <c:v>11.6</c:v>
                </c:pt>
                <c:pt idx="1">
                  <c:v>79.7</c:v>
                </c:pt>
                <c:pt idx="2">
                  <c:v>8.6999999999999993</c:v>
                </c:pt>
              </c:numCache>
            </c:numRef>
          </c:val>
          <c:extLst>
            <c:ext xmlns:c16="http://schemas.microsoft.com/office/drawing/2014/chart" uri="{C3380CC4-5D6E-409C-BE32-E72D297353CC}">
              <c16:uniqueId val="{00000001-834B-4633-9D82-F9BFFB78ABD9}"/>
            </c:ext>
          </c:extLst>
        </c:ser>
        <c:dLbls>
          <c:showLegendKey val="0"/>
          <c:showVal val="0"/>
          <c:showCatName val="0"/>
          <c:showSerName val="0"/>
          <c:showPercent val="0"/>
          <c:showBubbleSize val="0"/>
        </c:dLbls>
        <c:gapWidth val="150"/>
        <c:axId val="179472256"/>
        <c:axId val="179473792"/>
      </c:barChart>
      <c:catAx>
        <c:axId val="179472256"/>
        <c:scaling>
          <c:orientation val="minMax"/>
        </c:scaling>
        <c:delete val="0"/>
        <c:axPos val="b"/>
        <c:numFmt formatCode="General" sourceLinked="0"/>
        <c:majorTickMark val="out"/>
        <c:minorTickMark val="none"/>
        <c:tickLblPos val="nextTo"/>
        <c:crossAx val="179473792"/>
        <c:crosses val="autoZero"/>
        <c:auto val="1"/>
        <c:lblAlgn val="ctr"/>
        <c:lblOffset val="100"/>
        <c:noMultiLvlLbl val="0"/>
      </c:catAx>
      <c:valAx>
        <c:axId val="179473792"/>
        <c:scaling>
          <c:orientation val="minMax"/>
        </c:scaling>
        <c:delete val="0"/>
        <c:axPos val="l"/>
        <c:majorGridlines/>
        <c:numFmt formatCode="General" sourceLinked="1"/>
        <c:majorTickMark val="out"/>
        <c:minorTickMark val="none"/>
        <c:tickLblPos val="nextTo"/>
        <c:crossAx val="179472256"/>
        <c:crosses val="autoZero"/>
        <c:crossBetween val="between"/>
      </c:valAx>
    </c:plotArea>
    <c:legend>
      <c:legendPos val="r"/>
      <c:overlay val="0"/>
    </c:legend>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Sheet1!$B$1</c:f>
              <c:strCache>
                <c:ptCount val="1"/>
                <c:pt idx="0">
                  <c:v>N</c:v>
                </c:pt>
              </c:strCache>
            </c:strRef>
          </c:tx>
          <c:invertIfNegative val="0"/>
          <c:cat>
            <c:strRef>
              <c:f>Sheet1!$A$2:$A$4</c:f>
              <c:strCache>
                <c:ptCount val="3"/>
                <c:pt idx="0">
                  <c:v>Yes</c:v>
                </c:pt>
                <c:pt idx="1">
                  <c:v>No</c:v>
                </c:pt>
                <c:pt idx="2">
                  <c:v>Sometimes</c:v>
                </c:pt>
              </c:strCache>
            </c:strRef>
          </c:cat>
          <c:val>
            <c:numRef>
              <c:f>Sheet1!$B$2:$B$4</c:f>
              <c:numCache>
                <c:formatCode>General</c:formatCode>
                <c:ptCount val="3"/>
                <c:pt idx="0">
                  <c:v>71</c:v>
                </c:pt>
                <c:pt idx="1">
                  <c:v>254</c:v>
                </c:pt>
                <c:pt idx="2">
                  <c:v>55</c:v>
                </c:pt>
              </c:numCache>
            </c:numRef>
          </c:val>
          <c:extLst>
            <c:ext xmlns:c16="http://schemas.microsoft.com/office/drawing/2014/chart" uri="{C3380CC4-5D6E-409C-BE32-E72D297353CC}">
              <c16:uniqueId val="{00000000-EB19-4F14-9DDF-41631D8B9F53}"/>
            </c:ext>
          </c:extLst>
        </c:ser>
        <c:ser>
          <c:idx val="1"/>
          <c:order val="1"/>
          <c:tx>
            <c:strRef>
              <c:f>Sheet1!$C$1</c:f>
              <c:strCache>
                <c:ptCount val="1"/>
                <c:pt idx="0">
                  <c:v>GT%</c:v>
                </c:pt>
              </c:strCache>
            </c:strRef>
          </c:tx>
          <c:invertIfNegative val="0"/>
          <c:cat>
            <c:strRef>
              <c:f>Sheet1!$A$2:$A$4</c:f>
              <c:strCache>
                <c:ptCount val="3"/>
                <c:pt idx="0">
                  <c:v>Yes</c:v>
                </c:pt>
                <c:pt idx="1">
                  <c:v>No</c:v>
                </c:pt>
                <c:pt idx="2">
                  <c:v>Sometimes</c:v>
                </c:pt>
              </c:strCache>
            </c:strRef>
          </c:cat>
          <c:val>
            <c:numRef>
              <c:f>Sheet1!$C$2:$C$4</c:f>
              <c:numCache>
                <c:formatCode>General</c:formatCode>
                <c:ptCount val="3"/>
                <c:pt idx="0">
                  <c:v>18.7</c:v>
                </c:pt>
                <c:pt idx="1">
                  <c:v>66.8</c:v>
                </c:pt>
                <c:pt idx="2">
                  <c:v>14.5</c:v>
                </c:pt>
              </c:numCache>
            </c:numRef>
          </c:val>
          <c:extLst>
            <c:ext xmlns:c16="http://schemas.microsoft.com/office/drawing/2014/chart" uri="{C3380CC4-5D6E-409C-BE32-E72D297353CC}">
              <c16:uniqueId val="{00000001-EB19-4F14-9DDF-41631D8B9F53}"/>
            </c:ext>
          </c:extLst>
        </c:ser>
        <c:dLbls>
          <c:showLegendKey val="0"/>
          <c:showVal val="0"/>
          <c:showCatName val="0"/>
          <c:showSerName val="0"/>
          <c:showPercent val="0"/>
          <c:showBubbleSize val="0"/>
        </c:dLbls>
        <c:gapWidth val="150"/>
        <c:shape val="cylinder"/>
        <c:axId val="182707328"/>
        <c:axId val="182708864"/>
        <c:axId val="0"/>
      </c:bar3DChart>
      <c:catAx>
        <c:axId val="182707328"/>
        <c:scaling>
          <c:orientation val="minMax"/>
        </c:scaling>
        <c:delete val="0"/>
        <c:axPos val="b"/>
        <c:numFmt formatCode="General" sourceLinked="0"/>
        <c:majorTickMark val="out"/>
        <c:minorTickMark val="none"/>
        <c:tickLblPos val="nextTo"/>
        <c:crossAx val="182708864"/>
        <c:crosses val="autoZero"/>
        <c:auto val="1"/>
        <c:lblAlgn val="ctr"/>
        <c:lblOffset val="100"/>
        <c:noMultiLvlLbl val="0"/>
      </c:catAx>
      <c:valAx>
        <c:axId val="182708864"/>
        <c:scaling>
          <c:orientation val="minMax"/>
        </c:scaling>
        <c:delete val="0"/>
        <c:axPos val="l"/>
        <c:majorGridlines/>
        <c:numFmt formatCode="General" sourceLinked="1"/>
        <c:majorTickMark val="out"/>
        <c:minorTickMark val="none"/>
        <c:tickLblPos val="nextTo"/>
        <c:crossAx val="182707328"/>
        <c:crosses val="autoZero"/>
        <c:crossBetween val="between"/>
      </c:valAx>
    </c:plotArea>
    <c:legend>
      <c:legendPos val="r"/>
      <c:overlay val="0"/>
    </c:legend>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Sheet1!$B$1</c:f>
              <c:strCache>
                <c:ptCount val="1"/>
                <c:pt idx="0">
                  <c:v>N</c:v>
                </c:pt>
              </c:strCache>
            </c:strRef>
          </c:tx>
          <c:invertIfNegative val="0"/>
          <c:cat>
            <c:strRef>
              <c:f>Sheet1!$A$2:$A$4</c:f>
              <c:strCache>
                <c:ptCount val="3"/>
                <c:pt idx="0">
                  <c:v>Yes</c:v>
                </c:pt>
                <c:pt idx="1">
                  <c:v>No</c:v>
                </c:pt>
                <c:pt idx="2">
                  <c:v>Sometimes</c:v>
                </c:pt>
              </c:strCache>
            </c:strRef>
          </c:cat>
          <c:val>
            <c:numRef>
              <c:f>Sheet1!$B$2:$B$4</c:f>
              <c:numCache>
                <c:formatCode>General</c:formatCode>
                <c:ptCount val="3"/>
                <c:pt idx="0">
                  <c:v>66</c:v>
                </c:pt>
                <c:pt idx="1">
                  <c:v>234</c:v>
                </c:pt>
                <c:pt idx="2">
                  <c:v>80</c:v>
                </c:pt>
              </c:numCache>
            </c:numRef>
          </c:val>
          <c:extLst>
            <c:ext xmlns:c16="http://schemas.microsoft.com/office/drawing/2014/chart" uri="{C3380CC4-5D6E-409C-BE32-E72D297353CC}">
              <c16:uniqueId val="{00000000-FF7C-42CD-B269-3CCC3F84ADA3}"/>
            </c:ext>
          </c:extLst>
        </c:ser>
        <c:ser>
          <c:idx val="1"/>
          <c:order val="1"/>
          <c:tx>
            <c:strRef>
              <c:f>Sheet1!$C$1</c:f>
              <c:strCache>
                <c:ptCount val="1"/>
                <c:pt idx="0">
                  <c:v>GT%</c:v>
                </c:pt>
              </c:strCache>
            </c:strRef>
          </c:tx>
          <c:invertIfNegative val="0"/>
          <c:cat>
            <c:strRef>
              <c:f>Sheet1!$A$2:$A$4</c:f>
              <c:strCache>
                <c:ptCount val="3"/>
                <c:pt idx="0">
                  <c:v>Yes</c:v>
                </c:pt>
                <c:pt idx="1">
                  <c:v>No</c:v>
                </c:pt>
                <c:pt idx="2">
                  <c:v>Sometimes</c:v>
                </c:pt>
              </c:strCache>
            </c:strRef>
          </c:cat>
          <c:val>
            <c:numRef>
              <c:f>Sheet1!$C$2:$C$4</c:f>
              <c:numCache>
                <c:formatCode>General</c:formatCode>
                <c:ptCount val="3"/>
                <c:pt idx="0">
                  <c:v>17.399999999999999</c:v>
                </c:pt>
                <c:pt idx="1">
                  <c:v>61.6</c:v>
                </c:pt>
                <c:pt idx="2">
                  <c:v>21.1</c:v>
                </c:pt>
              </c:numCache>
            </c:numRef>
          </c:val>
          <c:extLst>
            <c:ext xmlns:c16="http://schemas.microsoft.com/office/drawing/2014/chart" uri="{C3380CC4-5D6E-409C-BE32-E72D297353CC}">
              <c16:uniqueId val="{00000001-FF7C-42CD-B269-3CCC3F84ADA3}"/>
            </c:ext>
          </c:extLst>
        </c:ser>
        <c:dLbls>
          <c:showLegendKey val="0"/>
          <c:showVal val="0"/>
          <c:showCatName val="0"/>
          <c:showSerName val="0"/>
          <c:showPercent val="0"/>
          <c:showBubbleSize val="0"/>
        </c:dLbls>
        <c:gapWidth val="150"/>
        <c:shape val="box"/>
        <c:axId val="182726656"/>
        <c:axId val="182728192"/>
        <c:axId val="0"/>
      </c:bar3DChart>
      <c:catAx>
        <c:axId val="182726656"/>
        <c:scaling>
          <c:orientation val="minMax"/>
        </c:scaling>
        <c:delete val="0"/>
        <c:axPos val="b"/>
        <c:numFmt formatCode="General" sourceLinked="0"/>
        <c:majorTickMark val="out"/>
        <c:minorTickMark val="none"/>
        <c:tickLblPos val="nextTo"/>
        <c:crossAx val="182728192"/>
        <c:crosses val="autoZero"/>
        <c:auto val="1"/>
        <c:lblAlgn val="ctr"/>
        <c:lblOffset val="100"/>
        <c:noMultiLvlLbl val="0"/>
      </c:catAx>
      <c:valAx>
        <c:axId val="182728192"/>
        <c:scaling>
          <c:orientation val="minMax"/>
        </c:scaling>
        <c:delete val="0"/>
        <c:axPos val="l"/>
        <c:majorGridlines/>
        <c:numFmt formatCode="General" sourceLinked="1"/>
        <c:majorTickMark val="out"/>
        <c:minorTickMark val="none"/>
        <c:tickLblPos val="nextTo"/>
        <c:crossAx val="182726656"/>
        <c:crosses val="autoZero"/>
        <c:crossBetween val="between"/>
      </c:valAx>
    </c:plotArea>
    <c:legend>
      <c:legendPos val="r"/>
      <c:overlay val="0"/>
    </c:legend>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N</c:v>
                </c:pt>
              </c:strCache>
            </c:strRef>
          </c:tx>
          <c:invertIfNegative val="0"/>
          <c:cat>
            <c:strRef>
              <c:f>Sheet1!$A$2:$A$7</c:f>
              <c:strCache>
                <c:ptCount val="6"/>
                <c:pt idx="0">
                  <c:v>Azithromycin</c:v>
                </c:pt>
                <c:pt idx="1">
                  <c:v>Ofloxacin</c:v>
                </c:pt>
                <c:pt idx="2">
                  <c:v>Cefixime</c:v>
                </c:pt>
                <c:pt idx="3">
                  <c:v>Norfloxacin</c:v>
                </c:pt>
                <c:pt idx="4">
                  <c:v>Amoxycillin</c:v>
                </c:pt>
                <c:pt idx="5">
                  <c:v>All of the above</c:v>
                </c:pt>
              </c:strCache>
            </c:strRef>
          </c:cat>
          <c:val>
            <c:numRef>
              <c:f>Sheet1!$B$2:$B$7</c:f>
              <c:numCache>
                <c:formatCode>General</c:formatCode>
                <c:ptCount val="6"/>
                <c:pt idx="0">
                  <c:v>179</c:v>
                </c:pt>
                <c:pt idx="1">
                  <c:v>74</c:v>
                </c:pt>
                <c:pt idx="2">
                  <c:v>66</c:v>
                </c:pt>
                <c:pt idx="3">
                  <c:v>34</c:v>
                </c:pt>
                <c:pt idx="4">
                  <c:v>129</c:v>
                </c:pt>
                <c:pt idx="5">
                  <c:v>54</c:v>
                </c:pt>
              </c:numCache>
            </c:numRef>
          </c:val>
          <c:extLst>
            <c:ext xmlns:c16="http://schemas.microsoft.com/office/drawing/2014/chart" uri="{C3380CC4-5D6E-409C-BE32-E72D297353CC}">
              <c16:uniqueId val="{00000000-FDB1-4051-807C-6DDDA16FF361}"/>
            </c:ext>
          </c:extLst>
        </c:ser>
        <c:ser>
          <c:idx val="1"/>
          <c:order val="1"/>
          <c:tx>
            <c:strRef>
              <c:f>Sheet1!$C$1</c:f>
              <c:strCache>
                <c:ptCount val="1"/>
                <c:pt idx="0">
                  <c:v>GT%</c:v>
                </c:pt>
              </c:strCache>
            </c:strRef>
          </c:tx>
          <c:invertIfNegative val="0"/>
          <c:cat>
            <c:strRef>
              <c:f>Sheet1!$A$2:$A$7</c:f>
              <c:strCache>
                <c:ptCount val="6"/>
                <c:pt idx="0">
                  <c:v>Azithromycin</c:v>
                </c:pt>
                <c:pt idx="1">
                  <c:v>Ofloxacin</c:v>
                </c:pt>
                <c:pt idx="2">
                  <c:v>Cefixime</c:v>
                </c:pt>
                <c:pt idx="3">
                  <c:v>Norfloxacin</c:v>
                </c:pt>
                <c:pt idx="4">
                  <c:v>Amoxycillin</c:v>
                </c:pt>
                <c:pt idx="5">
                  <c:v>All of the above</c:v>
                </c:pt>
              </c:strCache>
            </c:strRef>
          </c:cat>
          <c:val>
            <c:numRef>
              <c:f>Sheet1!$C$2:$C$7</c:f>
              <c:numCache>
                <c:formatCode>General</c:formatCode>
                <c:ptCount val="6"/>
                <c:pt idx="0">
                  <c:v>47.1</c:v>
                </c:pt>
                <c:pt idx="1">
                  <c:v>19.5</c:v>
                </c:pt>
                <c:pt idx="2">
                  <c:v>17.399999999999999</c:v>
                </c:pt>
                <c:pt idx="3">
                  <c:v>8.9</c:v>
                </c:pt>
                <c:pt idx="4">
                  <c:v>33.9</c:v>
                </c:pt>
                <c:pt idx="5">
                  <c:v>14.2</c:v>
                </c:pt>
              </c:numCache>
            </c:numRef>
          </c:val>
          <c:extLst>
            <c:ext xmlns:c16="http://schemas.microsoft.com/office/drawing/2014/chart" uri="{C3380CC4-5D6E-409C-BE32-E72D297353CC}">
              <c16:uniqueId val="{00000001-FDB1-4051-807C-6DDDA16FF361}"/>
            </c:ext>
          </c:extLst>
        </c:ser>
        <c:dLbls>
          <c:showLegendKey val="0"/>
          <c:showVal val="0"/>
          <c:showCatName val="0"/>
          <c:showSerName val="0"/>
          <c:showPercent val="0"/>
          <c:showBubbleSize val="0"/>
        </c:dLbls>
        <c:gapWidth val="150"/>
        <c:shape val="box"/>
        <c:axId val="182758400"/>
        <c:axId val="182805248"/>
        <c:axId val="180055552"/>
      </c:bar3DChart>
      <c:catAx>
        <c:axId val="182758400"/>
        <c:scaling>
          <c:orientation val="minMax"/>
        </c:scaling>
        <c:delete val="0"/>
        <c:axPos val="b"/>
        <c:numFmt formatCode="General" sourceLinked="0"/>
        <c:majorTickMark val="out"/>
        <c:minorTickMark val="none"/>
        <c:tickLblPos val="nextTo"/>
        <c:crossAx val="182805248"/>
        <c:crosses val="autoZero"/>
        <c:auto val="1"/>
        <c:lblAlgn val="ctr"/>
        <c:lblOffset val="100"/>
        <c:noMultiLvlLbl val="0"/>
      </c:catAx>
      <c:valAx>
        <c:axId val="182805248"/>
        <c:scaling>
          <c:orientation val="minMax"/>
        </c:scaling>
        <c:delete val="0"/>
        <c:axPos val="l"/>
        <c:majorGridlines/>
        <c:numFmt formatCode="General" sourceLinked="1"/>
        <c:majorTickMark val="out"/>
        <c:minorTickMark val="none"/>
        <c:tickLblPos val="nextTo"/>
        <c:crossAx val="182758400"/>
        <c:crosses val="autoZero"/>
        <c:crossBetween val="between"/>
      </c:valAx>
      <c:serAx>
        <c:axId val="180055552"/>
        <c:scaling>
          <c:orientation val="minMax"/>
        </c:scaling>
        <c:delete val="0"/>
        <c:axPos val="b"/>
        <c:majorTickMark val="out"/>
        <c:minorTickMark val="none"/>
        <c:tickLblPos val="nextTo"/>
        <c:crossAx val="182805248"/>
        <c:crosses val="autoZero"/>
      </c:serAx>
    </c:plotArea>
    <c:legend>
      <c:legendPos val="r"/>
      <c:overlay val="0"/>
    </c:legend>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N</c:v>
                </c:pt>
              </c:strCache>
            </c:strRef>
          </c:tx>
          <c:invertIfNegative val="0"/>
          <c:cat>
            <c:strRef>
              <c:f>Sheet1!$A$2:$A$4</c:f>
              <c:strCache>
                <c:ptCount val="3"/>
                <c:pt idx="0">
                  <c:v>Yes</c:v>
                </c:pt>
                <c:pt idx="1">
                  <c:v>No</c:v>
                </c:pt>
                <c:pt idx="2">
                  <c:v>Sometimes</c:v>
                </c:pt>
              </c:strCache>
            </c:strRef>
          </c:cat>
          <c:val>
            <c:numRef>
              <c:f>Sheet1!$B$2:$B$4</c:f>
              <c:numCache>
                <c:formatCode>General</c:formatCode>
                <c:ptCount val="3"/>
                <c:pt idx="0">
                  <c:v>116</c:v>
                </c:pt>
                <c:pt idx="1">
                  <c:v>184</c:v>
                </c:pt>
                <c:pt idx="2">
                  <c:v>80</c:v>
                </c:pt>
              </c:numCache>
            </c:numRef>
          </c:val>
          <c:extLst>
            <c:ext xmlns:c16="http://schemas.microsoft.com/office/drawing/2014/chart" uri="{C3380CC4-5D6E-409C-BE32-E72D297353CC}">
              <c16:uniqueId val="{00000000-A69B-471F-9E89-E3C2C13960DD}"/>
            </c:ext>
          </c:extLst>
        </c:ser>
        <c:ser>
          <c:idx val="1"/>
          <c:order val="1"/>
          <c:tx>
            <c:strRef>
              <c:f>Sheet1!$C$1</c:f>
              <c:strCache>
                <c:ptCount val="1"/>
                <c:pt idx="0">
                  <c:v>GT%</c:v>
                </c:pt>
              </c:strCache>
            </c:strRef>
          </c:tx>
          <c:invertIfNegative val="0"/>
          <c:cat>
            <c:strRef>
              <c:f>Sheet1!$A$2:$A$4</c:f>
              <c:strCache>
                <c:ptCount val="3"/>
                <c:pt idx="0">
                  <c:v>Yes</c:v>
                </c:pt>
                <c:pt idx="1">
                  <c:v>No</c:v>
                </c:pt>
                <c:pt idx="2">
                  <c:v>Sometimes</c:v>
                </c:pt>
              </c:strCache>
            </c:strRef>
          </c:cat>
          <c:val>
            <c:numRef>
              <c:f>Sheet1!$C$2:$C$4</c:f>
              <c:numCache>
                <c:formatCode>General</c:formatCode>
                <c:ptCount val="3"/>
                <c:pt idx="0">
                  <c:v>30.5</c:v>
                </c:pt>
                <c:pt idx="1">
                  <c:v>48.4</c:v>
                </c:pt>
                <c:pt idx="2">
                  <c:v>21.1</c:v>
                </c:pt>
              </c:numCache>
            </c:numRef>
          </c:val>
          <c:extLst>
            <c:ext xmlns:c16="http://schemas.microsoft.com/office/drawing/2014/chart" uri="{C3380CC4-5D6E-409C-BE32-E72D297353CC}">
              <c16:uniqueId val="{00000001-A69B-471F-9E89-E3C2C13960DD}"/>
            </c:ext>
          </c:extLst>
        </c:ser>
        <c:dLbls>
          <c:showLegendKey val="0"/>
          <c:showVal val="0"/>
          <c:showCatName val="0"/>
          <c:showSerName val="0"/>
          <c:showPercent val="0"/>
          <c:showBubbleSize val="0"/>
        </c:dLbls>
        <c:gapWidth val="150"/>
        <c:axId val="182926720"/>
        <c:axId val="182944896"/>
      </c:barChart>
      <c:catAx>
        <c:axId val="182926720"/>
        <c:scaling>
          <c:orientation val="minMax"/>
        </c:scaling>
        <c:delete val="0"/>
        <c:axPos val="b"/>
        <c:numFmt formatCode="General" sourceLinked="0"/>
        <c:majorTickMark val="out"/>
        <c:minorTickMark val="none"/>
        <c:tickLblPos val="nextTo"/>
        <c:crossAx val="182944896"/>
        <c:crosses val="autoZero"/>
        <c:auto val="1"/>
        <c:lblAlgn val="ctr"/>
        <c:lblOffset val="100"/>
        <c:noMultiLvlLbl val="0"/>
      </c:catAx>
      <c:valAx>
        <c:axId val="182944896"/>
        <c:scaling>
          <c:orientation val="minMax"/>
        </c:scaling>
        <c:delete val="0"/>
        <c:axPos val="l"/>
        <c:majorGridlines/>
        <c:numFmt formatCode="General" sourceLinked="1"/>
        <c:majorTickMark val="out"/>
        <c:minorTickMark val="none"/>
        <c:tickLblPos val="nextTo"/>
        <c:crossAx val="182926720"/>
        <c:crosses val="autoZero"/>
        <c:crossBetween val="between"/>
      </c:valAx>
    </c:plotArea>
    <c:legend>
      <c:legendPos val="r"/>
      <c:overlay val="0"/>
    </c:legend>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N</c:v>
                </c:pt>
              </c:strCache>
            </c:strRef>
          </c:tx>
          <c:invertIfNegative val="0"/>
          <c:cat>
            <c:strRef>
              <c:f>Sheet1!$A$2:$A$6</c:f>
              <c:strCache>
                <c:ptCount val="5"/>
                <c:pt idx="0">
                  <c:v>Common cold</c:v>
                </c:pt>
                <c:pt idx="1">
                  <c:v>Throat Infection</c:v>
                </c:pt>
                <c:pt idx="2">
                  <c:v>Stomach Infection</c:v>
                </c:pt>
                <c:pt idx="3">
                  <c:v>Diarrhoea/Dysentry</c:v>
                </c:pt>
                <c:pt idx="4">
                  <c:v>I don't</c:v>
                </c:pt>
              </c:strCache>
            </c:strRef>
          </c:cat>
          <c:val>
            <c:numRef>
              <c:f>Sheet1!$B$2:$B$6</c:f>
              <c:numCache>
                <c:formatCode>General</c:formatCode>
                <c:ptCount val="5"/>
                <c:pt idx="0">
                  <c:v>188</c:v>
                </c:pt>
                <c:pt idx="1">
                  <c:v>148</c:v>
                </c:pt>
                <c:pt idx="2">
                  <c:v>51</c:v>
                </c:pt>
                <c:pt idx="3">
                  <c:v>40</c:v>
                </c:pt>
                <c:pt idx="4">
                  <c:v>59</c:v>
                </c:pt>
              </c:numCache>
            </c:numRef>
          </c:val>
          <c:extLst>
            <c:ext xmlns:c16="http://schemas.microsoft.com/office/drawing/2014/chart" uri="{C3380CC4-5D6E-409C-BE32-E72D297353CC}">
              <c16:uniqueId val="{00000000-42FE-40BF-9BE3-378F1EE95E70}"/>
            </c:ext>
          </c:extLst>
        </c:ser>
        <c:ser>
          <c:idx val="1"/>
          <c:order val="1"/>
          <c:tx>
            <c:strRef>
              <c:f>Sheet1!$C$1</c:f>
              <c:strCache>
                <c:ptCount val="1"/>
                <c:pt idx="0">
                  <c:v>GT%</c:v>
                </c:pt>
              </c:strCache>
            </c:strRef>
          </c:tx>
          <c:invertIfNegative val="0"/>
          <c:cat>
            <c:strRef>
              <c:f>Sheet1!$A$2:$A$6</c:f>
              <c:strCache>
                <c:ptCount val="5"/>
                <c:pt idx="0">
                  <c:v>Common cold</c:v>
                </c:pt>
                <c:pt idx="1">
                  <c:v>Throat Infection</c:v>
                </c:pt>
                <c:pt idx="2">
                  <c:v>Stomach Infection</c:v>
                </c:pt>
                <c:pt idx="3">
                  <c:v>Diarrhoea/Dysentry</c:v>
                </c:pt>
                <c:pt idx="4">
                  <c:v>I don't</c:v>
                </c:pt>
              </c:strCache>
            </c:strRef>
          </c:cat>
          <c:val>
            <c:numRef>
              <c:f>Sheet1!$C$2:$C$6</c:f>
              <c:numCache>
                <c:formatCode>General</c:formatCode>
                <c:ptCount val="5"/>
                <c:pt idx="0">
                  <c:v>49.5</c:v>
                </c:pt>
                <c:pt idx="1">
                  <c:v>38.9</c:v>
                </c:pt>
                <c:pt idx="2">
                  <c:v>13.4</c:v>
                </c:pt>
                <c:pt idx="3">
                  <c:v>10.5</c:v>
                </c:pt>
                <c:pt idx="4">
                  <c:v>15.6</c:v>
                </c:pt>
              </c:numCache>
            </c:numRef>
          </c:val>
          <c:extLst>
            <c:ext xmlns:c16="http://schemas.microsoft.com/office/drawing/2014/chart" uri="{C3380CC4-5D6E-409C-BE32-E72D297353CC}">
              <c16:uniqueId val="{00000001-42FE-40BF-9BE3-378F1EE95E70}"/>
            </c:ext>
          </c:extLst>
        </c:ser>
        <c:dLbls>
          <c:showLegendKey val="0"/>
          <c:showVal val="0"/>
          <c:showCatName val="0"/>
          <c:showSerName val="0"/>
          <c:showPercent val="0"/>
          <c:showBubbleSize val="0"/>
        </c:dLbls>
        <c:gapWidth val="150"/>
        <c:shape val="cylinder"/>
        <c:axId val="183190656"/>
        <c:axId val="183192192"/>
        <c:axId val="183079808"/>
      </c:bar3DChart>
      <c:catAx>
        <c:axId val="183190656"/>
        <c:scaling>
          <c:orientation val="minMax"/>
        </c:scaling>
        <c:delete val="0"/>
        <c:axPos val="b"/>
        <c:numFmt formatCode="General" sourceLinked="0"/>
        <c:majorTickMark val="out"/>
        <c:minorTickMark val="none"/>
        <c:tickLblPos val="nextTo"/>
        <c:crossAx val="183192192"/>
        <c:crosses val="autoZero"/>
        <c:auto val="1"/>
        <c:lblAlgn val="ctr"/>
        <c:lblOffset val="100"/>
        <c:noMultiLvlLbl val="0"/>
      </c:catAx>
      <c:valAx>
        <c:axId val="183192192"/>
        <c:scaling>
          <c:orientation val="minMax"/>
        </c:scaling>
        <c:delete val="0"/>
        <c:axPos val="l"/>
        <c:majorGridlines/>
        <c:numFmt formatCode="General" sourceLinked="1"/>
        <c:majorTickMark val="out"/>
        <c:minorTickMark val="none"/>
        <c:tickLblPos val="nextTo"/>
        <c:crossAx val="183190656"/>
        <c:crosses val="autoZero"/>
        <c:crossBetween val="between"/>
      </c:valAx>
      <c:serAx>
        <c:axId val="183079808"/>
        <c:scaling>
          <c:orientation val="minMax"/>
        </c:scaling>
        <c:delete val="0"/>
        <c:axPos val="b"/>
        <c:majorTickMark val="out"/>
        <c:minorTickMark val="none"/>
        <c:tickLblPos val="nextTo"/>
        <c:crossAx val="183192192"/>
        <c:crosses val="autoZero"/>
      </c:serAx>
    </c:plotArea>
    <c:legend>
      <c:legendPos val="r"/>
      <c:overlay val="0"/>
    </c:legend>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14224"/>
            <a:ext cx="12034520" cy="70104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42367" y="1165225"/>
            <a:ext cx="5263515" cy="18319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11/11/25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doi.org/10.3389/fmicb.2015.00034"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74359" y="74934"/>
            <a:ext cx="2428297" cy="522850"/>
          </a:xfrm>
          <a:prstGeom prst="rect">
            <a:avLst/>
          </a:prstGeom>
        </p:spPr>
      </p:pic>
      <p:sp>
        <p:nvSpPr>
          <p:cNvPr id="3" name="object 3"/>
          <p:cNvSpPr txBox="1">
            <a:spLocks noGrp="1"/>
          </p:cNvSpPr>
          <p:nvPr>
            <p:ph type="title"/>
          </p:nvPr>
        </p:nvSpPr>
        <p:spPr>
          <a:xfrm>
            <a:off x="315912" y="619950"/>
            <a:ext cx="11468100" cy="983615"/>
          </a:xfrm>
          <a:prstGeom prst="rect">
            <a:avLst/>
          </a:prstGeom>
        </p:spPr>
        <p:txBody>
          <a:bodyPr vert="horz" wrap="square" lIns="0" tIns="12065" rIns="0" bIns="0" rtlCol="0">
            <a:spAutoFit/>
          </a:bodyPr>
          <a:lstStyle/>
          <a:p>
            <a:pPr marL="12700" marR="5080" algn="ctr">
              <a:lnSpc>
                <a:spcPct val="114700"/>
              </a:lnSpc>
              <a:spcBef>
                <a:spcPts val="95"/>
              </a:spcBef>
            </a:pPr>
            <a:r>
              <a:rPr sz="1800" dirty="0"/>
              <a:t>A</a:t>
            </a:r>
            <a:r>
              <a:rPr sz="1800" spc="-100" dirty="0"/>
              <a:t> </a:t>
            </a:r>
            <a:r>
              <a:rPr sz="1800" spc="-10" dirty="0"/>
              <a:t>CROSS-SECTIONAL</a:t>
            </a:r>
            <a:r>
              <a:rPr sz="1800" spc="-75" dirty="0"/>
              <a:t> </a:t>
            </a:r>
            <a:r>
              <a:rPr sz="1800" spc="-10" dirty="0"/>
              <a:t>STUDY</a:t>
            </a:r>
            <a:r>
              <a:rPr sz="1800" spc="-100" dirty="0"/>
              <a:t> </a:t>
            </a:r>
            <a:r>
              <a:rPr sz="1800" dirty="0"/>
              <a:t>ON</a:t>
            </a:r>
            <a:r>
              <a:rPr sz="1800" spc="-25" dirty="0"/>
              <a:t> </a:t>
            </a:r>
            <a:r>
              <a:rPr sz="1800" dirty="0"/>
              <a:t>KNOWLEDGE,</a:t>
            </a:r>
            <a:r>
              <a:rPr sz="1800" spc="-75" dirty="0"/>
              <a:t> </a:t>
            </a:r>
            <a:r>
              <a:rPr sz="1800" spc="-30" dirty="0"/>
              <a:t>ATTITUDE,</a:t>
            </a:r>
            <a:r>
              <a:rPr sz="1800" spc="-75" dirty="0"/>
              <a:t> </a:t>
            </a:r>
            <a:r>
              <a:rPr sz="1800" dirty="0"/>
              <a:t>AND</a:t>
            </a:r>
            <a:r>
              <a:rPr sz="1800" spc="-20" dirty="0"/>
              <a:t> </a:t>
            </a:r>
            <a:r>
              <a:rPr sz="1800" dirty="0"/>
              <a:t>PRACTICE</a:t>
            </a:r>
            <a:r>
              <a:rPr sz="1800" spc="5" dirty="0"/>
              <a:t> </a:t>
            </a:r>
            <a:r>
              <a:rPr sz="1800" dirty="0"/>
              <a:t>OF</a:t>
            </a:r>
            <a:r>
              <a:rPr sz="1800" spc="-45" dirty="0"/>
              <a:t> </a:t>
            </a:r>
            <a:r>
              <a:rPr sz="1800" dirty="0"/>
              <a:t>STUDENTS</a:t>
            </a:r>
            <a:r>
              <a:rPr sz="1800" spc="-20" dirty="0"/>
              <a:t> </a:t>
            </a:r>
            <a:r>
              <a:rPr sz="1800" spc="-10" dirty="0"/>
              <a:t>REGARDING </a:t>
            </a:r>
            <a:r>
              <a:rPr sz="1800" dirty="0"/>
              <a:t>ANTIBIOTIC</a:t>
            </a:r>
            <a:r>
              <a:rPr sz="1800" spc="-25" dirty="0"/>
              <a:t> </a:t>
            </a:r>
            <a:r>
              <a:rPr sz="1800" spc="-10" dirty="0"/>
              <a:t>MISUSE</a:t>
            </a:r>
            <a:endParaRPr sz="1800"/>
          </a:p>
          <a:p>
            <a:pPr marL="15240" algn="ctr">
              <a:lnSpc>
                <a:spcPct val="100000"/>
              </a:lnSpc>
              <a:spcBef>
                <a:spcPts val="430"/>
              </a:spcBef>
            </a:pPr>
            <a:r>
              <a:rPr sz="1800" b="0" dirty="0">
                <a:latin typeface="Times New Roman"/>
                <a:cs typeface="Times New Roman"/>
              </a:rPr>
              <a:t>Project</a:t>
            </a:r>
            <a:r>
              <a:rPr sz="1800" b="0" spc="-10" dirty="0">
                <a:latin typeface="Times New Roman"/>
                <a:cs typeface="Times New Roman"/>
              </a:rPr>
              <a:t> </a:t>
            </a:r>
            <a:r>
              <a:rPr sz="1800" b="0" spc="-30" dirty="0">
                <a:latin typeface="Times New Roman"/>
                <a:cs typeface="Times New Roman"/>
              </a:rPr>
              <a:t>Work</a:t>
            </a:r>
            <a:r>
              <a:rPr sz="1800" b="0" spc="-20" dirty="0">
                <a:latin typeface="Times New Roman"/>
                <a:cs typeface="Times New Roman"/>
              </a:rPr>
              <a:t> </a:t>
            </a:r>
            <a:r>
              <a:rPr sz="1800" b="0" dirty="0">
                <a:latin typeface="Times New Roman"/>
                <a:cs typeface="Times New Roman"/>
              </a:rPr>
              <a:t>submitted</a:t>
            </a:r>
            <a:r>
              <a:rPr sz="1800" b="0" spc="-20" dirty="0">
                <a:latin typeface="Times New Roman"/>
                <a:cs typeface="Times New Roman"/>
              </a:rPr>
              <a:t> </a:t>
            </a:r>
            <a:r>
              <a:rPr sz="1800" b="0" dirty="0">
                <a:latin typeface="Times New Roman"/>
                <a:cs typeface="Times New Roman"/>
              </a:rPr>
              <a:t>to</a:t>
            </a:r>
            <a:r>
              <a:rPr sz="1800" b="0" spc="-20" dirty="0">
                <a:latin typeface="Times New Roman"/>
                <a:cs typeface="Times New Roman"/>
              </a:rPr>
              <a:t> </a:t>
            </a:r>
            <a:r>
              <a:rPr sz="1800" b="0" dirty="0">
                <a:latin typeface="Times New Roman"/>
                <a:cs typeface="Times New Roman"/>
              </a:rPr>
              <a:t>the</a:t>
            </a:r>
            <a:r>
              <a:rPr sz="1800" b="0" spc="-70" dirty="0">
                <a:latin typeface="Times New Roman"/>
                <a:cs typeface="Times New Roman"/>
              </a:rPr>
              <a:t> </a:t>
            </a:r>
            <a:r>
              <a:rPr sz="1800" b="0" dirty="0">
                <a:latin typeface="Times New Roman"/>
                <a:cs typeface="Times New Roman"/>
              </a:rPr>
              <a:t>Rajiv</a:t>
            </a:r>
            <a:r>
              <a:rPr sz="1800" b="0" spc="-20" dirty="0">
                <a:latin typeface="Times New Roman"/>
                <a:cs typeface="Times New Roman"/>
              </a:rPr>
              <a:t> </a:t>
            </a:r>
            <a:r>
              <a:rPr sz="1800" b="0" dirty="0">
                <a:latin typeface="Times New Roman"/>
                <a:cs typeface="Times New Roman"/>
              </a:rPr>
              <a:t>Gandhi</a:t>
            </a:r>
            <a:r>
              <a:rPr sz="1800" b="0" spc="5" dirty="0">
                <a:latin typeface="Times New Roman"/>
                <a:cs typeface="Times New Roman"/>
              </a:rPr>
              <a:t> </a:t>
            </a:r>
            <a:r>
              <a:rPr sz="1800" b="0" dirty="0">
                <a:latin typeface="Times New Roman"/>
                <a:cs typeface="Times New Roman"/>
              </a:rPr>
              <a:t>University</a:t>
            </a:r>
            <a:r>
              <a:rPr sz="1800" b="0" spc="-15" dirty="0">
                <a:latin typeface="Times New Roman"/>
                <a:cs typeface="Times New Roman"/>
              </a:rPr>
              <a:t> </a:t>
            </a:r>
            <a:r>
              <a:rPr sz="1800" b="0" dirty="0">
                <a:latin typeface="Times New Roman"/>
                <a:cs typeface="Times New Roman"/>
              </a:rPr>
              <a:t>of</a:t>
            </a:r>
            <a:r>
              <a:rPr sz="1800" b="0" spc="-20" dirty="0">
                <a:latin typeface="Times New Roman"/>
                <a:cs typeface="Times New Roman"/>
              </a:rPr>
              <a:t> </a:t>
            </a:r>
            <a:r>
              <a:rPr sz="1800" b="0" dirty="0">
                <a:latin typeface="Times New Roman"/>
                <a:cs typeface="Times New Roman"/>
              </a:rPr>
              <a:t>Health</a:t>
            </a:r>
            <a:r>
              <a:rPr sz="1800" b="0" spc="-20" dirty="0">
                <a:latin typeface="Times New Roman"/>
                <a:cs typeface="Times New Roman"/>
              </a:rPr>
              <a:t> </a:t>
            </a:r>
            <a:r>
              <a:rPr sz="1800" b="0" dirty="0">
                <a:latin typeface="Times New Roman"/>
                <a:cs typeface="Times New Roman"/>
              </a:rPr>
              <a:t>Sciences,</a:t>
            </a:r>
            <a:r>
              <a:rPr sz="1800" b="0" spc="-15" dirty="0">
                <a:latin typeface="Times New Roman"/>
                <a:cs typeface="Times New Roman"/>
              </a:rPr>
              <a:t> </a:t>
            </a:r>
            <a:r>
              <a:rPr sz="1800" b="0" dirty="0">
                <a:latin typeface="Times New Roman"/>
                <a:cs typeface="Times New Roman"/>
              </a:rPr>
              <a:t>Bengaluru,</a:t>
            </a:r>
            <a:r>
              <a:rPr sz="1800" b="0" spc="-70" dirty="0">
                <a:latin typeface="Times New Roman"/>
                <a:cs typeface="Times New Roman"/>
              </a:rPr>
              <a:t> </a:t>
            </a:r>
            <a:r>
              <a:rPr sz="1800" b="0" spc="-10" dirty="0">
                <a:latin typeface="Times New Roman"/>
                <a:cs typeface="Times New Roman"/>
              </a:rPr>
              <a:t>Karnataka</a:t>
            </a:r>
            <a:endParaRPr sz="1800">
              <a:latin typeface="Times New Roman"/>
              <a:cs typeface="Times New Roman"/>
            </a:endParaRPr>
          </a:p>
        </p:txBody>
      </p:sp>
      <p:pic>
        <p:nvPicPr>
          <p:cNvPr id="4" name="object 4"/>
          <p:cNvPicPr/>
          <p:nvPr/>
        </p:nvPicPr>
        <p:blipFill>
          <a:blip r:embed="rId3" cstate="print"/>
          <a:stretch>
            <a:fillRect/>
          </a:stretch>
        </p:blipFill>
        <p:spPr>
          <a:xfrm>
            <a:off x="5353050" y="1676400"/>
            <a:ext cx="1485900" cy="1266825"/>
          </a:xfrm>
          <a:prstGeom prst="rect">
            <a:avLst/>
          </a:prstGeom>
        </p:spPr>
      </p:pic>
      <p:sp>
        <p:nvSpPr>
          <p:cNvPr id="5" name="object 5"/>
          <p:cNvSpPr txBox="1"/>
          <p:nvPr/>
        </p:nvSpPr>
        <p:spPr>
          <a:xfrm>
            <a:off x="3656710" y="3038284"/>
            <a:ext cx="5239385" cy="3674110"/>
          </a:xfrm>
          <a:prstGeom prst="rect">
            <a:avLst/>
          </a:prstGeom>
        </p:spPr>
        <p:txBody>
          <a:bodyPr vert="horz" wrap="square" lIns="0" tIns="148590" rIns="0" bIns="0" rtlCol="0">
            <a:spAutoFit/>
          </a:bodyPr>
          <a:lstStyle/>
          <a:p>
            <a:pPr marL="1574165">
              <a:lnSpc>
                <a:spcPct val="100000"/>
              </a:lnSpc>
              <a:spcBef>
                <a:spcPts val="1170"/>
              </a:spcBef>
            </a:pPr>
            <a:r>
              <a:rPr sz="1800" dirty="0">
                <a:latin typeface="Times New Roman"/>
                <a:cs typeface="Times New Roman"/>
              </a:rPr>
              <a:t>SUBMITTED</a:t>
            </a:r>
            <a:r>
              <a:rPr sz="1800" spc="-65" dirty="0">
                <a:latin typeface="Times New Roman"/>
                <a:cs typeface="Times New Roman"/>
              </a:rPr>
              <a:t> </a:t>
            </a:r>
            <a:r>
              <a:rPr sz="1800" spc="-25" dirty="0">
                <a:latin typeface="Times New Roman"/>
                <a:cs typeface="Times New Roman"/>
              </a:rPr>
              <a:t>BY</a:t>
            </a:r>
            <a:endParaRPr sz="1800">
              <a:latin typeface="Times New Roman"/>
              <a:cs typeface="Times New Roman"/>
            </a:endParaRPr>
          </a:p>
          <a:p>
            <a:pPr marL="1075690" marR="1040765" indent="-29209">
              <a:lnSpc>
                <a:spcPct val="114700"/>
              </a:lnSpc>
              <a:spcBef>
                <a:spcPts val="755"/>
              </a:spcBef>
            </a:pPr>
            <a:r>
              <a:rPr sz="1800" b="1" spc="-30" dirty="0">
                <a:latin typeface="Times New Roman"/>
                <a:cs typeface="Times New Roman"/>
              </a:rPr>
              <a:t>SHEERAZ</a:t>
            </a:r>
            <a:r>
              <a:rPr sz="1800" b="1" spc="-145" dirty="0">
                <a:latin typeface="Times New Roman"/>
                <a:cs typeface="Times New Roman"/>
              </a:rPr>
              <a:t> </a:t>
            </a:r>
            <a:r>
              <a:rPr sz="1800" b="1" spc="-25" dirty="0">
                <a:latin typeface="Times New Roman"/>
                <a:cs typeface="Times New Roman"/>
              </a:rPr>
              <a:t>AHAMED</a:t>
            </a:r>
            <a:r>
              <a:rPr sz="1800" b="1" spc="-15" dirty="0">
                <a:latin typeface="Times New Roman"/>
                <a:cs typeface="Times New Roman"/>
              </a:rPr>
              <a:t> </a:t>
            </a:r>
            <a:r>
              <a:rPr sz="1800" b="1" spc="-25" dirty="0">
                <a:latin typeface="Times New Roman"/>
                <a:cs typeface="Times New Roman"/>
              </a:rPr>
              <a:t>(22P3288) </a:t>
            </a:r>
            <a:r>
              <a:rPr sz="1800" b="1" spc="-20" dirty="0">
                <a:latin typeface="Times New Roman"/>
                <a:cs typeface="Times New Roman"/>
              </a:rPr>
              <a:t>SHAHEEN</a:t>
            </a:r>
            <a:r>
              <a:rPr sz="1800" b="1" spc="-40" dirty="0">
                <a:latin typeface="Times New Roman"/>
                <a:cs typeface="Times New Roman"/>
              </a:rPr>
              <a:t> </a:t>
            </a:r>
            <a:r>
              <a:rPr sz="1800" b="1" dirty="0">
                <a:latin typeface="Times New Roman"/>
                <a:cs typeface="Times New Roman"/>
              </a:rPr>
              <a:t>N</a:t>
            </a:r>
            <a:r>
              <a:rPr sz="1800" b="1" spc="-114" dirty="0">
                <a:latin typeface="Times New Roman"/>
                <a:cs typeface="Times New Roman"/>
              </a:rPr>
              <a:t> </a:t>
            </a:r>
            <a:r>
              <a:rPr sz="1800" b="1" dirty="0">
                <a:latin typeface="Times New Roman"/>
                <a:cs typeface="Times New Roman"/>
              </a:rPr>
              <a:t>V</a:t>
            </a:r>
            <a:r>
              <a:rPr sz="1800" b="1" spc="-105" dirty="0">
                <a:latin typeface="Times New Roman"/>
                <a:cs typeface="Times New Roman"/>
              </a:rPr>
              <a:t> </a:t>
            </a:r>
            <a:r>
              <a:rPr sz="1800" b="1" spc="-10" dirty="0">
                <a:latin typeface="Times New Roman"/>
                <a:cs typeface="Times New Roman"/>
              </a:rPr>
              <a:t>(22P3287) </a:t>
            </a:r>
            <a:r>
              <a:rPr sz="1800" b="1" spc="-50" dirty="0">
                <a:latin typeface="Times New Roman"/>
                <a:cs typeface="Times New Roman"/>
              </a:rPr>
              <a:t>ARPAN</a:t>
            </a:r>
            <a:r>
              <a:rPr sz="1800" b="1" spc="-75" dirty="0">
                <a:latin typeface="Times New Roman"/>
                <a:cs typeface="Times New Roman"/>
              </a:rPr>
              <a:t> </a:t>
            </a:r>
            <a:r>
              <a:rPr sz="1800" b="1" spc="-20" dirty="0">
                <a:latin typeface="Times New Roman"/>
                <a:cs typeface="Times New Roman"/>
              </a:rPr>
              <a:t>KUNDU</a:t>
            </a:r>
            <a:r>
              <a:rPr sz="1800" b="1" spc="-75" dirty="0">
                <a:latin typeface="Times New Roman"/>
                <a:cs typeface="Times New Roman"/>
              </a:rPr>
              <a:t> </a:t>
            </a:r>
            <a:r>
              <a:rPr sz="1800" b="1" spc="-10" dirty="0">
                <a:latin typeface="Times New Roman"/>
                <a:cs typeface="Times New Roman"/>
              </a:rPr>
              <a:t>(22P3283)</a:t>
            </a:r>
            <a:endParaRPr sz="1800">
              <a:latin typeface="Times New Roman"/>
              <a:cs typeface="Times New Roman"/>
            </a:endParaRPr>
          </a:p>
          <a:p>
            <a:pPr marL="1097280" marR="841375" indent="-89535">
              <a:lnSpc>
                <a:spcPct val="107800"/>
              </a:lnSpc>
              <a:spcBef>
                <a:spcPts val="150"/>
              </a:spcBef>
            </a:pPr>
            <a:r>
              <a:rPr sz="1800" b="1" spc="-20" dirty="0">
                <a:latin typeface="Times New Roman"/>
                <a:cs typeface="Times New Roman"/>
              </a:rPr>
              <a:t>SYED</a:t>
            </a:r>
            <a:r>
              <a:rPr sz="1800" b="1" spc="-110" dirty="0">
                <a:latin typeface="Times New Roman"/>
                <a:cs typeface="Times New Roman"/>
              </a:rPr>
              <a:t> </a:t>
            </a:r>
            <a:r>
              <a:rPr sz="1800" b="1" spc="-25" dirty="0">
                <a:latin typeface="Times New Roman"/>
                <a:cs typeface="Times New Roman"/>
              </a:rPr>
              <a:t>SHADAB</a:t>
            </a:r>
            <a:r>
              <a:rPr sz="1800" b="1" spc="-150" dirty="0">
                <a:latin typeface="Times New Roman"/>
                <a:cs typeface="Times New Roman"/>
              </a:rPr>
              <a:t> </a:t>
            </a:r>
            <a:r>
              <a:rPr sz="1800" b="1" spc="-20" dirty="0">
                <a:latin typeface="Times New Roman"/>
                <a:cs typeface="Times New Roman"/>
              </a:rPr>
              <a:t>ABBAS </a:t>
            </a:r>
            <a:r>
              <a:rPr sz="1800" b="1" spc="-25" dirty="0">
                <a:latin typeface="Times New Roman"/>
                <a:cs typeface="Times New Roman"/>
              </a:rPr>
              <a:t>(22P3292) </a:t>
            </a:r>
            <a:r>
              <a:rPr sz="1800" b="1" spc="-85" dirty="0">
                <a:latin typeface="Times New Roman"/>
                <a:cs typeface="Times New Roman"/>
              </a:rPr>
              <a:t>SIVA</a:t>
            </a:r>
            <a:r>
              <a:rPr sz="1800" b="1" spc="-175" dirty="0">
                <a:latin typeface="Times New Roman"/>
                <a:cs typeface="Times New Roman"/>
              </a:rPr>
              <a:t> </a:t>
            </a:r>
            <a:r>
              <a:rPr sz="1800" b="1" dirty="0">
                <a:latin typeface="Times New Roman"/>
                <a:cs typeface="Times New Roman"/>
              </a:rPr>
              <a:t>KUMAR</a:t>
            </a:r>
            <a:r>
              <a:rPr sz="1800" b="1" spc="-75" dirty="0">
                <a:latin typeface="Times New Roman"/>
                <a:cs typeface="Times New Roman"/>
              </a:rPr>
              <a:t> </a:t>
            </a:r>
            <a:r>
              <a:rPr sz="1800" b="1" dirty="0">
                <a:latin typeface="Times New Roman"/>
                <a:cs typeface="Times New Roman"/>
              </a:rPr>
              <a:t>N</a:t>
            </a:r>
            <a:r>
              <a:rPr sz="1800" b="1" spc="-110" dirty="0">
                <a:latin typeface="Times New Roman"/>
                <a:cs typeface="Times New Roman"/>
              </a:rPr>
              <a:t> </a:t>
            </a:r>
            <a:r>
              <a:rPr sz="1800" b="1" spc="-10" dirty="0">
                <a:latin typeface="Times New Roman"/>
                <a:cs typeface="Times New Roman"/>
              </a:rPr>
              <a:t>(21P1994)</a:t>
            </a:r>
            <a:endParaRPr sz="1800">
              <a:latin typeface="Times New Roman"/>
              <a:cs typeface="Times New Roman"/>
            </a:endParaRPr>
          </a:p>
          <a:p>
            <a:pPr>
              <a:lnSpc>
                <a:spcPct val="100000"/>
              </a:lnSpc>
              <a:spcBef>
                <a:spcPts val="160"/>
              </a:spcBef>
            </a:pPr>
            <a:endParaRPr sz="1800">
              <a:latin typeface="Times New Roman"/>
              <a:cs typeface="Times New Roman"/>
            </a:endParaRPr>
          </a:p>
          <a:p>
            <a:pPr marL="12700">
              <a:lnSpc>
                <a:spcPct val="100000"/>
              </a:lnSpc>
            </a:pPr>
            <a:r>
              <a:rPr sz="1800" dirty="0">
                <a:latin typeface="Times New Roman"/>
                <a:cs typeface="Times New Roman"/>
              </a:rPr>
              <a:t>In</a:t>
            </a:r>
            <a:r>
              <a:rPr sz="1800" spc="-15" dirty="0">
                <a:latin typeface="Times New Roman"/>
                <a:cs typeface="Times New Roman"/>
              </a:rPr>
              <a:t> </a:t>
            </a:r>
            <a:r>
              <a:rPr sz="1800" dirty="0">
                <a:latin typeface="Times New Roman"/>
                <a:cs typeface="Times New Roman"/>
              </a:rPr>
              <a:t>partial</a:t>
            </a:r>
            <a:r>
              <a:rPr sz="1800" spc="-55" dirty="0">
                <a:latin typeface="Times New Roman"/>
                <a:cs typeface="Times New Roman"/>
              </a:rPr>
              <a:t> </a:t>
            </a:r>
            <a:r>
              <a:rPr sz="1800" dirty="0">
                <a:latin typeface="Times New Roman"/>
                <a:cs typeface="Times New Roman"/>
              </a:rPr>
              <a:t>fulfilment</a:t>
            </a:r>
            <a:r>
              <a:rPr sz="1800" spc="-50" dirty="0">
                <a:latin typeface="Times New Roman"/>
                <a:cs typeface="Times New Roman"/>
              </a:rPr>
              <a:t> </a:t>
            </a:r>
            <a:r>
              <a:rPr sz="1800" dirty="0">
                <a:latin typeface="Times New Roman"/>
                <a:cs typeface="Times New Roman"/>
              </a:rPr>
              <a:t>of the</a:t>
            </a:r>
            <a:r>
              <a:rPr sz="1800" spc="-60" dirty="0">
                <a:latin typeface="Times New Roman"/>
                <a:cs typeface="Times New Roman"/>
              </a:rPr>
              <a:t> </a:t>
            </a:r>
            <a:r>
              <a:rPr sz="1800" dirty="0">
                <a:latin typeface="Times New Roman"/>
                <a:cs typeface="Times New Roman"/>
              </a:rPr>
              <a:t>requirements</a:t>
            </a:r>
            <a:r>
              <a:rPr sz="1800" spc="40" dirty="0">
                <a:latin typeface="Times New Roman"/>
                <a:cs typeface="Times New Roman"/>
              </a:rPr>
              <a:t> </a:t>
            </a:r>
            <a:r>
              <a:rPr sz="1800" dirty="0">
                <a:latin typeface="Times New Roman"/>
                <a:cs typeface="Times New Roman"/>
              </a:rPr>
              <a:t>for</a:t>
            </a:r>
            <a:r>
              <a:rPr sz="1800" spc="-5"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degree</a:t>
            </a:r>
            <a:r>
              <a:rPr sz="1800" spc="20" dirty="0">
                <a:latin typeface="Times New Roman"/>
                <a:cs typeface="Times New Roman"/>
              </a:rPr>
              <a:t> </a:t>
            </a:r>
            <a:r>
              <a:rPr sz="1800" spc="-25" dirty="0">
                <a:latin typeface="Times New Roman"/>
                <a:cs typeface="Times New Roman"/>
              </a:rPr>
              <a:t>of</a:t>
            </a:r>
            <a:endParaRPr sz="1800">
              <a:latin typeface="Times New Roman"/>
              <a:cs typeface="Times New Roman"/>
            </a:endParaRPr>
          </a:p>
          <a:p>
            <a:pPr marR="168275" algn="ctr">
              <a:lnSpc>
                <a:spcPts val="1655"/>
              </a:lnSpc>
              <a:spcBef>
                <a:spcPts val="45"/>
              </a:spcBef>
            </a:pPr>
            <a:r>
              <a:rPr sz="1400" b="1" dirty="0">
                <a:latin typeface="Times New Roman"/>
                <a:cs typeface="Times New Roman"/>
              </a:rPr>
              <a:t>BACHELOR</a:t>
            </a:r>
            <a:r>
              <a:rPr sz="1400" b="1" spc="-30" dirty="0">
                <a:latin typeface="Times New Roman"/>
                <a:cs typeface="Times New Roman"/>
              </a:rPr>
              <a:t> </a:t>
            </a:r>
            <a:r>
              <a:rPr sz="1400" b="1" spc="-20" dirty="0">
                <a:latin typeface="Times New Roman"/>
                <a:cs typeface="Times New Roman"/>
              </a:rPr>
              <a:t>OF</a:t>
            </a:r>
            <a:r>
              <a:rPr sz="1400" b="1" spc="-95" dirty="0">
                <a:latin typeface="Times New Roman"/>
                <a:cs typeface="Times New Roman"/>
              </a:rPr>
              <a:t> </a:t>
            </a:r>
            <a:r>
              <a:rPr sz="1400" b="1" spc="-10" dirty="0">
                <a:latin typeface="Times New Roman"/>
                <a:cs typeface="Times New Roman"/>
              </a:rPr>
              <a:t>PHARMACY</a:t>
            </a:r>
            <a:endParaRPr sz="1400">
              <a:latin typeface="Times New Roman"/>
              <a:cs typeface="Times New Roman"/>
            </a:endParaRPr>
          </a:p>
          <a:p>
            <a:pPr marL="1156335" marR="1534160" indent="1257935">
              <a:lnSpc>
                <a:spcPts val="2180"/>
              </a:lnSpc>
              <a:spcBef>
                <a:spcPts val="25"/>
              </a:spcBef>
            </a:pPr>
            <a:r>
              <a:rPr sz="1800" spc="-25" dirty="0">
                <a:latin typeface="Times New Roman"/>
                <a:cs typeface="Times New Roman"/>
              </a:rPr>
              <a:t>In </a:t>
            </a:r>
            <a:r>
              <a:rPr sz="1800" spc="-10" dirty="0">
                <a:latin typeface="Times New Roman"/>
                <a:cs typeface="Times New Roman"/>
              </a:rPr>
              <a:t>PHARMACOVIGILANCE</a:t>
            </a:r>
            <a:endParaRPr sz="1800">
              <a:latin typeface="Times New Roman"/>
              <a:cs typeface="Times New Roman"/>
            </a:endParaRPr>
          </a:p>
          <a:p>
            <a:pPr marL="355600">
              <a:lnSpc>
                <a:spcPts val="2025"/>
              </a:lnSpc>
            </a:pPr>
            <a:r>
              <a:rPr sz="1800" dirty="0">
                <a:latin typeface="Times New Roman"/>
                <a:cs typeface="Times New Roman"/>
              </a:rPr>
              <a:t>Under</a:t>
            </a:r>
            <a:r>
              <a:rPr sz="1800" spc="10" dirty="0">
                <a:latin typeface="Times New Roman"/>
                <a:cs typeface="Times New Roman"/>
              </a:rPr>
              <a:t> </a:t>
            </a:r>
            <a:r>
              <a:rPr sz="1800" dirty="0">
                <a:latin typeface="Times New Roman"/>
                <a:cs typeface="Times New Roman"/>
              </a:rPr>
              <a:t>the</a:t>
            </a:r>
            <a:r>
              <a:rPr sz="1800" spc="-45" dirty="0">
                <a:latin typeface="Times New Roman"/>
                <a:cs typeface="Times New Roman"/>
              </a:rPr>
              <a:t> </a:t>
            </a:r>
            <a:r>
              <a:rPr sz="1800" dirty="0">
                <a:latin typeface="Times New Roman"/>
                <a:cs typeface="Times New Roman"/>
              </a:rPr>
              <a:t>guidance</a:t>
            </a:r>
            <a:r>
              <a:rPr sz="1800" spc="3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b="1" spc="-100" dirty="0">
                <a:latin typeface="Trebuchet MS"/>
                <a:cs typeface="Trebuchet MS"/>
              </a:rPr>
              <a:t>Dr.</a:t>
            </a:r>
            <a:r>
              <a:rPr sz="1800" b="1" spc="-175" dirty="0">
                <a:latin typeface="Trebuchet MS"/>
                <a:cs typeface="Trebuchet MS"/>
              </a:rPr>
              <a:t> </a:t>
            </a:r>
            <a:r>
              <a:rPr sz="1800" b="1" spc="-20" dirty="0">
                <a:latin typeface="Trebuchet MS"/>
                <a:cs typeface="Trebuchet MS"/>
              </a:rPr>
              <a:t>SWATHI</a:t>
            </a:r>
            <a:r>
              <a:rPr sz="1800" b="1" spc="-170" dirty="0">
                <a:latin typeface="Trebuchet MS"/>
                <a:cs typeface="Trebuchet MS"/>
              </a:rPr>
              <a:t> </a:t>
            </a:r>
            <a:r>
              <a:rPr sz="1800" b="1" spc="50" dirty="0">
                <a:latin typeface="Trebuchet MS"/>
                <a:cs typeface="Trebuchet MS"/>
              </a:rPr>
              <a:t>RAMESH</a:t>
            </a:r>
            <a:endParaRPr sz="180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29375" y="0"/>
            <a:ext cx="5762625" cy="6848474"/>
          </a:xfrm>
          <a:prstGeom prst="rect">
            <a:avLst/>
          </a:prstGeom>
        </p:spPr>
      </p:pic>
      <p:sp>
        <p:nvSpPr>
          <p:cNvPr id="3" name="object 3"/>
          <p:cNvSpPr txBox="1">
            <a:spLocks noGrp="1"/>
          </p:cNvSpPr>
          <p:nvPr>
            <p:ph type="title"/>
          </p:nvPr>
        </p:nvSpPr>
        <p:spPr>
          <a:xfrm>
            <a:off x="78739" y="-56514"/>
            <a:ext cx="6356350" cy="2877820"/>
          </a:xfrm>
          <a:prstGeom prst="rect">
            <a:avLst/>
          </a:prstGeom>
        </p:spPr>
        <p:txBody>
          <a:bodyPr vert="horz" wrap="square" lIns="0" tIns="15875" rIns="0" bIns="0" rtlCol="0">
            <a:spAutoFit/>
          </a:bodyPr>
          <a:lstStyle/>
          <a:p>
            <a:pPr marL="12700" marR="5080">
              <a:lnSpc>
                <a:spcPct val="129800"/>
              </a:lnSpc>
              <a:spcBef>
                <a:spcPts val="125"/>
              </a:spcBef>
            </a:pPr>
            <a:r>
              <a:rPr sz="3600" dirty="0">
                <a:solidFill>
                  <a:srgbClr val="2D3B4E"/>
                </a:solidFill>
                <a:latin typeface="Calibri"/>
                <a:cs typeface="Calibri"/>
              </a:rPr>
              <a:t>A</a:t>
            </a:r>
            <a:r>
              <a:rPr sz="3600" spc="-35" dirty="0">
                <a:solidFill>
                  <a:srgbClr val="2D3B4E"/>
                </a:solidFill>
                <a:latin typeface="Calibri"/>
                <a:cs typeface="Calibri"/>
              </a:rPr>
              <a:t> </a:t>
            </a:r>
            <a:r>
              <a:rPr sz="3600" spc="-20" dirty="0">
                <a:solidFill>
                  <a:srgbClr val="2D3B4E"/>
                </a:solidFill>
                <a:latin typeface="Calibri"/>
                <a:cs typeface="Calibri"/>
              </a:rPr>
              <a:t>Cross-</a:t>
            </a:r>
            <a:r>
              <a:rPr sz="3600" dirty="0">
                <a:solidFill>
                  <a:srgbClr val="2D3B4E"/>
                </a:solidFill>
                <a:latin typeface="Calibri"/>
                <a:cs typeface="Calibri"/>
              </a:rPr>
              <a:t>Sectional</a:t>
            </a:r>
            <a:r>
              <a:rPr sz="3600" spc="-10" dirty="0">
                <a:solidFill>
                  <a:srgbClr val="2D3B4E"/>
                </a:solidFill>
                <a:latin typeface="Calibri"/>
                <a:cs typeface="Calibri"/>
              </a:rPr>
              <a:t> </a:t>
            </a:r>
            <a:r>
              <a:rPr sz="3600" dirty="0">
                <a:solidFill>
                  <a:srgbClr val="2D3B4E"/>
                </a:solidFill>
                <a:latin typeface="Calibri"/>
                <a:cs typeface="Calibri"/>
              </a:rPr>
              <a:t>Study</a:t>
            </a:r>
            <a:r>
              <a:rPr sz="3600" spc="-75" dirty="0">
                <a:solidFill>
                  <a:srgbClr val="2D3B4E"/>
                </a:solidFill>
                <a:latin typeface="Calibri"/>
                <a:cs typeface="Calibri"/>
              </a:rPr>
              <a:t> </a:t>
            </a:r>
            <a:r>
              <a:rPr sz="3600" spc="-25" dirty="0">
                <a:solidFill>
                  <a:srgbClr val="2D3B4E"/>
                </a:solidFill>
                <a:latin typeface="Calibri"/>
                <a:cs typeface="Calibri"/>
              </a:rPr>
              <a:t>on </a:t>
            </a:r>
            <a:r>
              <a:rPr sz="3600" dirty="0">
                <a:solidFill>
                  <a:srgbClr val="2D3B4E"/>
                </a:solidFill>
                <a:latin typeface="Calibri"/>
                <a:cs typeface="Calibri"/>
              </a:rPr>
              <a:t>Knowledge,</a:t>
            </a:r>
            <a:r>
              <a:rPr sz="3600" spc="-125" dirty="0">
                <a:solidFill>
                  <a:srgbClr val="2D3B4E"/>
                </a:solidFill>
                <a:latin typeface="Calibri"/>
                <a:cs typeface="Calibri"/>
              </a:rPr>
              <a:t> </a:t>
            </a:r>
            <a:r>
              <a:rPr sz="3600" spc="-20" dirty="0">
                <a:solidFill>
                  <a:srgbClr val="2D3B4E"/>
                </a:solidFill>
                <a:latin typeface="Calibri"/>
                <a:cs typeface="Calibri"/>
              </a:rPr>
              <a:t>Attitude</a:t>
            </a:r>
            <a:r>
              <a:rPr sz="3600" spc="-114" dirty="0">
                <a:solidFill>
                  <a:srgbClr val="2D3B4E"/>
                </a:solidFill>
                <a:latin typeface="Calibri"/>
                <a:cs typeface="Calibri"/>
              </a:rPr>
              <a:t> </a:t>
            </a:r>
            <a:r>
              <a:rPr sz="3600" dirty="0">
                <a:solidFill>
                  <a:srgbClr val="2D3B4E"/>
                </a:solidFill>
                <a:latin typeface="Calibri"/>
                <a:cs typeface="Calibri"/>
              </a:rPr>
              <a:t>and</a:t>
            </a:r>
            <a:r>
              <a:rPr sz="3600" spc="-85" dirty="0">
                <a:solidFill>
                  <a:srgbClr val="2D3B4E"/>
                </a:solidFill>
                <a:latin typeface="Calibri"/>
                <a:cs typeface="Calibri"/>
              </a:rPr>
              <a:t> </a:t>
            </a:r>
            <a:r>
              <a:rPr sz="3600" spc="-10" dirty="0">
                <a:solidFill>
                  <a:srgbClr val="2D3B4E"/>
                </a:solidFill>
                <a:latin typeface="Calibri"/>
                <a:cs typeface="Calibri"/>
              </a:rPr>
              <a:t>Practice </a:t>
            </a:r>
            <a:r>
              <a:rPr sz="3600" dirty="0">
                <a:solidFill>
                  <a:srgbClr val="2D3B4E"/>
                </a:solidFill>
                <a:latin typeface="Calibri"/>
                <a:cs typeface="Calibri"/>
              </a:rPr>
              <a:t>of</a:t>
            </a:r>
            <a:r>
              <a:rPr sz="3600" spc="-100" dirty="0">
                <a:solidFill>
                  <a:srgbClr val="2D3B4E"/>
                </a:solidFill>
                <a:latin typeface="Calibri"/>
                <a:cs typeface="Calibri"/>
              </a:rPr>
              <a:t> </a:t>
            </a:r>
            <a:r>
              <a:rPr sz="3600" dirty="0">
                <a:solidFill>
                  <a:srgbClr val="2D3B4E"/>
                </a:solidFill>
                <a:latin typeface="Calibri"/>
                <a:cs typeface="Calibri"/>
              </a:rPr>
              <a:t>Students</a:t>
            </a:r>
            <a:r>
              <a:rPr sz="3600" spc="-90" dirty="0">
                <a:solidFill>
                  <a:srgbClr val="2D3B4E"/>
                </a:solidFill>
                <a:latin typeface="Calibri"/>
                <a:cs typeface="Calibri"/>
              </a:rPr>
              <a:t> </a:t>
            </a:r>
            <a:r>
              <a:rPr sz="3600" spc="-10" dirty="0">
                <a:solidFill>
                  <a:srgbClr val="2D3B4E"/>
                </a:solidFill>
                <a:latin typeface="Calibri"/>
                <a:cs typeface="Calibri"/>
              </a:rPr>
              <a:t>Regarding</a:t>
            </a:r>
            <a:r>
              <a:rPr sz="3600" spc="-75" dirty="0">
                <a:solidFill>
                  <a:srgbClr val="2D3B4E"/>
                </a:solidFill>
                <a:latin typeface="Calibri"/>
                <a:cs typeface="Calibri"/>
              </a:rPr>
              <a:t> </a:t>
            </a:r>
            <a:r>
              <a:rPr sz="3600" spc="-10" dirty="0">
                <a:solidFill>
                  <a:srgbClr val="2D3B4E"/>
                </a:solidFill>
                <a:latin typeface="Calibri"/>
                <a:cs typeface="Calibri"/>
              </a:rPr>
              <a:t>Antibiotic Misuse</a:t>
            </a:r>
            <a:endParaRPr sz="3600">
              <a:latin typeface="Calibri"/>
              <a:cs typeface="Calibri"/>
            </a:endParaRPr>
          </a:p>
        </p:txBody>
      </p:sp>
      <p:sp>
        <p:nvSpPr>
          <p:cNvPr id="4" name="object 4"/>
          <p:cNvSpPr txBox="1"/>
          <p:nvPr/>
        </p:nvSpPr>
        <p:spPr>
          <a:xfrm>
            <a:off x="78739" y="3162490"/>
            <a:ext cx="6947534" cy="2710180"/>
          </a:xfrm>
          <a:prstGeom prst="rect">
            <a:avLst/>
          </a:prstGeom>
        </p:spPr>
        <p:txBody>
          <a:bodyPr vert="horz" wrap="square" lIns="0" tIns="12065" rIns="0" bIns="0" rtlCol="0">
            <a:spAutoFit/>
          </a:bodyPr>
          <a:lstStyle/>
          <a:p>
            <a:pPr marL="337185" marR="4791075">
              <a:lnSpc>
                <a:spcPct val="125200"/>
              </a:lnSpc>
              <a:spcBef>
                <a:spcPts val="95"/>
              </a:spcBef>
            </a:pPr>
            <a:r>
              <a:rPr sz="1800" b="1" dirty="0">
                <a:solidFill>
                  <a:srgbClr val="384652"/>
                </a:solidFill>
                <a:latin typeface="Roboto"/>
                <a:cs typeface="Roboto"/>
              </a:rPr>
              <a:t>Sheeraz</a:t>
            </a:r>
            <a:r>
              <a:rPr sz="1800" b="1" spc="30" dirty="0">
                <a:solidFill>
                  <a:srgbClr val="384652"/>
                </a:solidFill>
                <a:latin typeface="Roboto"/>
                <a:cs typeface="Roboto"/>
              </a:rPr>
              <a:t> </a:t>
            </a:r>
            <a:r>
              <a:rPr sz="1800" b="1" spc="-10" dirty="0">
                <a:solidFill>
                  <a:srgbClr val="384652"/>
                </a:solidFill>
                <a:latin typeface="Roboto"/>
                <a:cs typeface="Roboto"/>
              </a:rPr>
              <a:t>Ahamed, </a:t>
            </a:r>
            <a:r>
              <a:rPr sz="1800" b="1" dirty="0">
                <a:solidFill>
                  <a:srgbClr val="384652"/>
                </a:solidFill>
                <a:latin typeface="Roboto"/>
                <a:cs typeface="Roboto"/>
              </a:rPr>
              <a:t>Shaheen</a:t>
            </a:r>
            <a:r>
              <a:rPr sz="1800" b="1" spc="-25" dirty="0">
                <a:solidFill>
                  <a:srgbClr val="384652"/>
                </a:solidFill>
                <a:latin typeface="Roboto"/>
                <a:cs typeface="Roboto"/>
              </a:rPr>
              <a:t> </a:t>
            </a:r>
            <a:r>
              <a:rPr sz="1800" b="1" dirty="0">
                <a:solidFill>
                  <a:srgbClr val="384652"/>
                </a:solidFill>
                <a:latin typeface="Roboto"/>
                <a:cs typeface="Roboto"/>
              </a:rPr>
              <a:t>N</a:t>
            </a:r>
            <a:r>
              <a:rPr sz="1800" b="1" spc="15" dirty="0">
                <a:solidFill>
                  <a:srgbClr val="384652"/>
                </a:solidFill>
                <a:latin typeface="Roboto"/>
                <a:cs typeface="Roboto"/>
              </a:rPr>
              <a:t> </a:t>
            </a:r>
            <a:r>
              <a:rPr sz="1800" b="1" spc="-50" dirty="0">
                <a:solidFill>
                  <a:srgbClr val="384652"/>
                </a:solidFill>
                <a:latin typeface="Roboto"/>
                <a:cs typeface="Roboto"/>
              </a:rPr>
              <a:t>V </a:t>
            </a:r>
            <a:r>
              <a:rPr sz="1800" b="1" dirty="0">
                <a:solidFill>
                  <a:srgbClr val="384652"/>
                </a:solidFill>
                <a:latin typeface="Roboto"/>
                <a:cs typeface="Roboto"/>
              </a:rPr>
              <a:t>Arpan</a:t>
            </a:r>
            <a:r>
              <a:rPr sz="1800" b="1" spc="60" dirty="0">
                <a:solidFill>
                  <a:srgbClr val="384652"/>
                </a:solidFill>
                <a:latin typeface="Roboto"/>
                <a:cs typeface="Roboto"/>
              </a:rPr>
              <a:t> </a:t>
            </a:r>
            <a:r>
              <a:rPr sz="1800" b="1" spc="-20" dirty="0">
                <a:solidFill>
                  <a:srgbClr val="384652"/>
                </a:solidFill>
                <a:latin typeface="Roboto"/>
                <a:cs typeface="Roboto"/>
              </a:rPr>
              <a:t>Kundu </a:t>
            </a:r>
            <a:r>
              <a:rPr sz="1800" b="1" dirty="0">
                <a:solidFill>
                  <a:srgbClr val="384652"/>
                </a:solidFill>
                <a:latin typeface="Roboto"/>
                <a:cs typeface="Roboto"/>
              </a:rPr>
              <a:t>Syed</a:t>
            </a:r>
            <a:r>
              <a:rPr sz="1800" b="1" spc="-55" dirty="0">
                <a:solidFill>
                  <a:srgbClr val="384652"/>
                </a:solidFill>
                <a:latin typeface="Roboto"/>
                <a:cs typeface="Roboto"/>
              </a:rPr>
              <a:t> </a:t>
            </a:r>
            <a:r>
              <a:rPr sz="1800" b="1" spc="-10" dirty="0">
                <a:solidFill>
                  <a:srgbClr val="384652"/>
                </a:solidFill>
                <a:latin typeface="Roboto"/>
                <a:cs typeface="Roboto"/>
              </a:rPr>
              <a:t>Shadab Abbas</a:t>
            </a:r>
            <a:endParaRPr sz="1800">
              <a:latin typeface="Roboto"/>
              <a:cs typeface="Roboto"/>
            </a:endParaRPr>
          </a:p>
          <a:p>
            <a:pPr marL="337185">
              <a:lnSpc>
                <a:spcPct val="100000"/>
              </a:lnSpc>
              <a:spcBef>
                <a:spcPts val="545"/>
              </a:spcBef>
            </a:pPr>
            <a:r>
              <a:rPr sz="1800" b="1" dirty="0">
                <a:solidFill>
                  <a:srgbClr val="384652"/>
                </a:solidFill>
                <a:latin typeface="Roboto"/>
                <a:cs typeface="Roboto"/>
              </a:rPr>
              <a:t>Siva</a:t>
            </a:r>
            <a:r>
              <a:rPr sz="1800" b="1" spc="-25" dirty="0">
                <a:solidFill>
                  <a:srgbClr val="384652"/>
                </a:solidFill>
                <a:latin typeface="Roboto"/>
                <a:cs typeface="Roboto"/>
              </a:rPr>
              <a:t> </a:t>
            </a:r>
            <a:r>
              <a:rPr sz="1800" b="1" dirty="0">
                <a:solidFill>
                  <a:srgbClr val="384652"/>
                </a:solidFill>
                <a:latin typeface="Roboto"/>
                <a:cs typeface="Roboto"/>
              </a:rPr>
              <a:t>Kumar</a:t>
            </a:r>
            <a:r>
              <a:rPr sz="1800" b="1" spc="-15" dirty="0">
                <a:solidFill>
                  <a:srgbClr val="384652"/>
                </a:solidFill>
                <a:latin typeface="Roboto"/>
                <a:cs typeface="Roboto"/>
              </a:rPr>
              <a:t> </a:t>
            </a:r>
            <a:r>
              <a:rPr sz="1800" b="1" spc="-50" dirty="0">
                <a:solidFill>
                  <a:srgbClr val="384652"/>
                </a:solidFill>
                <a:latin typeface="Roboto"/>
                <a:cs typeface="Roboto"/>
              </a:rPr>
              <a:t>N</a:t>
            </a:r>
            <a:endParaRPr sz="1800">
              <a:latin typeface="Roboto"/>
              <a:cs typeface="Roboto"/>
            </a:endParaRPr>
          </a:p>
          <a:p>
            <a:pPr>
              <a:lnSpc>
                <a:spcPct val="100000"/>
              </a:lnSpc>
              <a:spcBef>
                <a:spcPts val="890"/>
              </a:spcBef>
            </a:pPr>
            <a:endParaRPr sz="1800">
              <a:latin typeface="Roboto"/>
              <a:cs typeface="Roboto"/>
            </a:endParaRPr>
          </a:p>
          <a:p>
            <a:pPr marL="12700">
              <a:lnSpc>
                <a:spcPct val="100000"/>
              </a:lnSpc>
              <a:spcBef>
                <a:spcPts val="5"/>
              </a:spcBef>
            </a:pPr>
            <a:r>
              <a:rPr sz="1550" b="1" dirty="0">
                <a:solidFill>
                  <a:srgbClr val="384652"/>
                </a:solidFill>
                <a:latin typeface="Roboto"/>
                <a:cs typeface="Roboto"/>
              </a:rPr>
              <a:t>Krupanidhi</a:t>
            </a:r>
            <a:r>
              <a:rPr sz="1550" b="1" spc="90" dirty="0">
                <a:solidFill>
                  <a:srgbClr val="384652"/>
                </a:solidFill>
                <a:latin typeface="Roboto"/>
                <a:cs typeface="Roboto"/>
              </a:rPr>
              <a:t> </a:t>
            </a:r>
            <a:r>
              <a:rPr sz="1550" b="1" dirty="0">
                <a:solidFill>
                  <a:srgbClr val="384652"/>
                </a:solidFill>
                <a:latin typeface="Roboto"/>
                <a:cs typeface="Roboto"/>
              </a:rPr>
              <a:t>College</a:t>
            </a:r>
            <a:r>
              <a:rPr sz="1550" b="1" spc="155" dirty="0">
                <a:solidFill>
                  <a:srgbClr val="384652"/>
                </a:solidFill>
                <a:latin typeface="Roboto"/>
                <a:cs typeface="Roboto"/>
              </a:rPr>
              <a:t> </a:t>
            </a:r>
            <a:r>
              <a:rPr sz="1550" b="1" dirty="0">
                <a:solidFill>
                  <a:srgbClr val="384652"/>
                </a:solidFill>
                <a:latin typeface="Roboto"/>
                <a:cs typeface="Roboto"/>
              </a:rPr>
              <a:t>of</a:t>
            </a:r>
            <a:r>
              <a:rPr sz="1550" b="1" spc="135" dirty="0">
                <a:solidFill>
                  <a:srgbClr val="384652"/>
                </a:solidFill>
                <a:latin typeface="Roboto"/>
                <a:cs typeface="Roboto"/>
              </a:rPr>
              <a:t> </a:t>
            </a:r>
            <a:r>
              <a:rPr sz="1550" b="1" dirty="0">
                <a:solidFill>
                  <a:srgbClr val="384652"/>
                </a:solidFill>
                <a:latin typeface="Roboto"/>
                <a:cs typeface="Roboto"/>
              </a:rPr>
              <a:t>Pharmacy,</a:t>
            </a:r>
            <a:r>
              <a:rPr sz="1550" b="1" spc="170" dirty="0">
                <a:solidFill>
                  <a:srgbClr val="384652"/>
                </a:solidFill>
                <a:latin typeface="Roboto"/>
                <a:cs typeface="Roboto"/>
              </a:rPr>
              <a:t> </a:t>
            </a:r>
            <a:r>
              <a:rPr sz="1550" b="1" dirty="0">
                <a:solidFill>
                  <a:srgbClr val="384652"/>
                </a:solidFill>
                <a:latin typeface="Roboto"/>
                <a:cs typeface="Roboto"/>
              </a:rPr>
              <a:t>Rajiv</a:t>
            </a:r>
            <a:r>
              <a:rPr sz="1550" b="1" spc="125" dirty="0">
                <a:solidFill>
                  <a:srgbClr val="384652"/>
                </a:solidFill>
                <a:latin typeface="Roboto"/>
                <a:cs typeface="Roboto"/>
              </a:rPr>
              <a:t> </a:t>
            </a:r>
            <a:r>
              <a:rPr sz="1550" b="1" dirty="0">
                <a:solidFill>
                  <a:srgbClr val="384652"/>
                </a:solidFill>
                <a:latin typeface="Roboto"/>
                <a:cs typeface="Roboto"/>
              </a:rPr>
              <a:t>Gandhi</a:t>
            </a:r>
            <a:r>
              <a:rPr sz="1550" b="1" spc="135" dirty="0">
                <a:solidFill>
                  <a:srgbClr val="384652"/>
                </a:solidFill>
                <a:latin typeface="Roboto"/>
                <a:cs typeface="Roboto"/>
              </a:rPr>
              <a:t> </a:t>
            </a:r>
            <a:r>
              <a:rPr sz="1550" b="1" dirty="0">
                <a:solidFill>
                  <a:srgbClr val="384652"/>
                </a:solidFill>
                <a:latin typeface="Roboto"/>
                <a:cs typeface="Roboto"/>
              </a:rPr>
              <a:t>University</a:t>
            </a:r>
            <a:r>
              <a:rPr sz="1550" b="1" spc="135" dirty="0">
                <a:solidFill>
                  <a:srgbClr val="384652"/>
                </a:solidFill>
                <a:latin typeface="Roboto"/>
                <a:cs typeface="Roboto"/>
              </a:rPr>
              <a:t> </a:t>
            </a:r>
            <a:r>
              <a:rPr sz="1550" b="1" dirty="0">
                <a:solidFill>
                  <a:srgbClr val="384652"/>
                </a:solidFill>
                <a:latin typeface="Roboto"/>
                <a:cs typeface="Roboto"/>
              </a:rPr>
              <a:t>of</a:t>
            </a:r>
            <a:r>
              <a:rPr sz="1550" b="1" spc="135" dirty="0">
                <a:solidFill>
                  <a:srgbClr val="384652"/>
                </a:solidFill>
                <a:latin typeface="Roboto"/>
                <a:cs typeface="Roboto"/>
              </a:rPr>
              <a:t> </a:t>
            </a:r>
            <a:r>
              <a:rPr sz="1550" b="1" dirty="0">
                <a:solidFill>
                  <a:srgbClr val="384652"/>
                </a:solidFill>
                <a:latin typeface="Roboto"/>
                <a:cs typeface="Roboto"/>
              </a:rPr>
              <a:t>Health</a:t>
            </a:r>
            <a:r>
              <a:rPr sz="1550" b="1" spc="114" dirty="0">
                <a:solidFill>
                  <a:srgbClr val="384652"/>
                </a:solidFill>
                <a:latin typeface="Roboto"/>
                <a:cs typeface="Roboto"/>
              </a:rPr>
              <a:t> </a:t>
            </a:r>
            <a:r>
              <a:rPr sz="1550" b="1" spc="-10" dirty="0">
                <a:solidFill>
                  <a:srgbClr val="384652"/>
                </a:solidFill>
                <a:latin typeface="Roboto"/>
                <a:cs typeface="Roboto"/>
              </a:rPr>
              <a:t>Sciences</a:t>
            </a:r>
            <a:endParaRPr sz="1550">
              <a:latin typeface="Roboto"/>
              <a:cs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1225" y="1289240"/>
            <a:ext cx="3068320" cy="3705502"/>
          </a:xfrm>
          <a:prstGeom prst="rect">
            <a:avLst/>
          </a:prstGeom>
        </p:spPr>
        <p:txBody>
          <a:bodyPr vert="horz" wrap="square" lIns="0" tIns="47625" rIns="0" bIns="0" rtlCol="0">
            <a:spAutoFit/>
          </a:bodyPr>
          <a:lstStyle/>
          <a:p>
            <a:pPr marL="298450" indent="-285750">
              <a:lnSpc>
                <a:spcPct val="100000"/>
              </a:lnSpc>
              <a:spcBef>
                <a:spcPts val="375"/>
              </a:spcBef>
              <a:buFont typeface="Arial MT"/>
              <a:buChar char="•"/>
              <a:tabLst>
                <a:tab pos="298450" algn="l"/>
              </a:tabLst>
            </a:pPr>
            <a:r>
              <a:rPr sz="2400" spc="-10" dirty="0">
                <a:latin typeface="Times New Roman"/>
                <a:cs typeface="Times New Roman"/>
              </a:rPr>
              <a:t>Introduction</a:t>
            </a:r>
            <a:endParaRPr sz="2400" dirty="0">
              <a:latin typeface="Times New Roman"/>
              <a:cs typeface="Times New Roman"/>
            </a:endParaRPr>
          </a:p>
          <a:p>
            <a:pPr marL="298450" indent="-285750">
              <a:lnSpc>
                <a:spcPct val="100000"/>
              </a:lnSpc>
              <a:spcBef>
                <a:spcPts val="275"/>
              </a:spcBef>
              <a:buFont typeface="Arial MT"/>
              <a:buChar char="•"/>
              <a:tabLst>
                <a:tab pos="298450" algn="l"/>
              </a:tabLst>
            </a:pPr>
            <a:r>
              <a:rPr sz="2400" dirty="0">
                <a:latin typeface="Times New Roman"/>
                <a:cs typeface="Times New Roman"/>
              </a:rPr>
              <a:t>Need</a:t>
            </a:r>
            <a:r>
              <a:rPr sz="2400" spc="-30"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the </a:t>
            </a:r>
            <a:r>
              <a:rPr sz="2400" spc="-10" dirty="0">
                <a:latin typeface="Times New Roman"/>
                <a:cs typeface="Times New Roman"/>
              </a:rPr>
              <a:t>study</a:t>
            </a:r>
            <a:endParaRPr sz="2400" dirty="0">
              <a:latin typeface="Times New Roman"/>
              <a:cs typeface="Times New Roman"/>
            </a:endParaRPr>
          </a:p>
          <a:p>
            <a:pPr marL="298450" indent="-285750">
              <a:lnSpc>
                <a:spcPct val="100000"/>
              </a:lnSpc>
              <a:spcBef>
                <a:spcPts val="350"/>
              </a:spcBef>
              <a:buFont typeface="Arial MT"/>
              <a:buChar char="•"/>
              <a:tabLst>
                <a:tab pos="298450" algn="l"/>
              </a:tabLst>
            </a:pPr>
            <a:r>
              <a:rPr sz="2400" dirty="0">
                <a:latin typeface="Times New Roman"/>
                <a:cs typeface="Times New Roman"/>
              </a:rPr>
              <a:t>Review</a:t>
            </a:r>
            <a:r>
              <a:rPr sz="2400" spc="-30" dirty="0">
                <a:latin typeface="Times New Roman"/>
                <a:cs typeface="Times New Roman"/>
              </a:rPr>
              <a:t> </a:t>
            </a:r>
            <a:r>
              <a:rPr sz="2400" dirty="0">
                <a:latin typeface="Times New Roman"/>
                <a:cs typeface="Times New Roman"/>
              </a:rPr>
              <a:t>of</a:t>
            </a:r>
            <a:r>
              <a:rPr sz="2400" spc="-10" dirty="0">
                <a:latin typeface="Times New Roman"/>
                <a:cs typeface="Times New Roman"/>
              </a:rPr>
              <a:t> literature</a:t>
            </a:r>
            <a:endParaRPr sz="2400" dirty="0">
              <a:latin typeface="Times New Roman"/>
              <a:cs typeface="Times New Roman"/>
            </a:endParaRPr>
          </a:p>
          <a:p>
            <a:pPr marL="298450" indent="-285750">
              <a:lnSpc>
                <a:spcPct val="100000"/>
              </a:lnSpc>
              <a:spcBef>
                <a:spcPts val="270"/>
              </a:spcBef>
              <a:buFont typeface="Arial MT"/>
              <a:buChar char="•"/>
              <a:tabLst>
                <a:tab pos="298450" algn="l"/>
              </a:tabLst>
            </a:pPr>
            <a:r>
              <a:rPr sz="2400" spc="-25" dirty="0">
                <a:latin typeface="Times New Roman"/>
                <a:cs typeface="Times New Roman"/>
              </a:rPr>
              <a:t>Aim</a:t>
            </a:r>
            <a:endParaRPr sz="2400" dirty="0">
              <a:latin typeface="Times New Roman"/>
              <a:cs typeface="Times New Roman"/>
            </a:endParaRPr>
          </a:p>
          <a:p>
            <a:pPr marL="298450" indent="-285750">
              <a:lnSpc>
                <a:spcPct val="100000"/>
              </a:lnSpc>
              <a:spcBef>
                <a:spcPts val="275"/>
              </a:spcBef>
              <a:buFont typeface="Arial MT"/>
              <a:buChar char="•"/>
              <a:tabLst>
                <a:tab pos="298450" algn="l"/>
              </a:tabLst>
            </a:pPr>
            <a:r>
              <a:rPr lang="en-US" sz="2400" spc="-10">
                <a:latin typeface="Times New Roman"/>
                <a:cs typeface="Times New Roman"/>
              </a:rPr>
              <a:t>Objectives</a:t>
            </a:r>
            <a:endParaRPr sz="2400" dirty="0">
              <a:latin typeface="Times New Roman"/>
              <a:cs typeface="Times New Roman"/>
            </a:endParaRPr>
          </a:p>
          <a:p>
            <a:pPr marL="298450" indent="-285750">
              <a:lnSpc>
                <a:spcPct val="100000"/>
              </a:lnSpc>
              <a:spcBef>
                <a:spcPts val="350"/>
              </a:spcBef>
              <a:buFont typeface="Arial MT"/>
              <a:buChar char="•"/>
              <a:tabLst>
                <a:tab pos="298450" algn="l"/>
              </a:tabLst>
            </a:pPr>
            <a:r>
              <a:rPr sz="2400" spc="-10" dirty="0">
                <a:latin typeface="Times New Roman"/>
                <a:cs typeface="Times New Roman"/>
              </a:rPr>
              <a:t>Methodology</a:t>
            </a:r>
            <a:endParaRPr sz="2400" dirty="0">
              <a:latin typeface="Times New Roman"/>
              <a:cs typeface="Times New Roman"/>
            </a:endParaRPr>
          </a:p>
          <a:p>
            <a:pPr marL="298450" indent="-285750">
              <a:lnSpc>
                <a:spcPct val="100000"/>
              </a:lnSpc>
              <a:spcBef>
                <a:spcPts val="275"/>
              </a:spcBef>
              <a:buFont typeface="Arial MT"/>
              <a:buChar char="•"/>
              <a:tabLst>
                <a:tab pos="298450" algn="l"/>
              </a:tabLst>
            </a:pPr>
            <a:r>
              <a:rPr sz="2400" dirty="0">
                <a:latin typeface="Times New Roman"/>
                <a:cs typeface="Times New Roman"/>
              </a:rPr>
              <a:t>Results</a:t>
            </a:r>
            <a:r>
              <a:rPr sz="2400" spc="-4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discussion</a:t>
            </a:r>
            <a:endParaRPr sz="2400" dirty="0">
              <a:latin typeface="Times New Roman"/>
              <a:cs typeface="Times New Roman"/>
            </a:endParaRPr>
          </a:p>
          <a:p>
            <a:pPr marL="298450" indent="-285750">
              <a:lnSpc>
                <a:spcPct val="100000"/>
              </a:lnSpc>
              <a:spcBef>
                <a:spcPts val="275"/>
              </a:spcBef>
              <a:buFont typeface="Arial MT"/>
              <a:buChar char="•"/>
              <a:tabLst>
                <a:tab pos="298450" algn="l"/>
              </a:tabLst>
            </a:pPr>
            <a:r>
              <a:rPr sz="2400" spc="-10" dirty="0">
                <a:latin typeface="Times New Roman"/>
                <a:cs typeface="Times New Roman"/>
              </a:rPr>
              <a:t>Conclusion</a:t>
            </a:r>
            <a:endParaRPr sz="2400" dirty="0">
              <a:latin typeface="Times New Roman"/>
              <a:cs typeface="Times New Roman"/>
            </a:endParaRPr>
          </a:p>
          <a:p>
            <a:pPr marL="298450" indent="-285750">
              <a:lnSpc>
                <a:spcPct val="100000"/>
              </a:lnSpc>
              <a:spcBef>
                <a:spcPts val="275"/>
              </a:spcBef>
              <a:buFont typeface="Arial MT"/>
              <a:buChar char="•"/>
              <a:tabLst>
                <a:tab pos="298450" algn="l"/>
              </a:tabLst>
            </a:pPr>
            <a:r>
              <a:rPr sz="2400" spc="-10" dirty="0">
                <a:latin typeface="Times New Roman"/>
                <a:cs typeface="Times New Roman"/>
              </a:rPr>
              <a:t>References</a:t>
            </a:r>
            <a:endParaRPr sz="2400" dirty="0">
              <a:latin typeface="Times New Roman"/>
              <a:cs typeface="Times New Roman"/>
            </a:endParaRPr>
          </a:p>
        </p:txBody>
      </p:sp>
      <p:grpSp>
        <p:nvGrpSpPr>
          <p:cNvPr id="3" name="object 3"/>
          <p:cNvGrpSpPr/>
          <p:nvPr/>
        </p:nvGrpSpPr>
        <p:grpSpPr>
          <a:xfrm>
            <a:off x="2563241" y="134365"/>
            <a:ext cx="6798945" cy="760095"/>
            <a:chOff x="2563241" y="134365"/>
            <a:chExt cx="6798945" cy="760095"/>
          </a:xfrm>
        </p:grpSpPr>
        <p:sp>
          <p:nvSpPr>
            <p:cNvPr id="4" name="object 4"/>
            <p:cNvSpPr/>
            <p:nvPr/>
          </p:nvSpPr>
          <p:spPr>
            <a:xfrm>
              <a:off x="2567051" y="138175"/>
              <a:ext cx="6791325" cy="752475"/>
            </a:xfrm>
            <a:custGeom>
              <a:avLst/>
              <a:gdLst/>
              <a:ahLst/>
              <a:cxnLst/>
              <a:rect l="l" t="t" r="r" b="b"/>
              <a:pathLst>
                <a:path w="6791325" h="752475">
                  <a:moveTo>
                    <a:pt x="6449568" y="0"/>
                  </a:moveTo>
                  <a:lnTo>
                    <a:pt x="341630" y="0"/>
                  </a:lnTo>
                  <a:lnTo>
                    <a:pt x="295263" y="3117"/>
                  </a:lnTo>
                  <a:lnTo>
                    <a:pt x="250795" y="12200"/>
                  </a:lnTo>
                  <a:lnTo>
                    <a:pt x="208633" y="26840"/>
                  </a:lnTo>
                  <a:lnTo>
                    <a:pt x="169182" y="46632"/>
                  </a:lnTo>
                  <a:lnTo>
                    <a:pt x="132850" y="71169"/>
                  </a:lnTo>
                  <a:lnTo>
                    <a:pt x="100044" y="100044"/>
                  </a:lnTo>
                  <a:lnTo>
                    <a:pt x="71169" y="132850"/>
                  </a:lnTo>
                  <a:lnTo>
                    <a:pt x="46632" y="169182"/>
                  </a:lnTo>
                  <a:lnTo>
                    <a:pt x="26840" y="208633"/>
                  </a:lnTo>
                  <a:lnTo>
                    <a:pt x="12200" y="250795"/>
                  </a:lnTo>
                  <a:lnTo>
                    <a:pt x="3117" y="295263"/>
                  </a:lnTo>
                  <a:lnTo>
                    <a:pt x="0" y="341629"/>
                  </a:lnTo>
                  <a:lnTo>
                    <a:pt x="0" y="410718"/>
                  </a:lnTo>
                  <a:lnTo>
                    <a:pt x="3117" y="457087"/>
                  </a:lnTo>
                  <a:lnTo>
                    <a:pt x="12200" y="501561"/>
                  </a:lnTo>
                  <a:lnTo>
                    <a:pt x="26840" y="543734"/>
                  </a:lnTo>
                  <a:lnTo>
                    <a:pt x="46632" y="583198"/>
                  </a:lnTo>
                  <a:lnTo>
                    <a:pt x="71169" y="619544"/>
                  </a:lnTo>
                  <a:lnTo>
                    <a:pt x="100044" y="652367"/>
                  </a:lnTo>
                  <a:lnTo>
                    <a:pt x="132850" y="681257"/>
                  </a:lnTo>
                  <a:lnTo>
                    <a:pt x="169182" y="705809"/>
                  </a:lnTo>
                  <a:lnTo>
                    <a:pt x="208633" y="725614"/>
                  </a:lnTo>
                  <a:lnTo>
                    <a:pt x="250795" y="740265"/>
                  </a:lnTo>
                  <a:lnTo>
                    <a:pt x="295263" y="749354"/>
                  </a:lnTo>
                  <a:lnTo>
                    <a:pt x="341630" y="752475"/>
                  </a:lnTo>
                  <a:lnTo>
                    <a:pt x="6449568" y="752475"/>
                  </a:lnTo>
                  <a:lnTo>
                    <a:pt x="6495937" y="749354"/>
                  </a:lnTo>
                  <a:lnTo>
                    <a:pt x="6540411" y="740265"/>
                  </a:lnTo>
                  <a:lnTo>
                    <a:pt x="6582584" y="725614"/>
                  </a:lnTo>
                  <a:lnTo>
                    <a:pt x="6622048" y="705809"/>
                  </a:lnTo>
                  <a:lnTo>
                    <a:pt x="6658394" y="681257"/>
                  </a:lnTo>
                  <a:lnTo>
                    <a:pt x="6691217" y="652367"/>
                  </a:lnTo>
                  <a:lnTo>
                    <a:pt x="6720107" y="619544"/>
                  </a:lnTo>
                  <a:lnTo>
                    <a:pt x="6744659" y="583198"/>
                  </a:lnTo>
                  <a:lnTo>
                    <a:pt x="6764464" y="543734"/>
                  </a:lnTo>
                  <a:lnTo>
                    <a:pt x="6779115" y="501561"/>
                  </a:lnTo>
                  <a:lnTo>
                    <a:pt x="6788204" y="457087"/>
                  </a:lnTo>
                  <a:lnTo>
                    <a:pt x="6791325" y="410718"/>
                  </a:lnTo>
                  <a:lnTo>
                    <a:pt x="6791325" y="341629"/>
                  </a:lnTo>
                  <a:lnTo>
                    <a:pt x="6788204" y="295263"/>
                  </a:lnTo>
                  <a:lnTo>
                    <a:pt x="6779115" y="250795"/>
                  </a:lnTo>
                  <a:lnTo>
                    <a:pt x="6764464" y="208633"/>
                  </a:lnTo>
                  <a:lnTo>
                    <a:pt x="6744659" y="169182"/>
                  </a:lnTo>
                  <a:lnTo>
                    <a:pt x="6720107" y="132850"/>
                  </a:lnTo>
                  <a:lnTo>
                    <a:pt x="6691217" y="100044"/>
                  </a:lnTo>
                  <a:lnTo>
                    <a:pt x="6658394" y="71169"/>
                  </a:lnTo>
                  <a:lnTo>
                    <a:pt x="6622048" y="46632"/>
                  </a:lnTo>
                  <a:lnTo>
                    <a:pt x="6582584" y="26840"/>
                  </a:lnTo>
                  <a:lnTo>
                    <a:pt x="6540411" y="12200"/>
                  </a:lnTo>
                  <a:lnTo>
                    <a:pt x="6495937" y="3117"/>
                  </a:lnTo>
                  <a:lnTo>
                    <a:pt x="6449568" y="0"/>
                  </a:lnTo>
                  <a:close/>
                </a:path>
              </a:pathLst>
            </a:custGeom>
            <a:solidFill>
              <a:srgbClr val="C1E4F5"/>
            </a:solidFill>
          </p:spPr>
          <p:txBody>
            <a:bodyPr wrap="square" lIns="0" tIns="0" rIns="0" bIns="0" rtlCol="0"/>
            <a:lstStyle/>
            <a:p>
              <a:endParaRPr/>
            </a:p>
          </p:txBody>
        </p:sp>
        <p:sp>
          <p:nvSpPr>
            <p:cNvPr id="5" name="object 5"/>
            <p:cNvSpPr/>
            <p:nvPr/>
          </p:nvSpPr>
          <p:spPr>
            <a:xfrm>
              <a:off x="2567051" y="138175"/>
              <a:ext cx="6791325" cy="752475"/>
            </a:xfrm>
            <a:custGeom>
              <a:avLst/>
              <a:gdLst/>
              <a:ahLst/>
              <a:cxnLst/>
              <a:rect l="l" t="t" r="r" b="b"/>
              <a:pathLst>
                <a:path w="6791325" h="752475">
                  <a:moveTo>
                    <a:pt x="0" y="341629"/>
                  </a:moveTo>
                  <a:lnTo>
                    <a:pt x="3117" y="295263"/>
                  </a:lnTo>
                  <a:lnTo>
                    <a:pt x="12200" y="250795"/>
                  </a:lnTo>
                  <a:lnTo>
                    <a:pt x="26840" y="208633"/>
                  </a:lnTo>
                  <a:lnTo>
                    <a:pt x="46632" y="169182"/>
                  </a:lnTo>
                  <a:lnTo>
                    <a:pt x="71169" y="132850"/>
                  </a:lnTo>
                  <a:lnTo>
                    <a:pt x="100044" y="100044"/>
                  </a:lnTo>
                  <a:lnTo>
                    <a:pt x="132850" y="71169"/>
                  </a:lnTo>
                  <a:lnTo>
                    <a:pt x="169182" y="46632"/>
                  </a:lnTo>
                  <a:lnTo>
                    <a:pt x="208633" y="26840"/>
                  </a:lnTo>
                  <a:lnTo>
                    <a:pt x="250795" y="12200"/>
                  </a:lnTo>
                  <a:lnTo>
                    <a:pt x="295263" y="3117"/>
                  </a:lnTo>
                  <a:lnTo>
                    <a:pt x="341630" y="0"/>
                  </a:lnTo>
                  <a:lnTo>
                    <a:pt x="6449568" y="0"/>
                  </a:lnTo>
                  <a:lnTo>
                    <a:pt x="6495937" y="3117"/>
                  </a:lnTo>
                  <a:lnTo>
                    <a:pt x="6540411" y="12200"/>
                  </a:lnTo>
                  <a:lnTo>
                    <a:pt x="6582584" y="26840"/>
                  </a:lnTo>
                  <a:lnTo>
                    <a:pt x="6622048" y="46632"/>
                  </a:lnTo>
                  <a:lnTo>
                    <a:pt x="6658394" y="71169"/>
                  </a:lnTo>
                  <a:lnTo>
                    <a:pt x="6691217" y="100044"/>
                  </a:lnTo>
                  <a:lnTo>
                    <a:pt x="6720107" y="132850"/>
                  </a:lnTo>
                  <a:lnTo>
                    <a:pt x="6744659" y="169182"/>
                  </a:lnTo>
                  <a:lnTo>
                    <a:pt x="6764464" y="208633"/>
                  </a:lnTo>
                  <a:lnTo>
                    <a:pt x="6779115" y="250795"/>
                  </a:lnTo>
                  <a:lnTo>
                    <a:pt x="6788204" y="295263"/>
                  </a:lnTo>
                  <a:lnTo>
                    <a:pt x="6791325" y="341629"/>
                  </a:lnTo>
                  <a:lnTo>
                    <a:pt x="6791325" y="410718"/>
                  </a:lnTo>
                  <a:lnTo>
                    <a:pt x="6788204" y="457087"/>
                  </a:lnTo>
                  <a:lnTo>
                    <a:pt x="6779115" y="501561"/>
                  </a:lnTo>
                  <a:lnTo>
                    <a:pt x="6764464" y="543734"/>
                  </a:lnTo>
                  <a:lnTo>
                    <a:pt x="6744659" y="583198"/>
                  </a:lnTo>
                  <a:lnTo>
                    <a:pt x="6720107" y="619544"/>
                  </a:lnTo>
                  <a:lnTo>
                    <a:pt x="6691217" y="652367"/>
                  </a:lnTo>
                  <a:lnTo>
                    <a:pt x="6658394" y="681257"/>
                  </a:lnTo>
                  <a:lnTo>
                    <a:pt x="6622048" y="705809"/>
                  </a:lnTo>
                  <a:lnTo>
                    <a:pt x="6582584" y="725614"/>
                  </a:lnTo>
                  <a:lnTo>
                    <a:pt x="6540411" y="740265"/>
                  </a:lnTo>
                  <a:lnTo>
                    <a:pt x="6495937" y="749354"/>
                  </a:lnTo>
                  <a:lnTo>
                    <a:pt x="6449568" y="752475"/>
                  </a:lnTo>
                  <a:lnTo>
                    <a:pt x="341630" y="752475"/>
                  </a:lnTo>
                  <a:lnTo>
                    <a:pt x="295263" y="749354"/>
                  </a:lnTo>
                  <a:lnTo>
                    <a:pt x="250795" y="740265"/>
                  </a:lnTo>
                  <a:lnTo>
                    <a:pt x="208633" y="725614"/>
                  </a:lnTo>
                  <a:lnTo>
                    <a:pt x="169182" y="705809"/>
                  </a:lnTo>
                  <a:lnTo>
                    <a:pt x="132850" y="681257"/>
                  </a:lnTo>
                  <a:lnTo>
                    <a:pt x="100044" y="652367"/>
                  </a:lnTo>
                  <a:lnTo>
                    <a:pt x="71169" y="619544"/>
                  </a:lnTo>
                  <a:lnTo>
                    <a:pt x="46632" y="583198"/>
                  </a:lnTo>
                  <a:lnTo>
                    <a:pt x="26840" y="543734"/>
                  </a:lnTo>
                  <a:lnTo>
                    <a:pt x="12200" y="501561"/>
                  </a:lnTo>
                  <a:lnTo>
                    <a:pt x="3117" y="457087"/>
                  </a:lnTo>
                  <a:lnTo>
                    <a:pt x="0" y="410718"/>
                  </a:lnTo>
                  <a:lnTo>
                    <a:pt x="0" y="341629"/>
                  </a:lnTo>
                  <a:close/>
                </a:path>
              </a:pathLst>
            </a:custGeom>
            <a:ln w="7620">
              <a:solidFill>
                <a:srgbClr val="BED2D7"/>
              </a:solidFill>
            </a:ln>
          </p:spPr>
          <p:txBody>
            <a:bodyPr wrap="square" lIns="0" tIns="0" rIns="0" bIns="0" rtlCol="0"/>
            <a:lstStyle/>
            <a:p>
              <a:endParaRPr/>
            </a:p>
          </p:txBody>
        </p:sp>
      </p:grpSp>
      <p:sp>
        <p:nvSpPr>
          <p:cNvPr id="6" name="object 6"/>
          <p:cNvSpPr txBox="1">
            <a:spLocks noGrp="1"/>
          </p:cNvSpPr>
          <p:nvPr>
            <p:ph type="title"/>
          </p:nvPr>
        </p:nvSpPr>
        <p:spPr>
          <a:xfrm>
            <a:off x="3422650" y="240918"/>
            <a:ext cx="4907280" cy="575310"/>
          </a:xfrm>
          <a:prstGeom prst="rect">
            <a:avLst/>
          </a:prstGeom>
        </p:spPr>
        <p:txBody>
          <a:bodyPr vert="horz" wrap="square" lIns="0" tIns="13335" rIns="0" bIns="0" rtlCol="0">
            <a:spAutoFit/>
          </a:bodyPr>
          <a:lstStyle/>
          <a:p>
            <a:pPr marL="12700">
              <a:lnSpc>
                <a:spcPct val="100000"/>
              </a:lnSpc>
              <a:spcBef>
                <a:spcPts val="105"/>
              </a:spcBef>
            </a:pPr>
            <a:r>
              <a:rPr sz="3600" spc="-10" dirty="0"/>
              <a:t>TABLE</a:t>
            </a:r>
            <a:r>
              <a:rPr sz="3600" spc="-130" dirty="0"/>
              <a:t> </a:t>
            </a:r>
            <a:r>
              <a:rPr sz="3600" dirty="0"/>
              <a:t>OF</a:t>
            </a:r>
            <a:r>
              <a:rPr sz="3600" spc="-210" dirty="0"/>
              <a:t> </a:t>
            </a:r>
            <a:r>
              <a:rPr sz="3600" spc="-10" dirty="0"/>
              <a:t>CONTENTS</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29375" y="0"/>
            <a:ext cx="5762625" cy="6858000"/>
          </a:xfrm>
          <a:prstGeom prst="rect">
            <a:avLst/>
          </a:prstGeom>
        </p:spPr>
      </p:pic>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4400" b="0" spc="-10" dirty="0">
                <a:latin typeface="Calibri"/>
                <a:cs typeface="Calibri"/>
              </a:rPr>
              <a:t>INTRODUCTION</a:t>
            </a:r>
            <a:endParaRPr sz="4400">
              <a:latin typeface="Calibri"/>
              <a:cs typeface="Calibri"/>
            </a:endParaRPr>
          </a:p>
        </p:txBody>
      </p:sp>
      <p:sp>
        <p:nvSpPr>
          <p:cNvPr id="4" name="object 4"/>
          <p:cNvSpPr txBox="1"/>
          <p:nvPr/>
        </p:nvSpPr>
        <p:spPr>
          <a:xfrm>
            <a:off x="536257" y="875093"/>
            <a:ext cx="5467985" cy="4565650"/>
          </a:xfrm>
          <a:prstGeom prst="rect">
            <a:avLst/>
          </a:prstGeom>
        </p:spPr>
        <p:txBody>
          <a:bodyPr vert="horz" wrap="square" lIns="0" tIns="12700" rIns="0" bIns="0" rtlCol="0">
            <a:spAutoFit/>
          </a:bodyPr>
          <a:lstStyle/>
          <a:p>
            <a:pPr marL="355600" marR="5080" indent="-343535">
              <a:lnSpc>
                <a:spcPct val="153000"/>
              </a:lnSpc>
              <a:spcBef>
                <a:spcPts val="100"/>
              </a:spcBef>
              <a:buFont typeface="Arial MT"/>
              <a:buChar char="•"/>
              <a:tabLst>
                <a:tab pos="355600" algn="l"/>
              </a:tabLst>
            </a:pPr>
            <a:r>
              <a:rPr sz="1800" dirty="0">
                <a:latin typeface="Calibri"/>
                <a:cs typeface="Calibri"/>
              </a:rPr>
              <a:t>Antibiotics</a:t>
            </a:r>
            <a:r>
              <a:rPr sz="1800" spc="-40" dirty="0">
                <a:latin typeface="Calibri"/>
                <a:cs typeface="Calibri"/>
              </a:rPr>
              <a:t> </a:t>
            </a:r>
            <a:r>
              <a:rPr sz="1800" dirty="0">
                <a:latin typeface="Calibri"/>
                <a:cs typeface="Calibri"/>
              </a:rPr>
              <a:t>are</a:t>
            </a:r>
            <a:r>
              <a:rPr sz="1800" spc="-80" dirty="0">
                <a:latin typeface="Calibri"/>
                <a:cs typeface="Calibri"/>
              </a:rPr>
              <a:t> </a:t>
            </a:r>
            <a:r>
              <a:rPr sz="1800" dirty="0">
                <a:latin typeface="Calibri"/>
                <a:cs typeface="Calibri"/>
              </a:rPr>
              <a:t>crucial</a:t>
            </a:r>
            <a:r>
              <a:rPr sz="1800" spc="-45" dirty="0">
                <a:latin typeface="Calibri"/>
                <a:cs typeface="Calibri"/>
              </a:rPr>
              <a:t> </a:t>
            </a:r>
            <a:r>
              <a:rPr sz="1800" dirty="0">
                <a:latin typeface="Calibri"/>
                <a:cs typeface="Calibri"/>
              </a:rPr>
              <a:t>medicines</a:t>
            </a:r>
            <a:r>
              <a:rPr sz="1800" spc="-40" dirty="0">
                <a:latin typeface="Calibri"/>
                <a:cs typeface="Calibri"/>
              </a:rPr>
              <a:t> </a:t>
            </a:r>
            <a:r>
              <a:rPr sz="1800" dirty="0">
                <a:latin typeface="Calibri"/>
                <a:cs typeface="Calibri"/>
              </a:rPr>
              <a:t>used</a:t>
            </a:r>
            <a:r>
              <a:rPr sz="1800" spc="-55" dirty="0">
                <a:latin typeface="Calibri"/>
                <a:cs typeface="Calibri"/>
              </a:rPr>
              <a:t> </a:t>
            </a:r>
            <a:r>
              <a:rPr sz="1800" dirty="0">
                <a:latin typeface="Calibri"/>
                <a:cs typeface="Calibri"/>
              </a:rPr>
              <a:t>to</a:t>
            </a:r>
            <a:r>
              <a:rPr sz="1800" spc="-60" dirty="0">
                <a:latin typeface="Calibri"/>
                <a:cs typeface="Calibri"/>
              </a:rPr>
              <a:t> </a:t>
            </a:r>
            <a:r>
              <a:rPr sz="1800" dirty="0">
                <a:latin typeface="Calibri"/>
                <a:cs typeface="Calibri"/>
              </a:rPr>
              <a:t>treat</a:t>
            </a:r>
            <a:r>
              <a:rPr sz="1800" spc="-20" dirty="0">
                <a:latin typeface="Calibri"/>
                <a:cs typeface="Calibri"/>
              </a:rPr>
              <a:t> </a:t>
            </a:r>
            <a:r>
              <a:rPr sz="1800" spc="-10" dirty="0">
                <a:latin typeface="Calibri"/>
                <a:cs typeface="Calibri"/>
              </a:rPr>
              <a:t>bacterial </a:t>
            </a:r>
            <a:r>
              <a:rPr sz="1800" dirty="0">
                <a:latin typeface="Calibri"/>
                <a:cs typeface="Calibri"/>
              </a:rPr>
              <a:t>infections</a:t>
            </a:r>
            <a:r>
              <a:rPr sz="1800" spc="-55" dirty="0">
                <a:latin typeface="Calibri"/>
                <a:cs typeface="Calibri"/>
              </a:rPr>
              <a:t> </a:t>
            </a:r>
            <a:r>
              <a:rPr sz="1800" dirty="0">
                <a:latin typeface="Calibri"/>
                <a:cs typeface="Calibri"/>
              </a:rPr>
              <a:t>and</a:t>
            </a:r>
            <a:r>
              <a:rPr sz="1800" spc="-70" dirty="0">
                <a:latin typeface="Calibri"/>
                <a:cs typeface="Calibri"/>
              </a:rPr>
              <a:t> </a:t>
            </a:r>
            <a:r>
              <a:rPr sz="1800" dirty="0">
                <a:latin typeface="Calibri"/>
                <a:cs typeface="Calibri"/>
              </a:rPr>
              <a:t>have</a:t>
            </a:r>
            <a:r>
              <a:rPr sz="1800" spc="-30" dirty="0">
                <a:latin typeface="Calibri"/>
                <a:cs typeface="Calibri"/>
              </a:rPr>
              <a:t> </a:t>
            </a:r>
            <a:r>
              <a:rPr sz="1800" dirty="0">
                <a:latin typeface="Calibri"/>
                <a:cs typeface="Calibri"/>
              </a:rPr>
              <a:t>saved</a:t>
            </a:r>
            <a:r>
              <a:rPr sz="1800" spc="-65" dirty="0">
                <a:latin typeface="Calibri"/>
                <a:cs typeface="Calibri"/>
              </a:rPr>
              <a:t> </a:t>
            </a:r>
            <a:r>
              <a:rPr sz="1800" dirty="0">
                <a:latin typeface="Calibri"/>
                <a:cs typeface="Calibri"/>
              </a:rPr>
              <a:t>millions</a:t>
            </a:r>
            <a:r>
              <a:rPr sz="1800" spc="-50"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lives</a:t>
            </a:r>
            <a:r>
              <a:rPr sz="1800" spc="-55" dirty="0">
                <a:latin typeface="Calibri"/>
                <a:cs typeface="Calibri"/>
              </a:rPr>
              <a:t> </a:t>
            </a:r>
            <a:r>
              <a:rPr sz="1800" spc="-10" dirty="0">
                <a:latin typeface="Calibri"/>
                <a:cs typeface="Calibri"/>
              </a:rPr>
              <a:t>worldwide.</a:t>
            </a:r>
            <a:endParaRPr sz="1800">
              <a:latin typeface="Calibri"/>
              <a:cs typeface="Calibri"/>
            </a:endParaRPr>
          </a:p>
          <a:p>
            <a:pPr marL="355600" marR="537210" indent="-343535">
              <a:lnSpc>
                <a:spcPct val="149500"/>
              </a:lnSpc>
              <a:buFont typeface="Arial MT"/>
              <a:buChar char="•"/>
              <a:tabLst>
                <a:tab pos="355600" algn="l"/>
              </a:tabLst>
            </a:pPr>
            <a:r>
              <a:rPr sz="1800" dirty="0">
                <a:latin typeface="Calibri"/>
                <a:cs typeface="Calibri"/>
              </a:rPr>
              <a:t>Misuse</a:t>
            </a:r>
            <a:r>
              <a:rPr sz="1800" spc="20" dirty="0">
                <a:latin typeface="Calibri"/>
                <a:cs typeface="Calibri"/>
              </a:rPr>
              <a:t> </a:t>
            </a:r>
            <a:r>
              <a:rPr sz="1800" dirty="0">
                <a:latin typeface="Calibri"/>
                <a:cs typeface="Calibri"/>
              </a:rPr>
              <a:t>and</a:t>
            </a:r>
            <a:r>
              <a:rPr sz="1800" spc="-25" dirty="0">
                <a:latin typeface="Calibri"/>
                <a:cs typeface="Calibri"/>
              </a:rPr>
              <a:t> </a:t>
            </a:r>
            <a:r>
              <a:rPr sz="1800" dirty="0">
                <a:latin typeface="Calibri"/>
                <a:cs typeface="Calibri"/>
              </a:rPr>
              <a:t>overuse</a:t>
            </a:r>
            <a:r>
              <a:rPr sz="1800" spc="-45" dirty="0">
                <a:latin typeface="Calibri"/>
                <a:cs typeface="Calibri"/>
              </a:rPr>
              <a:t> </a:t>
            </a:r>
            <a:r>
              <a:rPr sz="1800" dirty="0">
                <a:latin typeface="Calibri"/>
                <a:cs typeface="Calibri"/>
              </a:rPr>
              <a:t>of</a:t>
            </a:r>
            <a:r>
              <a:rPr sz="1800" spc="-5" dirty="0">
                <a:latin typeface="Calibri"/>
                <a:cs typeface="Calibri"/>
              </a:rPr>
              <a:t> </a:t>
            </a:r>
            <a:r>
              <a:rPr sz="1800" spc="-10" dirty="0">
                <a:latin typeface="Calibri"/>
                <a:cs typeface="Calibri"/>
              </a:rPr>
              <a:t>antibiotics</a:t>
            </a:r>
            <a:r>
              <a:rPr sz="1800" spc="-80" dirty="0">
                <a:latin typeface="Calibri"/>
                <a:cs typeface="Calibri"/>
              </a:rPr>
              <a:t> </a:t>
            </a:r>
            <a:r>
              <a:rPr sz="1800" dirty="0">
                <a:latin typeface="Calibri"/>
                <a:cs typeface="Calibri"/>
              </a:rPr>
              <a:t>have</a:t>
            </a:r>
            <a:r>
              <a:rPr sz="1800" spc="-45" dirty="0">
                <a:latin typeface="Calibri"/>
                <a:cs typeface="Calibri"/>
              </a:rPr>
              <a:t> </a:t>
            </a:r>
            <a:r>
              <a:rPr sz="1800" dirty="0">
                <a:latin typeface="Calibri"/>
                <a:cs typeface="Calibri"/>
              </a:rPr>
              <a:t>become</a:t>
            </a:r>
            <a:r>
              <a:rPr sz="1800" spc="-50" dirty="0">
                <a:latin typeface="Calibri"/>
                <a:cs typeface="Calibri"/>
              </a:rPr>
              <a:t> a </a:t>
            </a:r>
            <a:r>
              <a:rPr sz="1800" dirty="0">
                <a:latin typeface="Calibri"/>
                <a:cs typeface="Calibri"/>
              </a:rPr>
              <a:t>serious</a:t>
            </a:r>
            <a:r>
              <a:rPr sz="1800" spc="-70" dirty="0">
                <a:latin typeface="Calibri"/>
                <a:cs typeface="Calibri"/>
              </a:rPr>
              <a:t> </a:t>
            </a:r>
            <a:r>
              <a:rPr sz="1800" dirty="0">
                <a:latin typeface="Calibri"/>
                <a:cs typeface="Calibri"/>
              </a:rPr>
              <a:t>global</a:t>
            </a:r>
            <a:r>
              <a:rPr sz="1800" spc="-5" dirty="0">
                <a:latin typeface="Calibri"/>
                <a:cs typeface="Calibri"/>
              </a:rPr>
              <a:t> </a:t>
            </a:r>
            <a:r>
              <a:rPr sz="1800" dirty="0">
                <a:latin typeface="Calibri"/>
                <a:cs typeface="Calibri"/>
              </a:rPr>
              <a:t>health</a:t>
            </a:r>
            <a:r>
              <a:rPr sz="1800" spc="-15" dirty="0">
                <a:latin typeface="Calibri"/>
                <a:cs typeface="Calibri"/>
              </a:rPr>
              <a:t> </a:t>
            </a:r>
            <a:r>
              <a:rPr sz="1800" spc="-10" dirty="0">
                <a:latin typeface="Calibri"/>
                <a:cs typeface="Calibri"/>
              </a:rPr>
              <a:t>issue.</a:t>
            </a:r>
            <a:endParaRPr sz="1800">
              <a:latin typeface="Calibri"/>
              <a:cs typeface="Calibri"/>
            </a:endParaRPr>
          </a:p>
          <a:p>
            <a:pPr marL="355600" marR="288925" indent="-343535">
              <a:lnSpc>
                <a:spcPts val="3229"/>
              </a:lnSpc>
              <a:spcBef>
                <a:spcPts val="284"/>
              </a:spcBef>
              <a:buFont typeface="Arial MT"/>
              <a:buChar char="•"/>
              <a:tabLst>
                <a:tab pos="355600" algn="l"/>
              </a:tabLst>
            </a:pPr>
            <a:r>
              <a:rPr sz="1800" dirty="0">
                <a:latin typeface="Calibri"/>
                <a:cs typeface="Calibri"/>
              </a:rPr>
              <a:t>Studies</a:t>
            </a:r>
            <a:r>
              <a:rPr sz="1800" spc="-20" dirty="0">
                <a:latin typeface="Calibri"/>
                <a:cs typeface="Calibri"/>
              </a:rPr>
              <a:t> </a:t>
            </a:r>
            <a:r>
              <a:rPr sz="1800" dirty="0">
                <a:latin typeface="Calibri"/>
                <a:cs typeface="Calibri"/>
              </a:rPr>
              <a:t>show</a:t>
            </a:r>
            <a:r>
              <a:rPr sz="1800" spc="5" dirty="0">
                <a:latin typeface="Calibri"/>
                <a:cs typeface="Calibri"/>
              </a:rPr>
              <a:t> </a:t>
            </a:r>
            <a:r>
              <a:rPr sz="1800" dirty="0">
                <a:latin typeface="Calibri"/>
                <a:cs typeface="Calibri"/>
              </a:rPr>
              <a:t>that</a:t>
            </a:r>
            <a:r>
              <a:rPr sz="1800" spc="-60" dirty="0">
                <a:latin typeface="Calibri"/>
                <a:cs typeface="Calibri"/>
              </a:rPr>
              <a:t> </a:t>
            </a:r>
            <a:r>
              <a:rPr sz="1800" dirty="0">
                <a:latin typeface="Calibri"/>
                <a:cs typeface="Calibri"/>
              </a:rPr>
              <a:t>about</a:t>
            </a:r>
            <a:r>
              <a:rPr sz="1800" spc="-65" dirty="0">
                <a:latin typeface="Calibri"/>
                <a:cs typeface="Calibri"/>
              </a:rPr>
              <a:t> </a:t>
            </a:r>
            <a:r>
              <a:rPr sz="1800" dirty="0">
                <a:latin typeface="Calibri"/>
                <a:cs typeface="Calibri"/>
              </a:rPr>
              <a:t>50%</a:t>
            </a:r>
            <a:r>
              <a:rPr sz="1800" spc="-65" dirty="0">
                <a:latin typeface="Calibri"/>
                <a:cs typeface="Calibri"/>
              </a:rPr>
              <a:t> </a:t>
            </a:r>
            <a:r>
              <a:rPr sz="1800" dirty="0">
                <a:latin typeface="Calibri"/>
                <a:cs typeface="Calibri"/>
              </a:rPr>
              <a:t>of</a:t>
            </a:r>
            <a:r>
              <a:rPr sz="1800" spc="-15" dirty="0">
                <a:latin typeface="Calibri"/>
                <a:cs typeface="Calibri"/>
              </a:rPr>
              <a:t> </a:t>
            </a:r>
            <a:r>
              <a:rPr sz="1800" dirty="0">
                <a:latin typeface="Calibri"/>
                <a:cs typeface="Calibri"/>
              </a:rPr>
              <a:t>antibiotics</a:t>
            </a:r>
            <a:r>
              <a:rPr sz="1800" spc="-15" dirty="0">
                <a:latin typeface="Calibri"/>
                <a:cs typeface="Calibri"/>
              </a:rPr>
              <a:t> </a:t>
            </a:r>
            <a:r>
              <a:rPr sz="1800" dirty="0">
                <a:latin typeface="Calibri"/>
                <a:cs typeface="Calibri"/>
              </a:rPr>
              <a:t>are</a:t>
            </a:r>
            <a:r>
              <a:rPr sz="1800" spc="15" dirty="0">
                <a:latin typeface="Calibri"/>
                <a:cs typeface="Calibri"/>
              </a:rPr>
              <a:t> </a:t>
            </a:r>
            <a:r>
              <a:rPr sz="1800" spc="-20" dirty="0">
                <a:latin typeface="Calibri"/>
                <a:cs typeface="Calibri"/>
              </a:rPr>
              <a:t>used </a:t>
            </a:r>
            <a:r>
              <a:rPr sz="1800" spc="-10" dirty="0">
                <a:latin typeface="Calibri"/>
                <a:cs typeface="Calibri"/>
              </a:rPr>
              <a:t>incorrectly</a:t>
            </a:r>
            <a:r>
              <a:rPr sz="1800" spc="-50" dirty="0">
                <a:latin typeface="Calibri"/>
                <a:cs typeface="Calibri"/>
              </a:rPr>
              <a:t> </a:t>
            </a:r>
            <a:r>
              <a:rPr sz="1800" dirty="0">
                <a:latin typeface="Calibri"/>
                <a:cs typeface="Calibri"/>
              </a:rPr>
              <a:t>or</a:t>
            </a:r>
            <a:r>
              <a:rPr sz="1800" spc="-20" dirty="0">
                <a:latin typeface="Calibri"/>
                <a:cs typeface="Calibri"/>
              </a:rPr>
              <a:t> </a:t>
            </a:r>
            <a:r>
              <a:rPr sz="1800" dirty="0">
                <a:latin typeface="Calibri"/>
                <a:cs typeface="Calibri"/>
              </a:rPr>
              <a:t>without</a:t>
            </a:r>
            <a:r>
              <a:rPr sz="1800" spc="10" dirty="0">
                <a:latin typeface="Calibri"/>
                <a:cs typeface="Calibri"/>
              </a:rPr>
              <a:t> </a:t>
            </a:r>
            <a:r>
              <a:rPr sz="1800" dirty="0">
                <a:latin typeface="Calibri"/>
                <a:cs typeface="Calibri"/>
              </a:rPr>
              <a:t>proper</a:t>
            </a:r>
            <a:r>
              <a:rPr sz="1800" spc="-15" dirty="0">
                <a:latin typeface="Calibri"/>
                <a:cs typeface="Calibri"/>
              </a:rPr>
              <a:t> </a:t>
            </a:r>
            <a:r>
              <a:rPr sz="1800" spc="-10" dirty="0">
                <a:latin typeface="Calibri"/>
                <a:cs typeface="Calibri"/>
              </a:rPr>
              <a:t>medical</a:t>
            </a:r>
            <a:r>
              <a:rPr sz="1800" spc="-25" dirty="0">
                <a:latin typeface="Calibri"/>
                <a:cs typeface="Calibri"/>
              </a:rPr>
              <a:t> </a:t>
            </a:r>
            <a:r>
              <a:rPr sz="1800" spc="-10" dirty="0">
                <a:latin typeface="Calibri"/>
                <a:cs typeface="Calibri"/>
              </a:rPr>
              <a:t>advice</a:t>
            </a:r>
            <a:endParaRPr sz="1800">
              <a:latin typeface="Calibri"/>
              <a:cs typeface="Calibri"/>
            </a:endParaRPr>
          </a:p>
          <a:p>
            <a:pPr marL="355600" marR="473709" indent="-343535">
              <a:lnSpc>
                <a:spcPts val="3229"/>
              </a:lnSpc>
              <a:spcBef>
                <a:spcPts val="70"/>
              </a:spcBef>
              <a:buFont typeface="Arial MT"/>
              <a:buChar char="•"/>
              <a:tabLst>
                <a:tab pos="355600" algn="l"/>
              </a:tabLst>
            </a:pPr>
            <a:r>
              <a:rPr sz="1800" dirty="0">
                <a:latin typeface="Calibri"/>
                <a:cs typeface="Calibri"/>
              </a:rPr>
              <a:t>Such</a:t>
            </a:r>
            <a:r>
              <a:rPr sz="1800" spc="-70" dirty="0">
                <a:latin typeface="Calibri"/>
                <a:cs typeface="Calibri"/>
              </a:rPr>
              <a:t> </a:t>
            </a:r>
            <a:r>
              <a:rPr sz="1800" dirty="0">
                <a:latin typeface="Calibri"/>
                <a:cs typeface="Calibri"/>
              </a:rPr>
              <a:t>misuse</a:t>
            </a:r>
            <a:r>
              <a:rPr sz="1800" spc="-20" dirty="0">
                <a:latin typeface="Calibri"/>
                <a:cs typeface="Calibri"/>
              </a:rPr>
              <a:t> </a:t>
            </a:r>
            <a:r>
              <a:rPr sz="1800" dirty="0">
                <a:latin typeface="Calibri"/>
                <a:cs typeface="Calibri"/>
              </a:rPr>
              <a:t>leads</a:t>
            </a:r>
            <a:r>
              <a:rPr sz="1800" spc="-45" dirty="0">
                <a:latin typeface="Calibri"/>
                <a:cs typeface="Calibri"/>
              </a:rPr>
              <a:t> </a:t>
            </a:r>
            <a:r>
              <a:rPr sz="1800" dirty="0">
                <a:latin typeface="Calibri"/>
                <a:cs typeface="Calibri"/>
              </a:rPr>
              <a:t>to</a:t>
            </a:r>
            <a:r>
              <a:rPr sz="1800" spc="-70" dirty="0">
                <a:latin typeface="Calibri"/>
                <a:cs typeface="Calibri"/>
              </a:rPr>
              <a:t> </a:t>
            </a:r>
            <a:r>
              <a:rPr sz="1800" dirty="0">
                <a:latin typeface="Calibri"/>
                <a:cs typeface="Calibri"/>
              </a:rPr>
              <a:t>antibiotic</a:t>
            </a:r>
            <a:r>
              <a:rPr sz="1800" spc="-95" dirty="0">
                <a:latin typeface="Calibri"/>
                <a:cs typeface="Calibri"/>
              </a:rPr>
              <a:t> </a:t>
            </a:r>
            <a:r>
              <a:rPr sz="1800" dirty="0">
                <a:latin typeface="Calibri"/>
                <a:cs typeface="Calibri"/>
              </a:rPr>
              <a:t>resistance,</a:t>
            </a:r>
            <a:r>
              <a:rPr sz="1800" spc="-15" dirty="0">
                <a:latin typeface="Calibri"/>
                <a:cs typeface="Calibri"/>
              </a:rPr>
              <a:t> </a:t>
            </a:r>
            <a:r>
              <a:rPr sz="1800" spc="-10" dirty="0">
                <a:latin typeface="Calibri"/>
                <a:cs typeface="Calibri"/>
              </a:rPr>
              <a:t>making </a:t>
            </a:r>
            <a:r>
              <a:rPr sz="1800" dirty="0">
                <a:latin typeface="Calibri"/>
                <a:cs typeface="Calibri"/>
              </a:rPr>
              <a:t>infections</a:t>
            </a:r>
            <a:r>
              <a:rPr sz="1800" spc="-45" dirty="0">
                <a:latin typeface="Calibri"/>
                <a:cs typeface="Calibri"/>
              </a:rPr>
              <a:t> </a:t>
            </a:r>
            <a:r>
              <a:rPr sz="1800" spc="-10" dirty="0">
                <a:latin typeface="Calibri"/>
                <a:cs typeface="Calibri"/>
              </a:rPr>
              <a:t>harder</a:t>
            </a:r>
            <a:r>
              <a:rPr sz="1800" spc="-35" dirty="0">
                <a:latin typeface="Calibri"/>
                <a:cs typeface="Calibri"/>
              </a:rPr>
              <a:t> </a:t>
            </a:r>
            <a:r>
              <a:rPr sz="1800" dirty="0">
                <a:latin typeface="Calibri"/>
                <a:cs typeface="Calibri"/>
              </a:rPr>
              <a:t>and</a:t>
            </a:r>
            <a:r>
              <a:rPr sz="1800" spc="10" dirty="0">
                <a:latin typeface="Calibri"/>
                <a:cs typeface="Calibri"/>
              </a:rPr>
              <a:t> </a:t>
            </a:r>
            <a:r>
              <a:rPr sz="1800" dirty="0">
                <a:latin typeface="Calibri"/>
                <a:cs typeface="Calibri"/>
              </a:rPr>
              <a:t>more</a:t>
            </a:r>
            <a:r>
              <a:rPr sz="1800" spc="-15" dirty="0">
                <a:latin typeface="Calibri"/>
                <a:cs typeface="Calibri"/>
              </a:rPr>
              <a:t> </a:t>
            </a:r>
            <a:r>
              <a:rPr sz="1800" spc="-10" dirty="0">
                <a:latin typeface="Calibri"/>
                <a:cs typeface="Calibri"/>
              </a:rPr>
              <a:t>expensive</a:t>
            </a:r>
            <a:r>
              <a:rPr sz="1800" spc="-75" dirty="0">
                <a:latin typeface="Calibri"/>
                <a:cs typeface="Calibri"/>
              </a:rPr>
              <a:t> </a:t>
            </a:r>
            <a:r>
              <a:rPr sz="1800" dirty="0">
                <a:latin typeface="Calibri"/>
                <a:cs typeface="Calibri"/>
              </a:rPr>
              <a:t>to</a:t>
            </a:r>
            <a:r>
              <a:rPr sz="1800" spc="-60" dirty="0">
                <a:latin typeface="Calibri"/>
                <a:cs typeface="Calibri"/>
              </a:rPr>
              <a:t> </a:t>
            </a:r>
            <a:r>
              <a:rPr sz="1800" spc="-10" dirty="0">
                <a:latin typeface="Calibri"/>
                <a:cs typeface="Calibri"/>
              </a:rPr>
              <a:t>treat.</a:t>
            </a:r>
            <a:endParaRPr sz="1800">
              <a:latin typeface="Calibri"/>
              <a:cs typeface="Calibri"/>
            </a:endParaRPr>
          </a:p>
          <a:p>
            <a:pPr marL="355600" marR="295910" indent="-343535">
              <a:lnSpc>
                <a:spcPts val="3229"/>
              </a:lnSpc>
              <a:buFont typeface="Arial MT"/>
              <a:buChar char="•"/>
              <a:tabLst>
                <a:tab pos="355600" algn="l"/>
              </a:tabLst>
            </a:pPr>
            <a:r>
              <a:rPr sz="1800" dirty="0">
                <a:latin typeface="Calibri"/>
                <a:cs typeface="Calibri"/>
              </a:rPr>
              <a:t>Around</a:t>
            </a:r>
            <a:r>
              <a:rPr sz="1800" spc="-50" dirty="0">
                <a:latin typeface="Calibri"/>
                <a:cs typeface="Calibri"/>
              </a:rPr>
              <a:t> </a:t>
            </a:r>
            <a:r>
              <a:rPr sz="1800" dirty="0">
                <a:latin typeface="Calibri"/>
                <a:cs typeface="Calibri"/>
              </a:rPr>
              <a:t>1</a:t>
            </a:r>
            <a:r>
              <a:rPr sz="1800" spc="-15" dirty="0">
                <a:latin typeface="Calibri"/>
                <a:cs typeface="Calibri"/>
              </a:rPr>
              <a:t> </a:t>
            </a:r>
            <a:r>
              <a:rPr sz="1800" dirty="0">
                <a:latin typeface="Calibri"/>
                <a:cs typeface="Calibri"/>
              </a:rPr>
              <a:t>in</a:t>
            </a:r>
            <a:r>
              <a:rPr sz="1800" spc="-45" dirty="0">
                <a:latin typeface="Calibri"/>
                <a:cs typeface="Calibri"/>
              </a:rPr>
              <a:t> </a:t>
            </a:r>
            <a:r>
              <a:rPr sz="1800" dirty="0">
                <a:latin typeface="Calibri"/>
                <a:cs typeface="Calibri"/>
              </a:rPr>
              <a:t>3</a:t>
            </a:r>
            <a:r>
              <a:rPr sz="1800" spc="-15" dirty="0">
                <a:latin typeface="Calibri"/>
                <a:cs typeface="Calibri"/>
              </a:rPr>
              <a:t> </a:t>
            </a:r>
            <a:r>
              <a:rPr sz="1800" dirty="0">
                <a:latin typeface="Calibri"/>
                <a:cs typeface="Calibri"/>
              </a:rPr>
              <a:t>patients</a:t>
            </a:r>
            <a:r>
              <a:rPr sz="1800" spc="-35" dirty="0">
                <a:latin typeface="Calibri"/>
                <a:cs typeface="Calibri"/>
              </a:rPr>
              <a:t> </a:t>
            </a:r>
            <a:r>
              <a:rPr sz="1800" spc="-10" dirty="0">
                <a:latin typeface="Calibri"/>
                <a:cs typeface="Calibri"/>
              </a:rPr>
              <a:t>stop</a:t>
            </a:r>
            <a:r>
              <a:rPr sz="1800" spc="-45" dirty="0">
                <a:latin typeface="Calibri"/>
                <a:cs typeface="Calibri"/>
              </a:rPr>
              <a:t> </a:t>
            </a:r>
            <a:r>
              <a:rPr sz="1800" dirty="0">
                <a:latin typeface="Calibri"/>
                <a:cs typeface="Calibri"/>
              </a:rPr>
              <a:t>taking</a:t>
            </a:r>
            <a:r>
              <a:rPr sz="1800" spc="-90" dirty="0">
                <a:latin typeface="Calibri"/>
                <a:cs typeface="Calibri"/>
              </a:rPr>
              <a:t> </a:t>
            </a:r>
            <a:r>
              <a:rPr sz="1800" dirty="0">
                <a:latin typeface="Calibri"/>
                <a:cs typeface="Calibri"/>
              </a:rPr>
              <a:t>antibiotics</a:t>
            </a:r>
            <a:r>
              <a:rPr sz="1800" spc="-30" dirty="0">
                <a:latin typeface="Calibri"/>
                <a:cs typeface="Calibri"/>
              </a:rPr>
              <a:t> </a:t>
            </a:r>
            <a:r>
              <a:rPr sz="1800" spc="-10" dirty="0">
                <a:latin typeface="Calibri"/>
                <a:cs typeface="Calibri"/>
              </a:rPr>
              <a:t>before </a:t>
            </a:r>
            <a:r>
              <a:rPr sz="1800" dirty="0">
                <a:latin typeface="Calibri"/>
                <a:cs typeface="Calibri"/>
              </a:rPr>
              <a:t>completing</a:t>
            </a:r>
            <a:r>
              <a:rPr sz="1800" spc="-40" dirty="0">
                <a:latin typeface="Calibri"/>
                <a:cs typeface="Calibri"/>
              </a:rPr>
              <a:t> </a:t>
            </a:r>
            <a:r>
              <a:rPr sz="1800" dirty="0">
                <a:latin typeface="Calibri"/>
                <a:cs typeface="Calibri"/>
              </a:rPr>
              <a:t>the</a:t>
            </a:r>
            <a:r>
              <a:rPr sz="1800" spc="-80" dirty="0">
                <a:latin typeface="Calibri"/>
                <a:cs typeface="Calibri"/>
              </a:rPr>
              <a:t> </a:t>
            </a:r>
            <a:r>
              <a:rPr sz="1800" dirty="0">
                <a:latin typeface="Calibri"/>
                <a:cs typeface="Calibri"/>
              </a:rPr>
              <a:t>full</a:t>
            </a:r>
            <a:r>
              <a:rPr sz="1800" spc="-50" dirty="0">
                <a:latin typeface="Calibri"/>
                <a:cs typeface="Calibri"/>
              </a:rPr>
              <a:t> </a:t>
            </a:r>
            <a:r>
              <a:rPr sz="1800" dirty="0">
                <a:latin typeface="Calibri"/>
                <a:cs typeface="Calibri"/>
              </a:rPr>
              <a:t>course,</a:t>
            </a:r>
            <a:r>
              <a:rPr sz="1800" spc="-20" dirty="0">
                <a:latin typeface="Calibri"/>
                <a:cs typeface="Calibri"/>
              </a:rPr>
              <a:t> </a:t>
            </a:r>
            <a:r>
              <a:rPr sz="1800" dirty="0">
                <a:latin typeface="Calibri"/>
                <a:cs typeface="Calibri"/>
              </a:rPr>
              <a:t>leading</a:t>
            </a:r>
            <a:r>
              <a:rPr sz="1800" spc="-35" dirty="0">
                <a:latin typeface="Calibri"/>
                <a:cs typeface="Calibri"/>
              </a:rPr>
              <a:t> </a:t>
            </a:r>
            <a:r>
              <a:rPr sz="1800" dirty="0">
                <a:latin typeface="Calibri"/>
                <a:cs typeface="Calibri"/>
              </a:rPr>
              <a:t>to</a:t>
            </a:r>
            <a:r>
              <a:rPr sz="1800" spc="-65" dirty="0">
                <a:latin typeface="Calibri"/>
                <a:cs typeface="Calibri"/>
              </a:rPr>
              <a:t> </a:t>
            </a:r>
            <a:r>
              <a:rPr sz="1800" spc="-10" dirty="0">
                <a:latin typeface="Calibri"/>
                <a:cs typeface="Calibri"/>
              </a:rPr>
              <a:t>incomplete</a:t>
            </a:r>
            <a:endParaRPr sz="1800">
              <a:latin typeface="Calibri"/>
              <a:cs typeface="Calibri"/>
            </a:endParaRPr>
          </a:p>
          <a:p>
            <a:pPr marL="355600">
              <a:lnSpc>
                <a:spcPct val="100000"/>
              </a:lnSpc>
              <a:spcBef>
                <a:spcPts val="785"/>
              </a:spcBef>
            </a:pPr>
            <a:r>
              <a:rPr sz="1800" spc="-10" dirty="0">
                <a:latin typeface="Calibri"/>
                <a:cs typeface="Calibri"/>
              </a:rPr>
              <a:t>treatment</a:t>
            </a:r>
            <a:endParaRPr sz="1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524"/>
            <a:ext cx="5762624" cy="6848472"/>
          </a:xfrm>
          <a:prstGeom prst="rect">
            <a:avLst/>
          </a:prstGeom>
        </p:spPr>
      </p:pic>
      <p:sp>
        <p:nvSpPr>
          <p:cNvPr id="3" name="object 3"/>
          <p:cNvSpPr txBox="1">
            <a:spLocks noGrp="1"/>
          </p:cNvSpPr>
          <p:nvPr>
            <p:ph type="title"/>
          </p:nvPr>
        </p:nvSpPr>
        <p:spPr>
          <a:xfrm>
            <a:off x="5843904" y="64706"/>
            <a:ext cx="4820285" cy="2162175"/>
          </a:xfrm>
          <a:prstGeom prst="rect">
            <a:avLst/>
          </a:prstGeom>
        </p:spPr>
        <p:txBody>
          <a:bodyPr vert="horz" wrap="square" lIns="0" tIns="15875" rIns="0" bIns="0" rtlCol="0">
            <a:spAutoFit/>
          </a:bodyPr>
          <a:lstStyle/>
          <a:p>
            <a:pPr marL="12700" marR="5080">
              <a:lnSpc>
                <a:spcPct val="106000"/>
              </a:lnSpc>
              <a:spcBef>
                <a:spcPts val="125"/>
              </a:spcBef>
            </a:pPr>
            <a:r>
              <a:rPr sz="4400" dirty="0">
                <a:solidFill>
                  <a:srgbClr val="2D3B4E"/>
                </a:solidFill>
                <a:latin typeface="Calibri"/>
                <a:cs typeface="Calibri"/>
              </a:rPr>
              <a:t>The</a:t>
            </a:r>
            <a:r>
              <a:rPr sz="4400" spc="15" dirty="0">
                <a:solidFill>
                  <a:srgbClr val="2D3B4E"/>
                </a:solidFill>
                <a:latin typeface="Calibri"/>
                <a:cs typeface="Calibri"/>
              </a:rPr>
              <a:t> </a:t>
            </a:r>
            <a:r>
              <a:rPr sz="4400" dirty="0">
                <a:solidFill>
                  <a:srgbClr val="2D3B4E"/>
                </a:solidFill>
                <a:latin typeface="Calibri"/>
                <a:cs typeface="Calibri"/>
              </a:rPr>
              <a:t>Antibiotic</a:t>
            </a:r>
            <a:r>
              <a:rPr sz="4400" spc="20" dirty="0">
                <a:solidFill>
                  <a:srgbClr val="2D3B4E"/>
                </a:solidFill>
                <a:latin typeface="Calibri"/>
                <a:cs typeface="Calibri"/>
              </a:rPr>
              <a:t> </a:t>
            </a:r>
            <a:r>
              <a:rPr sz="4400" spc="-10" dirty="0">
                <a:solidFill>
                  <a:srgbClr val="2D3B4E"/>
                </a:solidFill>
                <a:latin typeface="Calibri"/>
                <a:cs typeface="Calibri"/>
              </a:rPr>
              <a:t>Crisis: </a:t>
            </a:r>
            <a:r>
              <a:rPr sz="4400" dirty="0">
                <a:solidFill>
                  <a:srgbClr val="2D3B4E"/>
                </a:solidFill>
                <a:latin typeface="Calibri"/>
                <a:cs typeface="Calibri"/>
              </a:rPr>
              <a:t>Why</a:t>
            </a:r>
            <a:r>
              <a:rPr sz="4400" spc="-5" dirty="0">
                <a:solidFill>
                  <a:srgbClr val="2D3B4E"/>
                </a:solidFill>
                <a:latin typeface="Calibri"/>
                <a:cs typeface="Calibri"/>
              </a:rPr>
              <a:t> </a:t>
            </a:r>
            <a:r>
              <a:rPr sz="4400" dirty="0">
                <a:solidFill>
                  <a:srgbClr val="2D3B4E"/>
                </a:solidFill>
                <a:latin typeface="Calibri"/>
                <a:cs typeface="Calibri"/>
              </a:rPr>
              <a:t>This</a:t>
            </a:r>
            <a:r>
              <a:rPr sz="4400" spc="20" dirty="0">
                <a:solidFill>
                  <a:srgbClr val="2D3B4E"/>
                </a:solidFill>
                <a:latin typeface="Calibri"/>
                <a:cs typeface="Calibri"/>
              </a:rPr>
              <a:t> </a:t>
            </a:r>
            <a:r>
              <a:rPr sz="4400" spc="-10" dirty="0">
                <a:solidFill>
                  <a:srgbClr val="2D3B4E"/>
                </a:solidFill>
                <a:latin typeface="Calibri"/>
                <a:cs typeface="Calibri"/>
              </a:rPr>
              <a:t>Research Matters</a:t>
            </a:r>
            <a:endParaRPr sz="4400">
              <a:latin typeface="Calibri"/>
              <a:cs typeface="Calibri"/>
            </a:endParaRPr>
          </a:p>
        </p:txBody>
      </p:sp>
      <p:sp>
        <p:nvSpPr>
          <p:cNvPr id="4" name="object 4"/>
          <p:cNvSpPr txBox="1"/>
          <p:nvPr/>
        </p:nvSpPr>
        <p:spPr>
          <a:xfrm>
            <a:off x="5578094" y="3124771"/>
            <a:ext cx="1459230" cy="357505"/>
          </a:xfrm>
          <a:prstGeom prst="rect">
            <a:avLst/>
          </a:prstGeom>
        </p:spPr>
        <p:txBody>
          <a:bodyPr vert="horz" wrap="square" lIns="0" tIns="15875" rIns="0" bIns="0" rtlCol="0">
            <a:spAutoFit/>
          </a:bodyPr>
          <a:lstStyle/>
          <a:p>
            <a:pPr marL="12700">
              <a:lnSpc>
                <a:spcPct val="100000"/>
              </a:lnSpc>
              <a:spcBef>
                <a:spcPts val="125"/>
              </a:spcBef>
            </a:pPr>
            <a:r>
              <a:rPr sz="2150" b="1" dirty="0">
                <a:solidFill>
                  <a:srgbClr val="2D3B4E"/>
                </a:solidFill>
                <a:latin typeface="Calibri"/>
                <a:cs typeface="Calibri"/>
              </a:rPr>
              <a:t>The</a:t>
            </a:r>
            <a:r>
              <a:rPr sz="2150" b="1" spc="80" dirty="0">
                <a:solidFill>
                  <a:srgbClr val="2D3B4E"/>
                </a:solidFill>
                <a:latin typeface="Calibri"/>
                <a:cs typeface="Calibri"/>
              </a:rPr>
              <a:t> </a:t>
            </a:r>
            <a:r>
              <a:rPr sz="2150" b="1" spc="-10" dirty="0">
                <a:solidFill>
                  <a:srgbClr val="2D3B4E"/>
                </a:solidFill>
                <a:latin typeface="Calibri"/>
                <a:cs typeface="Calibri"/>
              </a:rPr>
              <a:t>Promise</a:t>
            </a:r>
            <a:endParaRPr sz="2150">
              <a:latin typeface="Calibri"/>
              <a:cs typeface="Calibri"/>
            </a:endParaRPr>
          </a:p>
        </p:txBody>
      </p:sp>
      <p:sp>
        <p:nvSpPr>
          <p:cNvPr id="5" name="object 5"/>
          <p:cNvSpPr txBox="1"/>
          <p:nvPr/>
        </p:nvSpPr>
        <p:spPr>
          <a:xfrm>
            <a:off x="9327768" y="3138487"/>
            <a:ext cx="1274445" cy="357505"/>
          </a:xfrm>
          <a:prstGeom prst="rect">
            <a:avLst/>
          </a:prstGeom>
        </p:spPr>
        <p:txBody>
          <a:bodyPr vert="horz" wrap="square" lIns="0" tIns="15875" rIns="0" bIns="0" rtlCol="0">
            <a:spAutoFit/>
          </a:bodyPr>
          <a:lstStyle/>
          <a:p>
            <a:pPr marL="12700">
              <a:lnSpc>
                <a:spcPct val="100000"/>
              </a:lnSpc>
              <a:spcBef>
                <a:spcPts val="125"/>
              </a:spcBef>
            </a:pPr>
            <a:r>
              <a:rPr sz="2150" b="1" dirty="0">
                <a:solidFill>
                  <a:srgbClr val="2D3B4E"/>
                </a:solidFill>
                <a:latin typeface="Calibri"/>
                <a:cs typeface="Calibri"/>
              </a:rPr>
              <a:t>The</a:t>
            </a:r>
            <a:r>
              <a:rPr sz="2150" b="1" spc="85" dirty="0">
                <a:solidFill>
                  <a:srgbClr val="2D3B4E"/>
                </a:solidFill>
                <a:latin typeface="Calibri"/>
                <a:cs typeface="Calibri"/>
              </a:rPr>
              <a:t> </a:t>
            </a:r>
            <a:r>
              <a:rPr sz="2150" b="1" spc="-10" dirty="0">
                <a:solidFill>
                  <a:srgbClr val="2D3B4E"/>
                </a:solidFill>
                <a:latin typeface="Calibri"/>
                <a:cs typeface="Calibri"/>
              </a:rPr>
              <a:t>Threat</a:t>
            </a:r>
            <a:endParaRPr sz="2150">
              <a:latin typeface="Calibri"/>
              <a:cs typeface="Calibri"/>
            </a:endParaRPr>
          </a:p>
        </p:txBody>
      </p:sp>
      <p:sp>
        <p:nvSpPr>
          <p:cNvPr id="6" name="object 6"/>
          <p:cNvSpPr txBox="1"/>
          <p:nvPr/>
        </p:nvSpPr>
        <p:spPr>
          <a:xfrm>
            <a:off x="5200015" y="3948747"/>
            <a:ext cx="2800985" cy="1941195"/>
          </a:xfrm>
          <a:prstGeom prst="rect">
            <a:avLst/>
          </a:prstGeom>
        </p:spPr>
        <p:txBody>
          <a:bodyPr vert="horz" wrap="square" lIns="0" tIns="13335" rIns="0" bIns="0" rtlCol="0">
            <a:spAutoFit/>
          </a:bodyPr>
          <a:lstStyle/>
          <a:p>
            <a:pPr marL="12700" marR="5080">
              <a:lnSpc>
                <a:spcPct val="99700"/>
              </a:lnSpc>
              <a:spcBef>
                <a:spcPts val="105"/>
              </a:spcBef>
            </a:pPr>
            <a:r>
              <a:rPr sz="1800" spc="-10" dirty="0">
                <a:solidFill>
                  <a:srgbClr val="384652"/>
                </a:solidFill>
                <a:latin typeface="Roboto"/>
                <a:cs typeface="Roboto"/>
              </a:rPr>
              <a:t>Antibiotics</a:t>
            </a:r>
            <a:r>
              <a:rPr sz="1800" spc="-55" dirty="0">
                <a:solidFill>
                  <a:srgbClr val="384652"/>
                </a:solidFill>
                <a:latin typeface="Roboto"/>
                <a:cs typeface="Roboto"/>
              </a:rPr>
              <a:t> </a:t>
            </a:r>
            <a:r>
              <a:rPr sz="1800" spc="-10" dirty="0">
                <a:solidFill>
                  <a:srgbClr val="384652"/>
                </a:solidFill>
                <a:latin typeface="Roboto"/>
                <a:cs typeface="Roboto"/>
              </a:rPr>
              <a:t>revolutionized </a:t>
            </a:r>
            <a:r>
              <a:rPr sz="1800" dirty="0">
                <a:solidFill>
                  <a:srgbClr val="384652"/>
                </a:solidFill>
                <a:latin typeface="Roboto"/>
                <a:cs typeface="Roboto"/>
              </a:rPr>
              <a:t>modern</a:t>
            </a:r>
            <a:r>
              <a:rPr sz="1800" spc="-100" dirty="0">
                <a:solidFill>
                  <a:srgbClr val="384652"/>
                </a:solidFill>
                <a:latin typeface="Roboto"/>
                <a:cs typeface="Roboto"/>
              </a:rPr>
              <a:t> </a:t>
            </a:r>
            <a:r>
              <a:rPr sz="1800" spc="-10" dirty="0">
                <a:solidFill>
                  <a:srgbClr val="384652"/>
                </a:solidFill>
                <a:latin typeface="Roboto"/>
                <a:cs typeface="Roboto"/>
              </a:rPr>
              <a:t>medicine, transforming</a:t>
            </a:r>
            <a:r>
              <a:rPr sz="1800" spc="-25" dirty="0">
                <a:solidFill>
                  <a:srgbClr val="384652"/>
                </a:solidFill>
                <a:latin typeface="Roboto"/>
                <a:cs typeface="Roboto"/>
              </a:rPr>
              <a:t> </a:t>
            </a:r>
            <a:r>
              <a:rPr sz="1800" dirty="0">
                <a:solidFill>
                  <a:srgbClr val="384652"/>
                </a:solidFill>
                <a:latin typeface="Roboto"/>
                <a:cs typeface="Roboto"/>
              </a:rPr>
              <a:t>fatal</a:t>
            </a:r>
            <a:r>
              <a:rPr sz="1800" spc="-45" dirty="0">
                <a:solidFill>
                  <a:srgbClr val="384652"/>
                </a:solidFill>
                <a:latin typeface="Roboto"/>
                <a:cs typeface="Roboto"/>
              </a:rPr>
              <a:t> </a:t>
            </a:r>
            <a:r>
              <a:rPr sz="1800" spc="-10" dirty="0">
                <a:solidFill>
                  <a:srgbClr val="384652"/>
                </a:solidFill>
                <a:latin typeface="Roboto"/>
                <a:cs typeface="Roboto"/>
              </a:rPr>
              <a:t>bacterial </a:t>
            </a:r>
            <a:r>
              <a:rPr sz="1800" dirty="0">
                <a:solidFill>
                  <a:srgbClr val="384652"/>
                </a:solidFill>
                <a:latin typeface="Roboto"/>
                <a:cs typeface="Roboto"/>
              </a:rPr>
              <a:t>infections</a:t>
            </a:r>
            <a:r>
              <a:rPr sz="1800" spc="-65" dirty="0">
                <a:solidFill>
                  <a:srgbClr val="384652"/>
                </a:solidFill>
                <a:latin typeface="Roboto"/>
                <a:cs typeface="Roboto"/>
              </a:rPr>
              <a:t> </a:t>
            </a:r>
            <a:r>
              <a:rPr sz="1800" spc="-10" dirty="0">
                <a:solidFill>
                  <a:srgbClr val="384652"/>
                </a:solidFill>
                <a:latin typeface="Roboto"/>
                <a:cs typeface="Roboto"/>
              </a:rPr>
              <a:t>into</a:t>
            </a:r>
            <a:r>
              <a:rPr sz="1800" spc="-105" dirty="0">
                <a:solidFill>
                  <a:srgbClr val="384652"/>
                </a:solidFill>
                <a:latin typeface="Roboto"/>
                <a:cs typeface="Roboto"/>
              </a:rPr>
              <a:t> </a:t>
            </a:r>
            <a:r>
              <a:rPr sz="1800" spc="-10" dirty="0">
                <a:solidFill>
                  <a:srgbClr val="384652"/>
                </a:solidFill>
                <a:latin typeface="Roboto"/>
                <a:cs typeface="Roboto"/>
              </a:rPr>
              <a:t>treatable conditions</a:t>
            </a:r>
            <a:r>
              <a:rPr sz="1800" spc="-75" dirty="0">
                <a:solidFill>
                  <a:srgbClr val="384652"/>
                </a:solidFill>
                <a:latin typeface="Roboto"/>
                <a:cs typeface="Roboto"/>
              </a:rPr>
              <a:t> </a:t>
            </a:r>
            <a:r>
              <a:rPr sz="1800" dirty="0">
                <a:solidFill>
                  <a:srgbClr val="384652"/>
                </a:solidFill>
                <a:latin typeface="Roboto"/>
                <a:cs typeface="Roboto"/>
              </a:rPr>
              <a:t>and</a:t>
            </a:r>
            <a:r>
              <a:rPr sz="1800" spc="-15" dirty="0">
                <a:solidFill>
                  <a:srgbClr val="384652"/>
                </a:solidFill>
                <a:latin typeface="Roboto"/>
                <a:cs typeface="Roboto"/>
              </a:rPr>
              <a:t> </a:t>
            </a:r>
            <a:r>
              <a:rPr sz="1800" spc="-10" dirty="0">
                <a:solidFill>
                  <a:srgbClr val="384652"/>
                </a:solidFill>
                <a:latin typeface="Roboto"/>
                <a:cs typeface="Roboto"/>
              </a:rPr>
              <a:t>drastically reducing</a:t>
            </a:r>
            <a:r>
              <a:rPr sz="1800" spc="-25" dirty="0">
                <a:solidFill>
                  <a:srgbClr val="384652"/>
                </a:solidFill>
                <a:latin typeface="Roboto"/>
                <a:cs typeface="Roboto"/>
              </a:rPr>
              <a:t> </a:t>
            </a:r>
            <a:r>
              <a:rPr sz="1800" spc="-20" dirty="0">
                <a:solidFill>
                  <a:srgbClr val="384652"/>
                </a:solidFill>
                <a:latin typeface="Roboto"/>
                <a:cs typeface="Roboto"/>
              </a:rPr>
              <a:t>mortality</a:t>
            </a:r>
            <a:r>
              <a:rPr sz="1800" spc="-75" dirty="0">
                <a:solidFill>
                  <a:srgbClr val="384652"/>
                </a:solidFill>
                <a:latin typeface="Roboto"/>
                <a:cs typeface="Roboto"/>
              </a:rPr>
              <a:t> </a:t>
            </a:r>
            <a:r>
              <a:rPr sz="1800" spc="-20" dirty="0">
                <a:solidFill>
                  <a:srgbClr val="384652"/>
                </a:solidFill>
                <a:latin typeface="Roboto"/>
                <a:cs typeface="Roboto"/>
              </a:rPr>
              <a:t>from </a:t>
            </a:r>
            <a:r>
              <a:rPr sz="1800" dirty="0">
                <a:solidFill>
                  <a:srgbClr val="384652"/>
                </a:solidFill>
                <a:latin typeface="Roboto"/>
                <a:cs typeface="Roboto"/>
              </a:rPr>
              <a:t>infectious</a:t>
            </a:r>
            <a:r>
              <a:rPr sz="1800" spc="-95" dirty="0">
                <a:solidFill>
                  <a:srgbClr val="384652"/>
                </a:solidFill>
                <a:latin typeface="Roboto"/>
                <a:cs typeface="Roboto"/>
              </a:rPr>
              <a:t> </a:t>
            </a:r>
            <a:r>
              <a:rPr sz="1800" spc="-10" dirty="0">
                <a:solidFill>
                  <a:srgbClr val="384652"/>
                </a:solidFill>
                <a:latin typeface="Roboto"/>
                <a:cs typeface="Roboto"/>
              </a:rPr>
              <a:t>diseases</a:t>
            </a:r>
            <a:endParaRPr sz="1800">
              <a:latin typeface="Roboto"/>
              <a:cs typeface="Roboto"/>
            </a:endParaRPr>
          </a:p>
        </p:txBody>
      </p:sp>
      <p:sp>
        <p:nvSpPr>
          <p:cNvPr id="7" name="object 7"/>
          <p:cNvSpPr txBox="1"/>
          <p:nvPr/>
        </p:nvSpPr>
        <p:spPr>
          <a:xfrm>
            <a:off x="8894444" y="3918267"/>
            <a:ext cx="2917190" cy="2429510"/>
          </a:xfrm>
          <a:prstGeom prst="rect">
            <a:avLst/>
          </a:prstGeom>
        </p:spPr>
        <p:txBody>
          <a:bodyPr vert="horz" wrap="square" lIns="0" tIns="12065" rIns="0" bIns="0" rtlCol="0">
            <a:spAutoFit/>
          </a:bodyPr>
          <a:lstStyle/>
          <a:p>
            <a:pPr marL="12700" marR="5080">
              <a:lnSpc>
                <a:spcPct val="125200"/>
              </a:lnSpc>
              <a:spcBef>
                <a:spcPts val="95"/>
              </a:spcBef>
            </a:pPr>
            <a:r>
              <a:rPr sz="1800" spc="-10" dirty="0">
                <a:solidFill>
                  <a:srgbClr val="384652"/>
                </a:solidFill>
                <a:latin typeface="Roboto"/>
                <a:cs typeface="Roboto"/>
              </a:rPr>
              <a:t>Antibiotic</a:t>
            </a:r>
            <a:r>
              <a:rPr sz="1800" spc="-30" dirty="0">
                <a:solidFill>
                  <a:srgbClr val="384652"/>
                </a:solidFill>
                <a:latin typeface="Roboto"/>
                <a:cs typeface="Roboto"/>
              </a:rPr>
              <a:t> </a:t>
            </a:r>
            <a:r>
              <a:rPr sz="1800" spc="-10" dirty="0">
                <a:solidFill>
                  <a:srgbClr val="384652"/>
                </a:solidFill>
                <a:latin typeface="Roboto"/>
                <a:cs typeface="Roboto"/>
              </a:rPr>
              <a:t>misuse</a:t>
            </a:r>
            <a:r>
              <a:rPr sz="1800" spc="-100" dirty="0">
                <a:solidFill>
                  <a:srgbClr val="384652"/>
                </a:solidFill>
                <a:latin typeface="Roboto"/>
                <a:cs typeface="Roboto"/>
              </a:rPr>
              <a:t> </a:t>
            </a:r>
            <a:r>
              <a:rPr sz="1800" spc="-25" dirty="0">
                <a:solidFill>
                  <a:srgbClr val="384652"/>
                </a:solidFill>
                <a:latin typeface="Roboto"/>
                <a:cs typeface="Roboto"/>
              </a:rPr>
              <a:t>has </a:t>
            </a:r>
            <a:r>
              <a:rPr sz="1800" spc="-10" dirty="0">
                <a:solidFill>
                  <a:srgbClr val="384652"/>
                </a:solidFill>
                <a:latin typeface="Roboto"/>
                <a:cs typeface="Roboto"/>
              </a:rPr>
              <a:t>triggered</a:t>
            </a:r>
            <a:r>
              <a:rPr sz="1800" spc="-55" dirty="0">
                <a:solidFill>
                  <a:srgbClr val="384652"/>
                </a:solidFill>
                <a:latin typeface="Roboto"/>
                <a:cs typeface="Roboto"/>
              </a:rPr>
              <a:t> </a:t>
            </a:r>
            <a:r>
              <a:rPr sz="1800" spc="-10" dirty="0">
                <a:solidFill>
                  <a:srgbClr val="384652"/>
                </a:solidFill>
                <a:latin typeface="Roboto"/>
                <a:cs typeface="Roboto"/>
              </a:rPr>
              <a:t>antimicrobial resistance </a:t>
            </a:r>
            <a:r>
              <a:rPr sz="1800" dirty="0">
                <a:solidFill>
                  <a:srgbClr val="384652"/>
                </a:solidFill>
                <a:latin typeface="Roboto"/>
                <a:cs typeface="Roboto"/>
              </a:rPr>
              <a:t>(AMR),</a:t>
            </a:r>
            <a:r>
              <a:rPr sz="1800" spc="-80" dirty="0">
                <a:solidFill>
                  <a:srgbClr val="384652"/>
                </a:solidFill>
                <a:latin typeface="Roboto"/>
                <a:cs typeface="Roboto"/>
              </a:rPr>
              <a:t> </a:t>
            </a:r>
            <a:r>
              <a:rPr sz="1800" dirty="0">
                <a:solidFill>
                  <a:srgbClr val="384652"/>
                </a:solidFill>
                <a:latin typeface="Roboto"/>
                <a:cs typeface="Roboto"/>
              </a:rPr>
              <a:t>a</a:t>
            </a:r>
            <a:r>
              <a:rPr sz="1800" spc="-30" dirty="0">
                <a:solidFill>
                  <a:srgbClr val="384652"/>
                </a:solidFill>
                <a:latin typeface="Roboto"/>
                <a:cs typeface="Roboto"/>
              </a:rPr>
              <a:t> </a:t>
            </a:r>
            <a:r>
              <a:rPr sz="1800" spc="-10" dirty="0">
                <a:solidFill>
                  <a:srgbClr val="384652"/>
                </a:solidFill>
                <a:latin typeface="Roboto"/>
                <a:cs typeface="Roboto"/>
              </a:rPr>
              <a:t>global health</a:t>
            </a:r>
            <a:r>
              <a:rPr sz="1800" spc="-105" dirty="0">
                <a:solidFill>
                  <a:srgbClr val="384652"/>
                </a:solidFill>
                <a:latin typeface="Roboto"/>
                <a:cs typeface="Roboto"/>
              </a:rPr>
              <a:t> </a:t>
            </a:r>
            <a:r>
              <a:rPr sz="1800" dirty="0">
                <a:solidFill>
                  <a:srgbClr val="384652"/>
                </a:solidFill>
                <a:latin typeface="Roboto"/>
                <a:cs typeface="Roboto"/>
              </a:rPr>
              <a:t>crisis</a:t>
            </a:r>
            <a:r>
              <a:rPr sz="1800" spc="-65" dirty="0">
                <a:solidFill>
                  <a:srgbClr val="384652"/>
                </a:solidFill>
                <a:latin typeface="Roboto"/>
                <a:cs typeface="Roboto"/>
              </a:rPr>
              <a:t> </a:t>
            </a:r>
            <a:r>
              <a:rPr sz="1800" spc="-10" dirty="0">
                <a:solidFill>
                  <a:srgbClr val="384652"/>
                </a:solidFill>
                <a:latin typeface="Roboto"/>
                <a:cs typeface="Roboto"/>
              </a:rPr>
              <a:t>that</a:t>
            </a:r>
            <a:r>
              <a:rPr sz="1800" spc="-85" dirty="0">
                <a:solidFill>
                  <a:srgbClr val="384652"/>
                </a:solidFill>
                <a:latin typeface="Roboto"/>
                <a:cs typeface="Roboto"/>
              </a:rPr>
              <a:t> </a:t>
            </a:r>
            <a:r>
              <a:rPr sz="1800" spc="-10" dirty="0">
                <a:solidFill>
                  <a:srgbClr val="384652"/>
                </a:solidFill>
                <a:latin typeface="Roboto"/>
                <a:cs typeface="Roboto"/>
              </a:rPr>
              <a:t>threatens </a:t>
            </a:r>
            <a:r>
              <a:rPr sz="1800" dirty="0">
                <a:solidFill>
                  <a:srgbClr val="384652"/>
                </a:solidFill>
                <a:latin typeface="Roboto"/>
                <a:cs typeface="Roboto"/>
              </a:rPr>
              <a:t>to</a:t>
            </a:r>
            <a:r>
              <a:rPr sz="1800" spc="-5" dirty="0">
                <a:solidFill>
                  <a:srgbClr val="384652"/>
                </a:solidFill>
                <a:latin typeface="Roboto"/>
                <a:cs typeface="Roboto"/>
              </a:rPr>
              <a:t> </a:t>
            </a:r>
            <a:r>
              <a:rPr sz="1800" spc="-20" dirty="0">
                <a:solidFill>
                  <a:srgbClr val="384652"/>
                </a:solidFill>
                <a:latin typeface="Roboto"/>
                <a:cs typeface="Roboto"/>
              </a:rPr>
              <a:t>undermine</a:t>
            </a:r>
            <a:r>
              <a:rPr sz="1800" spc="-80" dirty="0">
                <a:solidFill>
                  <a:srgbClr val="384652"/>
                </a:solidFill>
                <a:latin typeface="Roboto"/>
                <a:cs typeface="Roboto"/>
              </a:rPr>
              <a:t> </a:t>
            </a:r>
            <a:r>
              <a:rPr sz="1800" dirty="0">
                <a:solidFill>
                  <a:srgbClr val="384652"/>
                </a:solidFill>
                <a:latin typeface="Roboto"/>
                <a:cs typeface="Roboto"/>
              </a:rPr>
              <a:t>decades</a:t>
            </a:r>
            <a:r>
              <a:rPr sz="1800" spc="-60" dirty="0">
                <a:solidFill>
                  <a:srgbClr val="384652"/>
                </a:solidFill>
                <a:latin typeface="Roboto"/>
                <a:cs typeface="Roboto"/>
              </a:rPr>
              <a:t> </a:t>
            </a:r>
            <a:r>
              <a:rPr sz="1800" spc="-25" dirty="0">
                <a:solidFill>
                  <a:srgbClr val="384652"/>
                </a:solidFill>
                <a:latin typeface="Roboto"/>
                <a:cs typeface="Roboto"/>
              </a:rPr>
              <a:t>of </a:t>
            </a:r>
            <a:r>
              <a:rPr sz="1800" spc="-10" dirty="0">
                <a:solidFill>
                  <a:srgbClr val="384652"/>
                </a:solidFill>
                <a:latin typeface="Roboto"/>
                <a:cs typeface="Roboto"/>
              </a:rPr>
              <a:t>medical</a:t>
            </a:r>
            <a:r>
              <a:rPr sz="1800" spc="-105" dirty="0">
                <a:solidFill>
                  <a:srgbClr val="384652"/>
                </a:solidFill>
                <a:latin typeface="Roboto"/>
                <a:cs typeface="Roboto"/>
              </a:rPr>
              <a:t> </a:t>
            </a:r>
            <a:r>
              <a:rPr sz="1800" dirty="0">
                <a:solidFill>
                  <a:srgbClr val="384652"/>
                </a:solidFill>
                <a:latin typeface="Roboto"/>
                <a:cs typeface="Roboto"/>
              </a:rPr>
              <a:t>progress</a:t>
            </a:r>
            <a:r>
              <a:rPr sz="1800" spc="-45" dirty="0">
                <a:solidFill>
                  <a:srgbClr val="384652"/>
                </a:solidFill>
                <a:latin typeface="Roboto"/>
                <a:cs typeface="Roboto"/>
              </a:rPr>
              <a:t> </a:t>
            </a:r>
            <a:r>
              <a:rPr sz="1800" dirty="0">
                <a:solidFill>
                  <a:srgbClr val="384652"/>
                </a:solidFill>
                <a:latin typeface="Roboto"/>
                <a:cs typeface="Roboto"/>
              </a:rPr>
              <a:t>and</a:t>
            </a:r>
            <a:r>
              <a:rPr sz="1800" spc="-35" dirty="0">
                <a:solidFill>
                  <a:srgbClr val="384652"/>
                </a:solidFill>
                <a:latin typeface="Roboto"/>
                <a:cs typeface="Roboto"/>
              </a:rPr>
              <a:t> </a:t>
            </a:r>
            <a:r>
              <a:rPr sz="1800" spc="-10" dirty="0">
                <a:solidFill>
                  <a:srgbClr val="384652"/>
                </a:solidFill>
                <a:latin typeface="Roboto"/>
                <a:cs typeface="Roboto"/>
              </a:rPr>
              <a:t>create </a:t>
            </a:r>
            <a:r>
              <a:rPr sz="1800" spc="-20" dirty="0">
                <a:solidFill>
                  <a:srgbClr val="384652"/>
                </a:solidFill>
                <a:latin typeface="Roboto"/>
                <a:cs typeface="Roboto"/>
              </a:rPr>
              <a:t>untreatable</a:t>
            </a:r>
            <a:r>
              <a:rPr sz="1800" spc="-25" dirty="0">
                <a:solidFill>
                  <a:srgbClr val="384652"/>
                </a:solidFill>
                <a:latin typeface="Roboto"/>
                <a:cs typeface="Roboto"/>
              </a:rPr>
              <a:t> </a:t>
            </a:r>
            <a:r>
              <a:rPr sz="1800" spc="-10" dirty="0">
                <a:solidFill>
                  <a:srgbClr val="384652"/>
                </a:solidFill>
                <a:latin typeface="Roboto"/>
                <a:cs typeface="Roboto"/>
              </a:rPr>
              <a:t>infections.</a:t>
            </a:r>
            <a:endParaRPr sz="1800">
              <a:latin typeface="Roboto"/>
              <a:cs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2743200"/>
          </a:xfrm>
          <a:prstGeom prst="rect">
            <a:avLst/>
          </a:prstGeom>
        </p:spPr>
      </p:pic>
      <p:sp>
        <p:nvSpPr>
          <p:cNvPr id="3" name="object 3"/>
          <p:cNvSpPr txBox="1"/>
          <p:nvPr/>
        </p:nvSpPr>
        <p:spPr>
          <a:xfrm>
            <a:off x="955675" y="3221989"/>
            <a:ext cx="8601710" cy="495300"/>
          </a:xfrm>
          <a:prstGeom prst="rect">
            <a:avLst/>
          </a:prstGeom>
        </p:spPr>
        <p:txBody>
          <a:bodyPr vert="horz" wrap="square" lIns="0" tIns="16510" rIns="0" bIns="0" rtlCol="0">
            <a:spAutoFit/>
          </a:bodyPr>
          <a:lstStyle/>
          <a:p>
            <a:pPr marL="12700">
              <a:lnSpc>
                <a:spcPct val="100000"/>
              </a:lnSpc>
              <a:spcBef>
                <a:spcPts val="130"/>
              </a:spcBef>
            </a:pPr>
            <a:r>
              <a:rPr sz="3050" b="1" dirty="0">
                <a:solidFill>
                  <a:srgbClr val="2D3B4E"/>
                </a:solidFill>
                <a:latin typeface="Calibri"/>
                <a:cs typeface="Calibri"/>
              </a:rPr>
              <a:t>The</a:t>
            </a:r>
            <a:r>
              <a:rPr sz="3050" b="1" spc="25" dirty="0">
                <a:solidFill>
                  <a:srgbClr val="2D3B4E"/>
                </a:solidFill>
                <a:latin typeface="Calibri"/>
                <a:cs typeface="Calibri"/>
              </a:rPr>
              <a:t> </a:t>
            </a:r>
            <a:r>
              <a:rPr sz="3050" b="1" dirty="0">
                <a:solidFill>
                  <a:srgbClr val="2D3B4E"/>
                </a:solidFill>
                <a:latin typeface="Calibri"/>
                <a:cs typeface="Calibri"/>
              </a:rPr>
              <a:t>Critical</a:t>
            </a:r>
            <a:r>
              <a:rPr sz="3050" b="1" spc="85" dirty="0">
                <a:solidFill>
                  <a:srgbClr val="2D3B4E"/>
                </a:solidFill>
                <a:latin typeface="Calibri"/>
                <a:cs typeface="Calibri"/>
              </a:rPr>
              <a:t> </a:t>
            </a:r>
            <a:r>
              <a:rPr sz="3050" b="1" dirty="0">
                <a:solidFill>
                  <a:srgbClr val="2D3B4E"/>
                </a:solidFill>
                <a:latin typeface="Calibri"/>
                <a:cs typeface="Calibri"/>
              </a:rPr>
              <a:t>Role</a:t>
            </a:r>
            <a:r>
              <a:rPr sz="3050" b="1" spc="30" dirty="0">
                <a:solidFill>
                  <a:srgbClr val="2D3B4E"/>
                </a:solidFill>
                <a:latin typeface="Calibri"/>
                <a:cs typeface="Calibri"/>
              </a:rPr>
              <a:t> </a:t>
            </a:r>
            <a:r>
              <a:rPr sz="3050" b="1" dirty="0">
                <a:solidFill>
                  <a:srgbClr val="2D3B4E"/>
                </a:solidFill>
                <a:latin typeface="Calibri"/>
                <a:cs typeface="Calibri"/>
              </a:rPr>
              <a:t>of</a:t>
            </a:r>
            <a:r>
              <a:rPr sz="3050" b="1" spc="85" dirty="0">
                <a:solidFill>
                  <a:srgbClr val="2D3B4E"/>
                </a:solidFill>
                <a:latin typeface="Calibri"/>
                <a:cs typeface="Calibri"/>
              </a:rPr>
              <a:t> </a:t>
            </a:r>
            <a:r>
              <a:rPr sz="3050" b="1" dirty="0">
                <a:solidFill>
                  <a:srgbClr val="2D3B4E"/>
                </a:solidFill>
                <a:latin typeface="Calibri"/>
                <a:cs typeface="Calibri"/>
              </a:rPr>
              <a:t>Antibiotics</a:t>
            </a:r>
            <a:r>
              <a:rPr sz="3050" b="1" spc="55" dirty="0">
                <a:solidFill>
                  <a:srgbClr val="2D3B4E"/>
                </a:solidFill>
                <a:latin typeface="Calibri"/>
                <a:cs typeface="Calibri"/>
              </a:rPr>
              <a:t> </a:t>
            </a:r>
            <a:r>
              <a:rPr sz="3050" b="1" dirty="0">
                <a:solidFill>
                  <a:srgbClr val="2D3B4E"/>
                </a:solidFill>
                <a:latin typeface="Calibri"/>
                <a:cs typeface="Calibri"/>
              </a:rPr>
              <a:t>in</a:t>
            </a:r>
            <a:r>
              <a:rPr sz="3050" b="1" spc="80" dirty="0">
                <a:solidFill>
                  <a:srgbClr val="2D3B4E"/>
                </a:solidFill>
                <a:latin typeface="Calibri"/>
                <a:cs typeface="Calibri"/>
              </a:rPr>
              <a:t> </a:t>
            </a:r>
            <a:r>
              <a:rPr sz="3050" b="1" dirty="0">
                <a:solidFill>
                  <a:srgbClr val="2D3B4E"/>
                </a:solidFill>
                <a:latin typeface="Calibri"/>
                <a:cs typeface="Calibri"/>
              </a:rPr>
              <a:t>Modern</a:t>
            </a:r>
            <a:r>
              <a:rPr sz="3050" b="1" spc="10" dirty="0">
                <a:solidFill>
                  <a:srgbClr val="2D3B4E"/>
                </a:solidFill>
                <a:latin typeface="Calibri"/>
                <a:cs typeface="Calibri"/>
              </a:rPr>
              <a:t> </a:t>
            </a:r>
            <a:r>
              <a:rPr sz="3050" b="1" spc="-10" dirty="0">
                <a:solidFill>
                  <a:srgbClr val="2D3B4E"/>
                </a:solidFill>
                <a:latin typeface="Calibri"/>
                <a:cs typeface="Calibri"/>
              </a:rPr>
              <a:t>Healthcare</a:t>
            </a:r>
            <a:endParaRPr sz="3050">
              <a:latin typeface="Calibri"/>
              <a:cs typeface="Calibri"/>
            </a:endParaRPr>
          </a:p>
        </p:txBody>
      </p:sp>
      <p:sp>
        <p:nvSpPr>
          <p:cNvPr id="4" name="object 4"/>
          <p:cNvSpPr txBox="1"/>
          <p:nvPr/>
        </p:nvSpPr>
        <p:spPr>
          <a:xfrm>
            <a:off x="934085" y="4025328"/>
            <a:ext cx="10493375" cy="1000125"/>
          </a:xfrm>
          <a:prstGeom prst="rect">
            <a:avLst/>
          </a:prstGeom>
        </p:spPr>
        <p:txBody>
          <a:bodyPr vert="horz" wrap="square" lIns="0" tIns="7620" rIns="0" bIns="0" rtlCol="0">
            <a:spAutoFit/>
          </a:bodyPr>
          <a:lstStyle/>
          <a:p>
            <a:pPr marL="12700" marR="5080">
              <a:lnSpc>
                <a:spcPct val="103600"/>
              </a:lnSpc>
              <a:spcBef>
                <a:spcPts val="60"/>
              </a:spcBef>
            </a:pPr>
            <a:r>
              <a:rPr sz="1550" dirty="0">
                <a:solidFill>
                  <a:srgbClr val="384652"/>
                </a:solidFill>
                <a:latin typeface="Roboto"/>
                <a:cs typeface="Roboto"/>
              </a:rPr>
              <a:t>Antibiotics</a:t>
            </a:r>
            <a:r>
              <a:rPr sz="1550" spc="40" dirty="0">
                <a:solidFill>
                  <a:srgbClr val="384652"/>
                </a:solidFill>
                <a:latin typeface="Roboto"/>
                <a:cs typeface="Roboto"/>
              </a:rPr>
              <a:t> </a:t>
            </a:r>
            <a:r>
              <a:rPr sz="1550" dirty="0">
                <a:solidFill>
                  <a:srgbClr val="384652"/>
                </a:solidFill>
                <a:latin typeface="Roboto"/>
                <a:cs typeface="Roboto"/>
              </a:rPr>
              <a:t>treat</a:t>
            </a:r>
            <a:r>
              <a:rPr sz="1550" spc="130" dirty="0">
                <a:solidFill>
                  <a:srgbClr val="384652"/>
                </a:solidFill>
                <a:latin typeface="Roboto"/>
                <a:cs typeface="Roboto"/>
              </a:rPr>
              <a:t> </a:t>
            </a:r>
            <a:r>
              <a:rPr sz="1550" dirty="0">
                <a:solidFill>
                  <a:srgbClr val="384652"/>
                </a:solidFill>
                <a:latin typeface="Roboto"/>
                <a:cs typeface="Roboto"/>
              </a:rPr>
              <a:t>bacterial</a:t>
            </a:r>
            <a:r>
              <a:rPr sz="1550" spc="30" dirty="0">
                <a:solidFill>
                  <a:srgbClr val="384652"/>
                </a:solidFill>
                <a:latin typeface="Roboto"/>
                <a:cs typeface="Roboto"/>
              </a:rPr>
              <a:t> </a:t>
            </a:r>
            <a:r>
              <a:rPr sz="1550" dirty="0">
                <a:solidFill>
                  <a:srgbClr val="384652"/>
                </a:solidFill>
                <a:latin typeface="Roboto"/>
                <a:cs typeface="Roboto"/>
              </a:rPr>
              <a:t>infections</a:t>
            </a:r>
            <a:r>
              <a:rPr sz="1550" spc="130" dirty="0">
                <a:solidFill>
                  <a:srgbClr val="384652"/>
                </a:solidFill>
                <a:latin typeface="Roboto"/>
                <a:cs typeface="Roboto"/>
              </a:rPr>
              <a:t> </a:t>
            </a:r>
            <a:r>
              <a:rPr sz="1550" dirty="0">
                <a:solidFill>
                  <a:srgbClr val="384652"/>
                </a:solidFill>
                <a:latin typeface="Roboto"/>
                <a:cs typeface="Roboto"/>
              </a:rPr>
              <a:t>ranging</a:t>
            </a:r>
            <a:r>
              <a:rPr sz="1550" spc="135" dirty="0">
                <a:solidFill>
                  <a:srgbClr val="384652"/>
                </a:solidFill>
                <a:latin typeface="Roboto"/>
                <a:cs typeface="Roboto"/>
              </a:rPr>
              <a:t> </a:t>
            </a:r>
            <a:r>
              <a:rPr sz="1550" dirty="0">
                <a:solidFill>
                  <a:srgbClr val="384652"/>
                </a:solidFill>
                <a:latin typeface="Roboto"/>
                <a:cs typeface="Roboto"/>
              </a:rPr>
              <a:t>from</a:t>
            </a:r>
            <a:r>
              <a:rPr sz="1550" spc="75" dirty="0">
                <a:solidFill>
                  <a:srgbClr val="384652"/>
                </a:solidFill>
                <a:latin typeface="Roboto"/>
                <a:cs typeface="Roboto"/>
              </a:rPr>
              <a:t> </a:t>
            </a:r>
            <a:r>
              <a:rPr sz="1550" dirty="0">
                <a:solidFill>
                  <a:srgbClr val="384652"/>
                </a:solidFill>
                <a:latin typeface="Roboto"/>
                <a:cs typeface="Roboto"/>
              </a:rPr>
              <a:t>mild</a:t>
            </a:r>
            <a:r>
              <a:rPr sz="1550" spc="45" dirty="0">
                <a:solidFill>
                  <a:srgbClr val="384652"/>
                </a:solidFill>
                <a:latin typeface="Roboto"/>
                <a:cs typeface="Roboto"/>
              </a:rPr>
              <a:t> </a:t>
            </a:r>
            <a:r>
              <a:rPr sz="1550" dirty="0">
                <a:solidFill>
                  <a:srgbClr val="384652"/>
                </a:solidFill>
                <a:latin typeface="Roboto"/>
                <a:cs typeface="Roboto"/>
              </a:rPr>
              <a:t>respiratory</a:t>
            </a:r>
            <a:r>
              <a:rPr sz="1550" spc="40" dirty="0">
                <a:solidFill>
                  <a:srgbClr val="384652"/>
                </a:solidFill>
                <a:latin typeface="Roboto"/>
                <a:cs typeface="Roboto"/>
              </a:rPr>
              <a:t> </a:t>
            </a:r>
            <a:r>
              <a:rPr sz="1550" dirty="0">
                <a:solidFill>
                  <a:srgbClr val="384652"/>
                </a:solidFill>
                <a:latin typeface="Roboto"/>
                <a:cs typeface="Roboto"/>
              </a:rPr>
              <a:t>tract</a:t>
            </a:r>
            <a:r>
              <a:rPr sz="1550" spc="130" dirty="0">
                <a:solidFill>
                  <a:srgbClr val="384652"/>
                </a:solidFill>
                <a:latin typeface="Roboto"/>
                <a:cs typeface="Roboto"/>
              </a:rPr>
              <a:t> </a:t>
            </a:r>
            <a:r>
              <a:rPr sz="1550" dirty="0">
                <a:solidFill>
                  <a:srgbClr val="384652"/>
                </a:solidFill>
                <a:latin typeface="Roboto"/>
                <a:cs typeface="Roboto"/>
              </a:rPr>
              <a:t>infections</a:t>
            </a:r>
            <a:r>
              <a:rPr sz="1550" spc="45" dirty="0">
                <a:solidFill>
                  <a:srgbClr val="384652"/>
                </a:solidFill>
                <a:latin typeface="Roboto"/>
                <a:cs typeface="Roboto"/>
              </a:rPr>
              <a:t> </a:t>
            </a:r>
            <a:r>
              <a:rPr sz="1550" dirty="0">
                <a:solidFill>
                  <a:srgbClr val="384652"/>
                </a:solidFill>
                <a:latin typeface="Roboto"/>
                <a:cs typeface="Roboto"/>
              </a:rPr>
              <a:t>to</a:t>
            </a:r>
            <a:r>
              <a:rPr sz="1550" spc="114" dirty="0">
                <a:solidFill>
                  <a:srgbClr val="384652"/>
                </a:solidFill>
                <a:latin typeface="Roboto"/>
                <a:cs typeface="Roboto"/>
              </a:rPr>
              <a:t> </a:t>
            </a:r>
            <a:r>
              <a:rPr sz="1550" spc="-35" dirty="0">
                <a:solidFill>
                  <a:srgbClr val="384652"/>
                </a:solidFill>
                <a:latin typeface="Roboto"/>
                <a:cs typeface="Roboto"/>
              </a:rPr>
              <a:t>life-</a:t>
            </a:r>
            <a:r>
              <a:rPr sz="1550" dirty="0">
                <a:solidFill>
                  <a:srgbClr val="384652"/>
                </a:solidFill>
                <a:latin typeface="Roboto"/>
                <a:cs typeface="Roboto"/>
              </a:rPr>
              <a:t>threatening</a:t>
            </a:r>
            <a:r>
              <a:rPr sz="1550" spc="135" dirty="0">
                <a:solidFill>
                  <a:srgbClr val="384652"/>
                </a:solidFill>
                <a:latin typeface="Roboto"/>
                <a:cs typeface="Roboto"/>
              </a:rPr>
              <a:t> </a:t>
            </a:r>
            <a:r>
              <a:rPr sz="1550" dirty="0">
                <a:solidFill>
                  <a:srgbClr val="384652"/>
                </a:solidFill>
                <a:latin typeface="Roboto"/>
                <a:cs typeface="Roboto"/>
              </a:rPr>
              <a:t>sepsis.</a:t>
            </a:r>
            <a:r>
              <a:rPr sz="1550" spc="75" dirty="0">
                <a:solidFill>
                  <a:srgbClr val="384652"/>
                </a:solidFill>
                <a:latin typeface="Roboto"/>
                <a:cs typeface="Roboto"/>
              </a:rPr>
              <a:t> </a:t>
            </a:r>
            <a:r>
              <a:rPr sz="1550" spc="-10" dirty="0">
                <a:solidFill>
                  <a:srgbClr val="384652"/>
                </a:solidFill>
                <a:latin typeface="Roboto"/>
                <a:cs typeface="Roboto"/>
              </a:rPr>
              <a:t>Beyond </a:t>
            </a:r>
            <a:r>
              <a:rPr sz="1550" dirty="0">
                <a:solidFill>
                  <a:srgbClr val="384652"/>
                </a:solidFill>
                <a:latin typeface="Roboto"/>
                <a:cs typeface="Roboto"/>
              </a:rPr>
              <a:t>direct</a:t>
            </a:r>
            <a:r>
              <a:rPr sz="1550" spc="75" dirty="0">
                <a:solidFill>
                  <a:srgbClr val="384652"/>
                </a:solidFill>
                <a:latin typeface="Roboto"/>
                <a:cs typeface="Roboto"/>
              </a:rPr>
              <a:t> </a:t>
            </a:r>
            <a:r>
              <a:rPr sz="1550" dirty="0">
                <a:solidFill>
                  <a:srgbClr val="384652"/>
                </a:solidFill>
                <a:latin typeface="Roboto"/>
                <a:cs typeface="Roboto"/>
              </a:rPr>
              <a:t>infection</a:t>
            </a:r>
            <a:r>
              <a:rPr sz="1550" spc="100" dirty="0">
                <a:solidFill>
                  <a:srgbClr val="384652"/>
                </a:solidFill>
                <a:latin typeface="Roboto"/>
                <a:cs typeface="Roboto"/>
              </a:rPr>
              <a:t> </a:t>
            </a:r>
            <a:r>
              <a:rPr sz="1550" dirty="0">
                <a:solidFill>
                  <a:srgbClr val="384652"/>
                </a:solidFill>
                <a:latin typeface="Roboto"/>
                <a:cs typeface="Roboto"/>
              </a:rPr>
              <a:t>treatment,</a:t>
            </a:r>
            <a:r>
              <a:rPr sz="1550" spc="50" dirty="0">
                <a:solidFill>
                  <a:srgbClr val="384652"/>
                </a:solidFill>
                <a:latin typeface="Roboto"/>
                <a:cs typeface="Roboto"/>
              </a:rPr>
              <a:t> </a:t>
            </a:r>
            <a:r>
              <a:rPr sz="1550" dirty="0">
                <a:solidFill>
                  <a:srgbClr val="384652"/>
                </a:solidFill>
                <a:latin typeface="Roboto"/>
                <a:cs typeface="Roboto"/>
              </a:rPr>
              <a:t>antibiotics</a:t>
            </a:r>
            <a:r>
              <a:rPr sz="1550" spc="75" dirty="0">
                <a:solidFill>
                  <a:srgbClr val="384652"/>
                </a:solidFill>
                <a:latin typeface="Roboto"/>
                <a:cs typeface="Roboto"/>
              </a:rPr>
              <a:t> </a:t>
            </a:r>
            <a:r>
              <a:rPr sz="1550" dirty="0">
                <a:solidFill>
                  <a:srgbClr val="384652"/>
                </a:solidFill>
                <a:latin typeface="Roboto"/>
                <a:cs typeface="Roboto"/>
              </a:rPr>
              <a:t>manage</a:t>
            </a:r>
            <a:r>
              <a:rPr sz="1550" spc="50" dirty="0">
                <a:solidFill>
                  <a:srgbClr val="384652"/>
                </a:solidFill>
                <a:latin typeface="Roboto"/>
                <a:cs typeface="Roboto"/>
              </a:rPr>
              <a:t> </a:t>
            </a:r>
            <a:r>
              <a:rPr sz="1550" dirty="0">
                <a:solidFill>
                  <a:srgbClr val="384652"/>
                </a:solidFill>
                <a:latin typeface="Roboto"/>
                <a:cs typeface="Roboto"/>
              </a:rPr>
              <a:t>secondary</a:t>
            </a:r>
            <a:r>
              <a:rPr sz="1550" spc="70" dirty="0">
                <a:solidFill>
                  <a:srgbClr val="384652"/>
                </a:solidFill>
                <a:latin typeface="Roboto"/>
                <a:cs typeface="Roboto"/>
              </a:rPr>
              <a:t> </a:t>
            </a:r>
            <a:r>
              <a:rPr sz="1550" dirty="0">
                <a:solidFill>
                  <a:srgbClr val="384652"/>
                </a:solidFill>
                <a:latin typeface="Roboto"/>
                <a:cs typeface="Roboto"/>
              </a:rPr>
              <a:t>bacterial</a:t>
            </a:r>
            <a:r>
              <a:rPr sz="1550" spc="145" dirty="0">
                <a:solidFill>
                  <a:srgbClr val="384652"/>
                </a:solidFill>
                <a:latin typeface="Roboto"/>
                <a:cs typeface="Roboto"/>
              </a:rPr>
              <a:t> </a:t>
            </a:r>
            <a:r>
              <a:rPr sz="1550" dirty="0">
                <a:solidFill>
                  <a:srgbClr val="384652"/>
                </a:solidFill>
                <a:latin typeface="Roboto"/>
                <a:cs typeface="Roboto"/>
              </a:rPr>
              <a:t>complications</a:t>
            </a:r>
            <a:r>
              <a:rPr sz="1550" spc="165" dirty="0">
                <a:solidFill>
                  <a:srgbClr val="384652"/>
                </a:solidFill>
                <a:latin typeface="Roboto"/>
                <a:cs typeface="Roboto"/>
              </a:rPr>
              <a:t> </a:t>
            </a:r>
            <a:r>
              <a:rPr sz="1550" dirty="0">
                <a:solidFill>
                  <a:srgbClr val="384652"/>
                </a:solidFill>
                <a:latin typeface="Roboto"/>
                <a:cs typeface="Roboto"/>
              </a:rPr>
              <a:t>in</a:t>
            </a:r>
            <a:r>
              <a:rPr sz="1550" spc="100" dirty="0">
                <a:solidFill>
                  <a:srgbClr val="384652"/>
                </a:solidFill>
                <a:latin typeface="Roboto"/>
                <a:cs typeface="Roboto"/>
              </a:rPr>
              <a:t> </a:t>
            </a:r>
            <a:r>
              <a:rPr sz="1550" dirty="0">
                <a:solidFill>
                  <a:srgbClr val="384652"/>
                </a:solidFill>
                <a:latin typeface="Roboto"/>
                <a:cs typeface="Roboto"/>
              </a:rPr>
              <a:t>viral</a:t>
            </a:r>
            <a:r>
              <a:rPr sz="1550" spc="145" dirty="0">
                <a:solidFill>
                  <a:srgbClr val="384652"/>
                </a:solidFill>
                <a:latin typeface="Roboto"/>
                <a:cs typeface="Roboto"/>
              </a:rPr>
              <a:t> </a:t>
            </a:r>
            <a:r>
              <a:rPr sz="1550" dirty="0">
                <a:solidFill>
                  <a:srgbClr val="384652"/>
                </a:solidFill>
                <a:latin typeface="Roboto"/>
                <a:cs typeface="Roboto"/>
              </a:rPr>
              <a:t>diseases—such</a:t>
            </a:r>
            <a:r>
              <a:rPr sz="1550" spc="110" dirty="0">
                <a:solidFill>
                  <a:srgbClr val="384652"/>
                </a:solidFill>
                <a:latin typeface="Roboto"/>
                <a:cs typeface="Roboto"/>
              </a:rPr>
              <a:t> </a:t>
            </a:r>
            <a:r>
              <a:rPr sz="1550" dirty="0">
                <a:solidFill>
                  <a:srgbClr val="384652"/>
                </a:solidFill>
                <a:latin typeface="Roboto"/>
                <a:cs typeface="Roboto"/>
              </a:rPr>
              <a:t>as</a:t>
            </a:r>
            <a:r>
              <a:rPr sz="1550" spc="85" dirty="0">
                <a:solidFill>
                  <a:srgbClr val="384652"/>
                </a:solidFill>
                <a:latin typeface="Roboto"/>
                <a:cs typeface="Roboto"/>
              </a:rPr>
              <a:t> </a:t>
            </a:r>
            <a:r>
              <a:rPr sz="1550" spc="-10" dirty="0">
                <a:solidFill>
                  <a:srgbClr val="384652"/>
                </a:solidFill>
                <a:latin typeface="Roboto"/>
                <a:cs typeface="Roboto"/>
              </a:rPr>
              <a:t>bacterial </a:t>
            </a:r>
            <a:r>
              <a:rPr sz="1550" dirty="0">
                <a:solidFill>
                  <a:srgbClr val="384652"/>
                </a:solidFill>
                <a:latin typeface="Roboto"/>
                <a:cs typeface="Roboto"/>
              </a:rPr>
              <a:t>pneumonia</a:t>
            </a:r>
            <a:r>
              <a:rPr sz="1550" spc="85" dirty="0">
                <a:solidFill>
                  <a:srgbClr val="384652"/>
                </a:solidFill>
                <a:latin typeface="Roboto"/>
                <a:cs typeface="Roboto"/>
              </a:rPr>
              <a:t> </a:t>
            </a:r>
            <a:r>
              <a:rPr sz="1550" dirty="0">
                <a:solidFill>
                  <a:srgbClr val="384652"/>
                </a:solidFill>
                <a:latin typeface="Roboto"/>
                <a:cs typeface="Roboto"/>
              </a:rPr>
              <a:t>in</a:t>
            </a:r>
            <a:r>
              <a:rPr sz="1550" spc="75" dirty="0">
                <a:solidFill>
                  <a:srgbClr val="384652"/>
                </a:solidFill>
                <a:latin typeface="Roboto"/>
                <a:cs typeface="Roboto"/>
              </a:rPr>
              <a:t> </a:t>
            </a:r>
            <a:r>
              <a:rPr sz="1550" spc="-30" dirty="0">
                <a:solidFill>
                  <a:srgbClr val="384652"/>
                </a:solidFill>
                <a:latin typeface="Roboto"/>
                <a:cs typeface="Roboto"/>
              </a:rPr>
              <a:t>COVID-</a:t>
            </a:r>
            <a:r>
              <a:rPr sz="1550" dirty="0">
                <a:solidFill>
                  <a:srgbClr val="384652"/>
                </a:solidFill>
                <a:latin typeface="Roboto"/>
                <a:cs typeface="Roboto"/>
              </a:rPr>
              <a:t>19</a:t>
            </a:r>
            <a:r>
              <a:rPr sz="1550" spc="60" dirty="0">
                <a:solidFill>
                  <a:srgbClr val="384652"/>
                </a:solidFill>
                <a:latin typeface="Roboto"/>
                <a:cs typeface="Roboto"/>
              </a:rPr>
              <a:t> </a:t>
            </a:r>
            <a:r>
              <a:rPr sz="1550" dirty="0">
                <a:solidFill>
                  <a:srgbClr val="384652"/>
                </a:solidFill>
                <a:latin typeface="Roboto"/>
                <a:cs typeface="Roboto"/>
              </a:rPr>
              <a:t>patients.</a:t>
            </a:r>
            <a:r>
              <a:rPr sz="1550" spc="80" dirty="0">
                <a:solidFill>
                  <a:srgbClr val="384652"/>
                </a:solidFill>
                <a:latin typeface="Roboto"/>
                <a:cs typeface="Roboto"/>
              </a:rPr>
              <a:t> </a:t>
            </a:r>
            <a:r>
              <a:rPr sz="1550" dirty="0">
                <a:solidFill>
                  <a:srgbClr val="384652"/>
                </a:solidFill>
                <a:latin typeface="Roboto"/>
                <a:cs typeface="Roboto"/>
              </a:rPr>
              <a:t>Proper</a:t>
            </a:r>
            <a:r>
              <a:rPr sz="1550" spc="35" dirty="0">
                <a:solidFill>
                  <a:srgbClr val="384652"/>
                </a:solidFill>
                <a:latin typeface="Roboto"/>
                <a:cs typeface="Roboto"/>
              </a:rPr>
              <a:t> </a:t>
            </a:r>
            <a:r>
              <a:rPr sz="1550" dirty="0">
                <a:solidFill>
                  <a:srgbClr val="384652"/>
                </a:solidFill>
                <a:latin typeface="Roboto"/>
                <a:cs typeface="Roboto"/>
              </a:rPr>
              <a:t>and</a:t>
            </a:r>
            <a:r>
              <a:rPr sz="1550" spc="55" dirty="0">
                <a:solidFill>
                  <a:srgbClr val="384652"/>
                </a:solidFill>
                <a:latin typeface="Roboto"/>
                <a:cs typeface="Roboto"/>
              </a:rPr>
              <a:t> </a:t>
            </a:r>
            <a:r>
              <a:rPr sz="1550" dirty="0">
                <a:solidFill>
                  <a:srgbClr val="384652"/>
                </a:solidFill>
                <a:latin typeface="Roboto"/>
                <a:cs typeface="Roboto"/>
              </a:rPr>
              <a:t>timely</a:t>
            </a:r>
            <a:r>
              <a:rPr sz="1550" spc="135" dirty="0">
                <a:solidFill>
                  <a:srgbClr val="384652"/>
                </a:solidFill>
                <a:latin typeface="Roboto"/>
                <a:cs typeface="Roboto"/>
              </a:rPr>
              <a:t> </a:t>
            </a:r>
            <a:r>
              <a:rPr sz="1550" dirty="0">
                <a:solidFill>
                  <a:srgbClr val="384652"/>
                </a:solidFill>
                <a:latin typeface="Roboto"/>
                <a:cs typeface="Roboto"/>
              </a:rPr>
              <a:t>antibiotic</a:t>
            </a:r>
            <a:r>
              <a:rPr sz="1550" spc="40" dirty="0">
                <a:solidFill>
                  <a:srgbClr val="384652"/>
                </a:solidFill>
                <a:latin typeface="Roboto"/>
                <a:cs typeface="Roboto"/>
              </a:rPr>
              <a:t> </a:t>
            </a:r>
            <a:r>
              <a:rPr sz="1550" dirty="0">
                <a:solidFill>
                  <a:srgbClr val="384652"/>
                </a:solidFill>
                <a:latin typeface="Roboto"/>
                <a:cs typeface="Roboto"/>
              </a:rPr>
              <a:t>use</a:t>
            </a:r>
            <a:r>
              <a:rPr sz="1550" spc="120" dirty="0">
                <a:solidFill>
                  <a:srgbClr val="384652"/>
                </a:solidFill>
                <a:latin typeface="Roboto"/>
                <a:cs typeface="Roboto"/>
              </a:rPr>
              <a:t> </a:t>
            </a:r>
            <a:r>
              <a:rPr sz="1550" dirty="0">
                <a:solidFill>
                  <a:srgbClr val="384652"/>
                </a:solidFill>
                <a:latin typeface="Roboto"/>
                <a:cs typeface="Roboto"/>
              </a:rPr>
              <a:t>saves</a:t>
            </a:r>
            <a:r>
              <a:rPr sz="1550" spc="140" dirty="0">
                <a:solidFill>
                  <a:srgbClr val="384652"/>
                </a:solidFill>
                <a:latin typeface="Roboto"/>
                <a:cs typeface="Roboto"/>
              </a:rPr>
              <a:t> </a:t>
            </a:r>
            <a:r>
              <a:rPr sz="1550" dirty="0">
                <a:solidFill>
                  <a:srgbClr val="384652"/>
                </a:solidFill>
                <a:latin typeface="Roboto"/>
                <a:cs typeface="Roboto"/>
              </a:rPr>
              <a:t>lives</a:t>
            </a:r>
            <a:r>
              <a:rPr sz="1550" spc="55" dirty="0">
                <a:solidFill>
                  <a:srgbClr val="384652"/>
                </a:solidFill>
                <a:latin typeface="Roboto"/>
                <a:cs typeface="Roboto"/>
              </a:rPr>
              <a:t> </a:t>
            </a:r>
            <a:r>
              <a:rPr sz="1550" dirty="0">
                <a:solidFill>
                  <a:srgbClr val="384652"/>
                </a:solidFill>
                <a:latin typeface="Roboto"/>
                <a:cs typeface="Roboto"/>
              </a:rPr>
              <a:t>and</a:t>
            </a:r>
            <a:r>
              <a:rPr sz="1550" spc="140" dirty="0">
                <a:solidFill>
                  <a:srgbClr val="384652"/>
                </a:solidFill>
                <a:latin typeface="Roboto"/>
                <a:cs typeface="Roboto"/>
              </a:rPr>
              <a:t> </a:t>
            </a:r>
            <a:r>
              <a:rPr sz="1550" dirty="0">
                <a:solidFill>
                  <a:srgbClr val="384652"/>
                </a:solidFill>
                <a:latin typeface="Roboto"/>
                <a:cs typeface="Roboto"/>
              </a:rPr>
              <a:t>reduces</a:t>
            </a:r>
            <a:r>
              <a:rPr sz="1550" spc="55" dirty="0">
                <a:solidFill>
                  <a:srgbClr val="384652"/>
                </a:solidFill>
                <a:latin typeface="Roboto"/>
                <a:cs typeface="Roboto"/>
              </a:rPr>
              <a:t> </a:t>
            </a:r>
            <a:r>
              <a:rPr sz="1550" dirty="0">
                <a:solidFill>
                  <a:srgbClr val="384652"/>
                </a:solidFill>
                <a:latin typeface="Roboto"/>
                <a:cs typeface="Roboto"/>
              </a:rPr>
              <a:t>disease</a:t>
            </a:r>
            <a:r>
              <a:rPr sz="1550" spc="120" dirty="0">
                <a:solidFill>
                  <a:srgbClr val="384652"/>
                </a:solidFill>
                <a:latin typeface="Roboto"/>
                <a:cs typeface="Roboto"/>
              </a:rPr>
              <a:t> </a:t>
            </a:r>
            <a:r>
              <a:rPr sz="1550" dirty="0">
                <a:solidFill>
                  <a:srgbClr val="384652"/>
                </a:solidFill>
                <a:latin typeface="Roboto"/>
                <a:cs typeface="Roboto"/>
              </a:rPr>
              <a:t>burden,</a:t>
            </a:r>
            <a:r>
              <a:rPr sz="1550" spc="30" dirty="0">
                <a:solidFill>
                  <a:srgbClr val="384652"/>
                </a:solidFill>
                <a:latin typeface="Roboto"/>
                <a:cs typeface="Roboto"/>
              </a:rPr>
              <a:t> </a:t>
            </a:r>
            <a:r>
              <a:rPr sz="1550" dirty="0">
                <a:solidFill>
                  <a:srgbClr val="384652"/>
                </a:solidFill>
                <a:latin typeface="Roboto"/>
                <a:cs typeface="Roboto"/>
              </a:rPr>
              <a:t>yet</a:t>
            </a:r>
            <a:r>
              <a:rPr sz="1550" spc="55" dirty="0">
                <a:solidFill>
                  <a:srgbClr val="384652"/>
                </a:solidFill>
                <a:latin typeface="Roboto"/>
                <a:cs typeface="Roboto"/>
              </a:rPr>
              <a:t> </a:t>
            </a:r>
            <a:r>
              <a:rPr sz="1550" spc="-10" dirty="0">
                <a:solidFill>
                  <a:srgbClr val="384652"/>
                </a:solidFill>
                <a:latin typeface="Roboto"/>
                <a:cs typeface="Roboto"/>
              </a:rPr>
              <a:t>their </a:t>
            </a:r>
            <a:r>
              <a:rPr sz="1550" dirty="0">
                <a:solidFill>
                  <a:srgbClr val="384652"/>
                </a:solidFill>
                <a:latin typeface="Roboto"/>
                <a:cs typeface="Roboto"/>
              </a:rPr>
              <a:t>therapeutic</a:t>
            </a:r>
            <a:r>
              <a:rPr sz="1550" spc="145" dirty="0">
                <a:solidFill>
                  <a:srgbClr val="384652"/>
                </a:solidFill>
                <a:latin typeface="Roboto"/>
                <a:cs typeface="Roboto"/>
              </a:rPr>
              <a:t> </a:t>
            </a:r>
            <a:r>
              <a:rPr sz="1550" dirty="0">
                <a:solidFill>
                  <a:srgbClr val="384652"/>
                </a:solidFill>
                <a:latin typeface="Roboto"/>
                <a:cs typeface="Roboto"/>
              </a:rPr>
              <a:t>potential</a:t>
            </a:r>
            <a:r>
              <a:rPr sz="1550" spc="130" dirty="0">
                <a:solidFill>
                  <a:srgbClr val="384652"/>
                </a:solidFill>
                <a:latin typeface="Roboto"/>
                <a:cs typeface="Roboto"/>
              </a:rPr>
              <a:t> </a:t>
            </a:r>
            <a:r>
              <a:rPr sz="1550" dirty="0">
                <a:solidFill>
                  <a:srgbClr val="384652"/>
                </a:solidFill>
                <a:latin typeface="Roboto"/>
                <a:cs typeface="Roboto"/>
              </a:rPr>
              <a:t>depends</a:t>
            </a:r>
            <a:r>
              <a:rPr sz="1550" spc="70" dirty="0">
                <a:solidFill>
                  <a:srgbClr val="384652"/>
                </a:solidFill>
                <a:latin typeface="Roboto"/>
                <a:cs typeface="Roboto"/>
              </a:rPr>
              <a:t> </a:t>
            </a:r>
            <a:r>
              <a:rPr sz="1550" dirty="0">
                <a:solidFill>
                  <a:srgbClr val="384652"/>
                </a:solidFill>
                <a:latin typeface="Roboto"/>
                <a:cs typeface="Roboto"/>
              </a:rPr>
              <a:t>on</a:t>
            </a:r>
            <a:r>
              <a:rPr sz="1550" spc="90" dirty="0">
                <a:solidFill>
                  <a:srgbClr val="384652"/>
                </a:solidFill>
                <a:latin typeface="Roboto"/>
                <a:cs typeface="Roboto"/>
              </a:rPr>
              <a:t> </a:t>
            </a:r>
            <a:r>
              <a:rPr sz="1550" dirty="0">
                <a:solidFill>
                  <a:srgbClr val="384652"/>
                </a:solidFill>
                <a:latin typeface="Roboto"/>
                <a:cs typeface="Roboto"/>
              </a:rPr>
              <a:t>responsible</a:t>
            </a:r>
            <a:r>
              <a:rPr sz="1550" spc="45" dirty="0">
                <a:solidFill>
                  <a:srgbClr val="384652"/>
                </a:solidFill>
                <a:latin typeface="Roboto"/>
                <a:cs typeface="Roboto"/>
              </a:rPr>
              <a:t> </a:t>
            </a:r>
            <a:r>
              <a:rPr sz="1550" spc="-10" dirty="0">
                <a:solidFill>
                  <a:srgbClr val="384652"/>
                </a:solidFill>
                <a:latin typeface="Roboto"/>
                <a:cs typeface="Roboto"/>
              </a:rPr>
              <a:t>stewardship</a:t>
            </a:r>
            <a:endParaRPr sz="1550">
              <a:latin typeface="Roboto"/>
              <a:cs typeface="Roboto"/>
            </a:endParaRPr>
          </a:p>
        </p:txBody>
      </p:sp>
      <p:grpSp>
        <p:nvGrpSpPr>
          <p:cNvPr id="5" name="object 5"/>
          <p:cNvGrpSpPr/>
          <p:nvPr/>
        </p:nvGrpSpPr>
        <p:grpSpPr>
          <a:xfrm>
            <a:off x="877252" y="5220715"/>
            <a:ext cx="5113655" cy="626745"/>
            <a:chOff x="877252" y="5220715"/>
            <a:chExt cx="5113655" cy="626745"/>
          </a:xfrm>
        </p:grpSpPr>
        <p:sp>
          <p:nvSpPr>
            <p:cNvPr id="6" name="object 6"/>
            <p:cNvSpPr/>
            <p:nvPr/>
          </p:nvSpPr>
          <p:spPr>
            <a:xfrm>
              <a:off x="881062" y="5224525"/>
              <a:ext cx="5106035" cy="619125"/>
            </a:xfrm>
            <a:custGeom>
              <a:avLst/>
              <a:gdLst/>
              <a:ahLst/>
              <a:cxnLst/>
              <a:rect l="l" t="t" r="r" b="b"/>
              <a:pathLst>
                <a:path w="5106035" h="619125">
                  <a:moveTo>
                    <a:pt x="5032565" y="0"/>
                  </a:moveTo>
                  <a:lnTo>
                    <a:pt x="72796" y="0"/>
                  </a:lnTo>
                  <a:lnTo>
                    <a:pt x="44459" y="5709"/>
                  </a:lnTo>
                  <a:lnTo>
                    <a:pt x="21320" y="21288"/>
                  </a:lnTo>
                  <a:lnTo>
                    <a:pt x="5720" y="44416"/>
                  </a:lnTo>
                  <a:lnTo>
                    <a:pt x="0" y="72771"/>
                  </a:lnTo>
                  <a:lnTo>
                    <a:pt x="0" y="546265"/>
                  </a:lnTo>
                  <a:lnTo>
                    <a:pt x="5720" y="574602"/>
                  </a:lnTo>
                  <a:lnTo>
                    <a:pt x="21320" y="597741"/>
                  </a:lnTo>
                  <a:lnTo>
                    <a:pt x="44459" y="613341"/>
                  </a:lnTo>
                  <a:lnTo>
                    <a:pt x="72796" y="619061"/>
                  </a:lnTo>
                  <a:lnTo>
                    <a:pt x="5032565" y="619061"/>
                  </a:lnTo>
                  <a:lnTo>
                    <a:pt x="5060940" y="613341"/>
                  </a:lnTo>
                  <a:lnTo>
                    <a:pt x="5084111" y="597741"/>
                  </a:lnTo>
                  <a:lnTo>
                    <a:pt x="5099734" y="574602"/>
                  </a:lnTo>
                  <a:lnTo>
                    <a:pt x="5105463" y="546265"/>
                  </a:lnTo>
                  <a:lnTo>
                    <a:pt x="5105463" y="72771"/>
                  </a:lnTo>
                  <a:lnTo>
                    <a:pt x="5099734" y="44416"/>
                  </a:lnTo>
                  <a:lnTo>
                    <a:pt x="5084111" y="21288"/>
                  </a:lnTo>
                  <a:lnTo>
                    <a:pt x="5060940" y="5709"/>
                  </a:lnTo>
                  <a:lnTo>
                    <a:pt x="5032565" y="0"/>
                  </a:lnTo>
                  <a:close/>
                </a:path>
              </a:pathLst>
            </a:custGeom>
            <a:solidFill>
              <a:srgbClr val="D9ECF1"/>
            </a:solidFill>
          </p:spPr>
          <p:txBody>
            <a:bodyPr wrap="square" lIns="0" tIns="0" rIns="0" bIns="0" rtlCol="0"/>
            <a:lstStyle/>
            <a:p>
              <a:endParaRPr/>
            </a:p>
          </p:txBody>
        </p:sp>
        <p:sp>
          <p:nvSpPr>
            <p:cNvPr id="7" name="object 7"/>
            <p:cNvSpPr/>
            <p:nvPr/>
          </p:nvSpPr>
          <p:spPr>
            <a:xfrm>
              <a:off x="881062" y="5224525"/>
              <a:ext cx="5106035" cy="619125"/>
            </a:xfrm>
            <a:custGeom>
              <a:avLst/>
              <a:gdLst/>
              <a:ahLst/>
              <a:cxnLst/>
              <a:rect l="l" t="t" r="r" b="b"/>
              <a:pathLst>
                <a:path w="5106035" h="619125">
                  <a:moveTo>
                    <a:pt x="0" y="72771"/>
                  </a:moveTo>
                  <a:lnTo>
                    <a:pt x="5720" y="44416"/>
                  </a:lnTo>
                  <a:lnTo>
                    <a:pt x="21320" y="21288"/>
                  </a:lnTo>
                  <a:lnTo>
                    <a:pt x="44459" y="5709"/>
                  </a:lnTo>
                  <a:lnTo>
                    <a:pt x="72796" y="0"/>
                  </a:lnTo>
                  <a:lnTo>
                    <a:pt x="5032565" y="0"/>
                  </a:lnTo>
                  <a:lnTo>
                    <a:pt x="5060940" y="5709"/>
                  </a:lnTo>
                  <a:lnTo>
                    <a:pt x="5084111" y="21288"/>
                  </a:lnTo>
                  <a:lnTo>
                    <a:pt x="5099734" y="44416"/>
                  </a:lnTo>
                  <a:lnTo>
                    <a:pt x="5105463" y="72771"/>
                  </a:lnTo>
                  <a:lnTo>
                    <a:pt x="5105463" y="546265"/>
                  </a:lnTo>
                  <a:lnTo>
                    <a:pt x="5099734" y="574602"/>
                  </a:lnTo>
                  <a:lnTo>
                    <a:pt x="5084111" y="597741"/>
                  </a:lnTo>
                  <a:lnTo>
                    <a:pt x="5060940" y="613341"/>
                  </a:lnTo>
                  <a:lnTo>
                    <a:pt x="5032565" y="619061"/>
                  </a:lnTo>
                  <a:lnTo>
                    <a:pt x="72796" y="619061"/>
                  </a:lnTo>
                  <a:lnTo>
                    <a:pt x="44459" y="613341"/>
                  </a:lnTo>
                  <a:lnTo>
                    <a:pt x="21320" y="597741"/>
                  </a:lnTo>
                  <a:lnTo>
                    <a:pt x="5720" y="574602"/>
                  </a:lnTo>
                  <a:lnTo>
                    <a:pt x="0" y="546265"/>
                  </a:lnTo>
                  <a:lnTo>
                    <a:pt x="0" y="72771"/>
                  </a:lnTo>
                  <a:close/>
                </a:path>
              </a:pathLst>
            </a:custGeom>
            <a:ln w="7620">
              <a:solidFill>
                <a:srgbClr val="BED2D7"/>
              </a:solidFill>
            </a:ln>
          </p:spPr>
          <p:txBody>
            <a:bodyPr wrap="square" lIns="0" tIns="0" rIns="0" bIns="0" rtlCol="0"/>
            <a:lstStyle/>
            <a:p>
              <a:endParaRPr/>
            </a:p>
          </p:txBody>
        </p:sp>
      </p:grpSp>
      <p:sp>
        <p:nvSpPr>
          <p:cNvPr id="8" name="object 8"/>
          <p:cNvSpPr txBox="1"/>
          <p:nvPr/>
        </p:nvSpPr>
        <p:spPr>
          <a:xfrm>
            <a:off x="976947" y="5294947"/>
            <a:ext cx="2303780"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384652"/>
                </a:solidFill>
                <a:latin typeface="Roboto"/>
                <a:cs typeface="Roboto"/>
              </a:rPr>
              <a:t>Respiratory </a:t>
            </a:r>
            <a:r>
              <a:rPr sz="1800" b="1" spc="-10" dirty="0">
                <a:solidFill>
                  <a:srgbClr val="384652"/>
                </a:solidFill>
                <a:latin typeface="Roboto"/>
                <a:cs typeface="Roboto"/>
              </a:rPr>
              <a:t>Infections</a:t>
            </a:r>
            <a:endParaRPr sz="1800">
              <a:latin typeface="Roboto"/>
              <a:cs typeface="Roboto"/>
            </a:endParaRPr>
          </a:p>
        </p:txBody>
      </p:sp>
      <p:grpSp>
        <p:nvGrpSpPr>
          <p:cNvPr id="9" name="object 9"/>
          <p:cNvGrpSpPr/>
          <p:nvPr/>
        </p:nvGrpSpPr>
        <p:grpSpPr>
          <a:xfrm>
            <a:off x="6478015" y="5192140"/>
            <a:ext cx="5113020" cy="617220"/>
            <a:chOff x="6478015" y="5192140"/>
            <a:chExt cx="5113020" cy="617220"/>
          </a:xfrm>
        </p:grpSpPr>
        <p:sp>
          <p:nvSpPr>
            <p:cNvPr id="10" name="object 10"/>
            <p:cNvSpPr/>
            <p:nvPr/>
          </p:nvSpPr>
          <p:spPr>
            <a:xfrm>
              <a:off x="6481825" y="5195950"/>
              <a:ext cx="5105400" cy="609600"/>
            </a:xfrm>
            <a:custGeom>
              <a:avLst/>
              <a:gdLst/>
              <a:ahLst/>
              <a:cxnLst/>
              <a:rect l="l" t="t" r="r" b="b"/>
              <a:pathLst>
                <a:path w="5105400" h="609600">
                  <a:moveTo>
                    <a:pt x="5033645" y="0"/>
                  </a:moveTo>
                  <a:lnTo>
                    <a:pt x="71627" y="0"/>
                  </a:lnTo>
                  <a:lnTo>
                    <a:pt x="43719" y="5619"/>
                  </a:lnTo>
                  <a:lnTo>
                    <a:pt x="20954" y="20954"/>
                  </a:lnTo>
                  <a:lnTo>
                    <a:pt x="5619" y="43719"/>
                  </a:lnTo>
                  <a:lnTo>
                    <a:pt x="0" y="71628"/>
                  </a:lnTo>
                  <a:lnTo>
                    <a:pt x="0" y="537857"/>
                  </a:lnTo>
                  <a:lnTo>
                    <a:pt x="5619" y="565757"/>
                  </a:lnTo>
                  <a:lnTo>
                    <a:pt x="20954" y="588541"/>
                  </a:lnTo>
                  <a:lnTo>
                    <a:pt x="43719" y="603903"/>
                  </a:lnTo>
                  <a:lnTo>
                    <a:pt x="71627" y="609536"/>
                  </a:lnTo>
                  <a:lnTo>
                    <a:pt x="5033645" y="609536"/>
                  </a:lnTo>
                  <a:lnTo>
                    <a:pt x="5061573" y="603903"/>
                  </a:lnTo>
                  <a:lnTo>
                    <a:pt x="5084381" y="588541"/>
                  </a:lnTo>
                  <a:lnTo>
                    <a:pt x="5099760" y="565757"/>
                  </a:lnTo>
                  <a:lnTo>
                    <a:pt x="5105400" y="537857"/>
                  </a:lnTo>
                  <a:lnTo>
                    <a:pt x="5105400" y="71628"/>
                  </a:lnTo>
                  <a:lnTo>
                    <a:pt x="5099760" y="43719"/>
                  </a:lnTo>
                  <a:lnTo>
                    <a:pt x="5084381" y="20955"/>
                  </a:lnTo>
                  <a:lnTo>
                    <a:pt x="5061573" y="5619"/>
                  </a:lnTo>
                  <a:lnTo>
                    <a:pt x="5033645" y="0"/>
                  </a:lnTo>
                  <a:close/>
                </a:path>
              </a:pathLst>
            </a:custGeom>
            <a:solidFill>
              <a:srgbClr val="D9ECF1"/>
            </a:solidFill>
          </p:spPr>
          <p:txBody>
            <a:bodyPr wrap="square" lIns="0" tIns="0" rIns="0" bIns="0" rtlCol="0"/>
            <a:lstStyle/>
            <a:p>
              <a:endParaRPr/>
            </a:p>
          </p:txBody>
        </p:sp>
        <p:sp>
          <p:nvSpPr>
            <p:cNvPr id="11" name="object 11"/>
            <p:cNvSpPr/>
            <p:nvPr/>
          </p:nvSpPr>
          <p:spPr>
            <a:xfrm>
              <a:off x="6481825" y="5195950"/>
              <a:ext cx="5105400" cy="609600"/>
            </a:xfrm>
            <a:custGeom>
              <a:avLst/>
              <a:gdLst/>
              <a:ahLst/>
              <a:cxnLst/>
              <a:rect l="l" t="t" r="r" b="b"/>
              <a:pathLst>
                <a:path w="5105400" h="609600">
                  <a:moveTo>
                    <a:pt x="0" y="71628"/>
                  </a:moveTo>
                  <a:lnTo>
                    <a:pt x="5619" y="43719"/>
                  </a:lnTo>
                  <a:lnTo>
                    <a:pt x="20954" y="20954"/>
                  </a:lnTo>
                  <a:lnTo>
                    <a:pt x="43719" y="5619"/>
                  </a:lnTo>
                  <a:lnTo>
                    <a:pt x="71627" y="0"/>
                  </a:lnTo>
                  <a:lnTo>
                    <a:pt x="5033645" y="0"/>
                  </a:lnTo>
                  <a:lnTo>
                    <a:pt x="5061573" y="5619"/>
                  </a:lnTo>
                  <a:lnTo>
                    <a:pt x="5084381" y="20955"/>
                  </a:lnTo>
                  <a:lnTo>
                    <a:pt x="5099760" y="43719"/>
                  </a:lnTo>
                  <a:lnTo>
                    <a:pt x="5105400" y="71628"/>
                  </a:lnTo>
                  <a:lnTo>
                    <a:pt x="5105400" y="537857"/>
                  </a:lnTo>
                  <a:lnTo>
                    <a:pt x="5099760" y="565757"/>
                  </a:lnTo>
                  <a:lnTo>
                    <a:pt x="5084381" y="588541"/>
                  </a:lnTo>
                  <a:lnTo>
                    <a:pt x="5061573" y="603903"/>
                  </a:lnTo>
                  <a:lnTo>
                    <a:pt x="5033645" y="609536"/>
                  </a:lnTo>
                  <a:lnTo>
                    <a:pt x="71627" y="609536"/>
                  </a:lnTo>
                  <a:lnTo>
                    <a:pt x="43719" y="603903"/>
                  </a:lnTo>
                  <a:lnTo>
                    <a:pt x="20954" y="588541"/>
                  </a:lnTo>
                  <a:lnTo>
                    <a:pt x="5619" y="565757"/>
                  </a:lnTo>
                  <a:lnTo>
                    <a:pt x="0" y="537857"/>
                  </a:lnTo>
                  <a:lnTo>
                    <a:pt x="0" y="71628"/>
                  </a:lnTo>
                  <a:close/>
                </a:path>
              </a:pathLst>
            </a:custGeom>
            <a:ln w="7620">
              <a:solidFill>
                <a:srgbClr val="BED2D7"/>
              </a:solidFill>
            </a:ln>
          </p:spPr>
          <p:txBody>
            <a:bodyPr wrap="square" lIns="0" tIns="0" rIns="0" bIns="0" rtlCol="0"/>
            <a:lstStyle/>
            <a:p>
              <a:endParaRPr/>
            </a:p>
          </p:txBody>
        </p:sp>
      </p:grpSp>
      <p:sp>
        <p:nvSpPr>
          <p:cNvPr id="12" name="object 12"/>
          <p:cNvSpPr txBox="1"/>
          <p:nvPr/>
        </p:nvSpPr>
        <p:spPr>
          <a:xfrm>
            <a:off x="6582156" y="5258498"/>
            <a:ext cx="2454910"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384652"/>
                </a:solidFill>
                <a:latin typeface="Roboto"/>
                <a:cs typeface="Roboto"/>
              </a:rPr>
              <a:t>Urinary</a:t>
            </a:r>
            <a:r>
              <a:rPr sz="1800" b="1" spc="-20" dirty="0">
                <a:solidFill>
                  <a:srgbClr val="384652"/>
                </a:solidFill>
                <a:latin typeface="Roboto"/>
                <a:cs typeface="Roboto"/>
              </a:rPr>
              <a:t> </a:t>
            </a:r>
            <a:r>
              <a:rPr sz="1800" b="1" dirty="0">
                <a:solidFill>
                  <a:srgbClr val="384652"/>
                </a:solidFill>
                <a:latin typeface="Roboto"/>
                <a:cs typeface="Roboto"/>
              </a:rPr>
              <a:t>Tract</a:t>
            </a:r>
            <a:r>
              <a:rPr sz="1800" b="1" spc="-15" dirty="0">
                <a:solidFill>
                  <a:srgbClr val="384652"/>
                </a:solidFill>
                <a:latin typeface="Roboto"/>
                <a:cs typeface="Roboto"/>
              </a:rPr>
              <a:t> </a:t>
            </a:r>
            <a:r>
              <a:rPr sz="1800" b="1" spc="-10" dirty="0">
                <a:solidFill>
                  <a:srgbClr val="384652"/>
                </a:solidFill>
                <a:latin typeface="Roboto"/>
                <a:cs typeface="Roboto"/>
              </a:rPr>
              <a:t>infections</a:t>
            </a:r>
            <a:endParaRPr sz="1800">
              <a:latin typeface="Roboto"/>
              <a:cs typeface="Roboto"/>
            </a:endParaRPr>
          </a:p>
        </p:txBody>
      </p:sp>
      <p:grpSp>
        <p:nvGrpSpPr>
          <p:cNvPr id="13" name="object 13"/>
          <p:cNvGrpSpPr/>
          <p:nvPr/>
        </p:nvGrpSpPr>
        <p:grpSpPr>
          <a:xfrm>
            <a:off x="877252" y="5992177"/>
            <a:ext cx="5113655" cy="617220"/>
            <a:chOff x="877252" y="5992177"/>
            <a:chExt cx="5113655" cy="617220"/>
          </a:xfrm>
        </p:grpSpPr>
        <p:sp>
          <p:nvSpPr>
            <p:cNvPr id="14" name="object 14"/>
            <p:cNvSpPr/>
            <p:nvPr/>
          </p:nvSpPr>
          <p:spPr>
            <a:xfrm>
              <a:off x="881062" y="5995987"/>
              <a:ext cx="5106035" cy="609600"/>
            </a:xfrm>
            <a:custGeom>
              <a:avLst/>
              <a:gdLst/>
              <a:ahLst/>
              <a:cxnLst/>
              <a:rect l="l" t="t" r="r" b="b"/>
              <a:pathLst>
                <a:path w="5106035" h="609600">
                  <a:moveTo>
                    <a:pt x="5033708" y="0"/>
                  </a:moveTo>
                  <a:lnTo>
                    <a:pt x="71678" y="0"/>
                  </a:lnTo>
                  <a:lnTo>
                    <a:pt x="43778" y="5633"/>
                  </a:lnTo>
                  <a:lnTo>
                    <a:pt x="20994" y="20994"/>
                  </a:lnTo>
                  <a:lnTo>
                    <a:pt x="5633" y="43778"/>
                  </a:lnTo>
                  <a:lnTo>
                    <a:pt x="0" y="71678"/>
                  </a:lnTo>
                  <a:lnTo>
                    <a:pt x="0" y="537921"/>
                  </a:lnTo>
                  <a:lnTo>
                    <a:pt x="5633" y="565821"/>
                  </a:lnTo>
                  <a:lnTo>
                    <a:pt x="20994" y="588605"/>
                  </a:lnTo>
                  <a:lnTo>
                    <a:pt x="43778" y="603966"/>
                  </a:lnTo>
                  <a:lnTo>
                    <a:pt x="71678" y="609600"/>
                  </a:lnTo>
                  <a:lnTo>
                    <a:pt x="5033708" y="609600"/>
                  </a:lnTo>
                  <a:lnTo>
                    <a:pt x="5061636" y="603966"/>
                  </a:lnTo>
                  <a:lnTo>
                    <a:pt x="5084445" y="588605"/>
                  </a:lnTo>
                  <a:lnTo>
                    <a:pt x="5099823" y="565821"/>
                  </a:lnTo>
                  <a:lnTo>
                    <a:pt x="5105463" y="537921"/>
                  </a:lnTo>
                  <a:lnTo>
                    <a:pt x="5105463" y="71678"/>
                  </a:lnTo>
                  <a:lnTo>
                    <a:pt x="5099823" y="43778"/>
                  </a:lnTo>
                  <a:lnTo>
                    <a:pt x="5084445" y="20994"/>
                  </a:lnTo>
                  <a:lnTo>
                    <a:pt x="5061636" y="5633"/>
                  </a:lnTo>
                  <a:lnTo>
                    <a:pt x="5033708" y="0"/>
                  </a:lnTo>
                  <a:close/>
                </a:path>
              </a:pathLst>
            </a:custGeom>
            <a:solidFill>
              <a:srgbClr val="D9ECF1"/>
            </a:solidFill>
          </p:spPr>
          <p:txBody>
            <a:bodyPr wrap="square" lIns="0" tIns="0" rIns="0" bIns="0" rtlCol="0"/>
            <a:lstStyle/>
            <a:p>
              <a:endParaRPr/>
            </a:p>
          </p:txBody>
        </p:sp>
        <p:sp>
          <p:nvSpPr>
            <p:cNvPr id="15" name="object 15"/>
            <p:cNvSpPr/>
            <p:nvPr/>
          </p:nvSpPr>
          <p:spPr>
            <a:xfrm>
              <a:off x="881062" y="5995987"/>
              <a:ext cx="5106035" cy="609600"/>
            </a:xfrm>
            <a:custGeom>
              <a:avLst/>
              <a:gdLst/>
              <a:ahLst/>
              <a:cxnLst/>
              <a:rect l="l" t="t" r="r" b="b"/>
              <a:pathLst>
                <a:path w="5106035" h="609600">
                  <a:moveTo>
                    <a:pt x="0" y="71678"/>
                  </a:moveTo>
                  <a:lnTo>
                    <a:pt x="5633" y="43778"/>
                  </a:lnTo>
                  <a:lnTo>
                    <a:pt x="20994" y="20994"/>
                  </a:lnTo>
                  <a:lnTo>
                    <a:pt x="43778" y="5633"/>
                  </a:lnTo>
                  <a:lnTo>
                    <a:pt x="71678" y="0"/>
                  </a:lnTo>
                  <a:lnTo>
                    <a:pt x="5033708" y="0"/>
                  </a:lnTo>
                  <a:lnTo>
                    <a:pt x="5061636" y="5633"/>
                  </a:lnTo>
                  <a:lnTo>
                    <a:pt x="5084445" y="20994"/>
                  </a:lnTo>
                  <a:lnTo>
                    <a:pt x="5099823" y="43778"/>
                  </a:lnTo>
                  <a:lnTo>
                    <a:pt x="5105463" y="71678"/>
                  </a:lnTo>
                  <a:lnTo>
                    <a:pt x="5105463" y="537921"/>
                  </a:lnTo>
                  <a:lnTo>
                    <a:pt x="5099823" y="565821"/>
                  </a:lnTo>
                  <a:lnTo>
                    <a:pt x="5084445" y="588605"/>
                  </a:lnTo>
                  <a:lnTo>
                    <a:pt x="5061636" y="603966"/>
                  </a:lnTo>
                  <a:lnTo>
                    <a:pt x="5033708" y="609600"/>
                  </a:lnTo>
                  <a:lnTo>
                    <a:pt x="71678" y="609600"/>
                  </a:lnTo>
                  <a:lnTo>
                    <a:pt x="43778" y="603966"/>
                  </a:lnTo>
                  <a:lnTo>
                    <a:pt x="20994" y="588605"/>
                  </a:lnTo>
                  <a:lnTo>
                    <a:pt x="5633" y="565821"/>
                  </a:lnTo>
                  <a:lnTo>
                    <a:pt x="0" y="537921"/>
                  </a:lnTo>
                  <a:lnTo>
                    <a:pt x="0" y="71678"/>
                  </a:lnTo>
                  <a:close/>
                </a:path>
              </a:pathLst>
            </a:custGeom>
            <a:ln w="7620">
              <a:solidFill>
                <a:srgbClr val="BED2D7"/>
              </a:solidFill>
            </a:ln>
          </p:spPr>
          <p:txBody>
            <a:bodyPr wrap="square" lIns="0" tIns="0" rIns="0" bIns="0" rtlCol="0"/>
            <a:lstStyle/>
            <a:p>
              <a:endParaRPr/>
            </a:p>
          </p:txBody>
        </p:sp>
      </p:grpSp>
      <p:sp>
        <p:nvSpPr>
          <p:cNvPr id="16" name="object 16"/>
          <p:cNvSpPr txBox="1"/>
          <p:nvPr/>
        </p:nvSpPr>
        <p:spPr>
          <a:xfrm>
            <a:off x="976947" y="6061392"/>
            <a:ext cx="3731260"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384652"/>
                </a:solidFill>
                <a:latin typeface="Roboto"/>
                <a:cs typeface="Roboto"/>
              </a:rPr>
              <a:t>Sepsis</a:t>
            </a:r>
            <a:r>
              <a:rPr sz="1800" b="1" spc="-25" dirty="0">
                <a:solidFill>
                  <a:srgbClr val="384652"/>
                </a:solidFill>
                <a:latin typeface="Roboto"/>
                <a:cs typeface="Roboto"/>
              </a:rPr>
              <a:t> </a:t>
            </a:r>
            <a:r>
              <a:rPr sz="1800" b="1" dirty="0">
                <a:solidFill>
                  <a:srgbClr val="384652"/>
                </a:solidFill>
                <a:latin typeface="Roboto"/>
                <a:cs typeface="Roboto"/>
              </a:rPr>
              <a:t>&amp;</a:t>
            </a:r>
            <a:r>
              <a:rPr sz="1800" b="1" spc="15" dirty="0">
                <a:solidFill>
                  <a:srgbClr val="384652"/>
                </a:solidFill>
                <a:latin typeface="Roboto"/>
                <a:cs typeface="Roboto"/>
              </a:rPr>
              <a:t> </a:t>
            </a:r>
            <a:r>
              <a:rPr sz="1800" b="1" spc="-10" dirty="0">
                <a:solidFill>
                  <a:srgbClr val="384652"/>
                </a:solidFill>
                <a:latin typeface="Roboto"/>
                <a:cs typeface="Roboto"/>
              </a:rPr>
              <a:t>Life-</a:t>
            </a:r>
            <a:r>
              <a:rPr sz="1800" b="1" dirty="0">
                <a:solidFill>
                  <a:srgbClr val="384652"/>
                </a:solidFill>
                <a:latin typeface="Roboto"/>
                <a:cs typeface="Roboto"/>
              </a:rPr>
              <a:t>threatening</a:t>
            </a:r>
            <a:r>
              <a:rPr sz="1800" b="1" spc="20" dirty="0">
                <a:solidFill>
                  <a:srgbClr val="384652"/>
                </a:solidFill>
                <a:latin typeface="Roboto"/>
                <a:cs typeface="Roboto"/>
              </a:rPr>
              <a:t> </a:t>
            </a:r>
            <a:r>
              <a:rPr sz="1800" b="1" spc="-10" dirty="0">
                <a:solidFill>
                  <a:srgbClr val="384652"/>
                </a:solidFill>
                <a:latin typeface="Roboto"/>
                <a:cs typeface="Roboto"/>
              </a:rPr>
              <a:t>infections</a:t>
            </a:r>
            <a:endParaRPr sz="1800">
              <a:latin typeface="Roboto"/>
              <a:cs typeface="Roboto"/>
            </a:endParaRPr>
          </a:p>
        </p:txBody>
      </p:sp>
      <p:grpSp>
        <p:nvGrpSpPr>
          <p:cNvPr id="17" name="object 17"/>
          <p:cNvGrpSpPr/>
          <p:nvPr/>
        </p:nvGrpSpPr>
        <p:grpSpPr>
          <a:xfrm>
            <a:off x="6478015" y="5992177"/>
            <a:ext cx="5113020" cy="617220"/>
            <a:chOff x="6478015" y="5992177"/>
            <a:chExt cx="5113020" cy="617220"/>
          </a:xfrm>
        </p:grpSpPr>
        <p:sp>
          <p:nvSpPr>
            <p:cNvPr id="18" name="object 18"/>
            <p:cNvSpPr/>
            <p:nvPr/>
          </p:nvSpPr>
          <p:spPr>
            <a:xfrm>
              <a:off x="6481825" y="5995987"/>
              <a:ext cx="5105400" cy="609600"/>
            </a:xfrm>
            <a:custGeom>
              <a:avLst/>
              <a:gdLst/>
              <a:ahLst/>
              <a:cxnLst/>
              <a:rect l="l" t="t" r="r" b="b"/>
              <a:pathLst>
                <a:path w="5105400" h="609600">
                  <a:moveTo>
                    <a:pt x="5033645" y="0"/>
                  </a:moveTo>
                  <a:lnTo>
                    <a:pt x="71627" y="0"/>
                  </a:lnTo>
                  <a:lnTo>
                    <a:pt x="43719" y="5633"/>
                  </a:lnTo>
                  <a:lnTo>
                    <a:pt x="20954" y="20994"/>
                  </a:lnTo>
                  <a:lnTo>
                    <a:pt x="5619" y="43778"/>
                  </a:lnTo>
                  <a:lnTo>
                    <a:pt x="0" y="71678"/>
                  </a:lnTo>
                  <a:lnTo>
                    <a:pt x="0" y="537921"/>
                  </a:lnTo>
                  <a:lnTo>
                    <a:pt x="5619" y="565821"/>
                  </a:lnTo>
                  <a:lnTo>
                    <a:pt x="20954" y="588605"/>
                  </a:lnTo>
                  <a:lnTo>
                    <a:pt x="43719" y="603966"/>
                  </a:lnTo>
                  <a:lnTo>
                    <a:pt x="71627" y="609600"/>
                  </a:lnTo>
                  <a:lnTo>
                    <a:pt x="5033645" y="609600"/>
                  </a:lnTo>
                  <a:lnTo>
                    <a:pt x="5061573" y="603966"/>
                  </a:lnTo>
                  <a:lnTo>
                    <a:pt x="5084381" y="588605"/>
                  </a:lnTo>
                  <a:lnTo>
                    <a:pt x="5099760" y="565821"/>
                  </a:lnTo>
                  <a:lnTo>
                    <a:pt x="5105400" y="537921"/>
                  </a:lnTo>
                  <a:lnTo>
                    <a:pt x="5105400" y="71678"/>
                  </a:lnTo>
                  <a:lnTo>
                    <a:pt x="5099760" y="43778"/>
                  </a:lnTo>
                  <a:lnTo>
                    <a:pt x="5084381" y="20994"/>
                  </a:lnTo>
                  <a:lnTo>
                    <a:pt x="5061573" y="5633"/>
                  </a:lnTo>
                  <a:lnTo>
                    <a:pt x="5033645" y="0"/>
                  </a:lnTo>
                  <a:close/>
                </a:path>
              </a:pathLst>
            </a:custGeom>
            <a:solidFill>
              <a:srgbClr val="D9ECF1"/>
            </a:solidFill>
          </p:spPr>
          <p:txBody>
            <a:bodyPr wrap="square" lIns="0" tIns="0" rIns="0" bIns="0" rtlCol="0"/>
            <a:lstStyle/>
            <a:p>
              <a:endParaRPr/>
            </a:p>
          </p:txBody>
        </p:sp>
        <p:sp>
          <p:nvSpPr>
            <p:cNvPr id="19" name="object 19"/>
            <p:cNvSpPr/>
            <p:nvPr/>
          </p:nvSpPr>
          <p:spPr>
            <a:xfrm>
              <a:off x="6481825" y="5995987"/>
              <a:ext cx="5105400" cy="609600"/>
            </a:xfrm>
            <a:custGeom>
              <a:avLst/>
              <a:gdLst/>
              <a:ahLst/>
              <a:cxnLst/>
              <a:rect l="l" t="t" r="r" b="b"/>
              <a:pathLst>
                <a:path w="5105400" h="609600">
                  <a:moveTo>
                    <a:pt x="0" y="71678"/>
                  </a:moveTo>
                  <a:lnTo>
                    <a:pt x="5619" y="43778"/>
                  </a:lnTo>
                  <a:lnTo>
                    <a:pt x="20954" y="20994"/>
                  </a:lnTo>
                  <a:lnTo>
                    <a:pt x="43719" y="5633"/>
                  </a:lnTo>
                  <a:lnTo>
                    <a:pt x="71627" y="0"/>
                  </a:lnTo>
                  <a:lnTo>
                    <a:pt x="5033645" y="0"/>
                  </a:lnTo>
                  <a:lnTo>
                    <a:pt x="5061573" y="5633"/>
                  </a:lnTo>
                  <a:lnTo>
                    <a:pt x="5084381" y="20994"/>
                  </a:lnTo>
                  <a:lnTo>
                    <a:pt x="5099760" y="43778"/>
                  </a:lnTo>
                  <a:lnTo>
                    <a:pt x="5105400" y="71678"/>
                  </a:lnTo>
                  <a:lnTo>
                    <a:pt x="5105400" y="537921"/>
                  </a:lnTo>
                  <a:lnTo>
                    <a:pt x="5099760" y="565821"/>
                  </a:lnTo>
                  <a:lnTo>
                    <a:pt x="5084381" y="588605"/>
                  </a:lnTo>
                  <a:lnTo>
                    <a:pt x="5061573" y="603966"/>
                  </a:lnTo>
                  <a:lnTo>
                    <a:pt x="5033645" y="609600"/>
                  </a:lnTo>
                  <a:lnTo>
                    <a:pt x="71627" y="609600"/>
                  </a:lnTo>
                  <a:lnTo>
                    <a:pt x="43719" y="603966"/>
                  </a:lnTo>
                  <a:lnTo>
                    <a:pt x="20954" y="588605"/>
                  </a:lnTo>
                  <a:lnTo>
                    <a:pt x="5619" y="565821"/>
                  </a:lnTo>
                  <a:lnTo>
                    <a:pt x="0" y="537921"/>
                  </a:lnTo>
                  <a:lnTo>
                    <a:pt x="0" y="71678"/>
                  </a:lnTo>
                  <a:close/>
                </a:path>
              </a:pathLst>
            </a:custGeom>
            <a:ln w="7620">
              <a:solidFill>
                <a:srgbClr val="BED2D7"/>
              </a:solidFill>
            </a:ln>
          </p:spPr>
          <p:txBody>
            <a:bodyPr wrap="square" lIns="0" tIns="0" rIns="0" bIns="0" rtlCol="0"/>
            <a:lstStyle/>
            <a:p>
              <a:endParaRPr/>
            </a:p>
          </p:txBody>
        </p:sp>
      </p:grpSp>
      <p:sp>
        <p:nvSpPr>
          <p:cNvPr id="20" name="object 20"/>
          <p:cNvSpPr txBox="1"/>
          <p:nvPr/>
        </p:nvSpPr>
        <p:spPr>
          <a:xfrm>
            <a:off x="6582156" y="6061392"/>
            <a:ext cx="2914015" cy="300355"/>
          </a:xfrm>
          <a:prstGeom prst="rect">
            <a:avLst/>
          </a:prstGeom>
        </p:spPr>
        <p:txBody>
          <a:bodyPr vert="horz" wrap="square" lIns="0" tIns="12700" rIns="0" bIns="0" rtlCol="0">
            <a:spAutoFit/>
          </a:bodyPr>
          <a:lstStyle/>
          <a:p>
            <a:pPr marL="12700">
              <a:lnSpc>
                <a:spcPct val="100000"/>
              </a:lnSpc>
              <a:spcBef>
                <a:spcPts val="100"/>
              </a:spcBef>
            </a:pPr>
            <a:r>
              <a:rPr sz="1800" b="1" spc="-25" dirty="0">
                <a:solidFill>
                  <a:srgbClr val="384652"/>
                </a:solidFill>
                <a:latin typeface="Roboto"/>
                <a:cs typeface="Roboto"/>
              </a:rPr>
              <a:t>Post-</a:t>
            </a:r>
            <a:r>
              <a:rPr sz="1800" b="1" dirty="0">
                <a:solidFill>
                  <a:srgbClr val="384652"/>
                </a:solidFill>
                <a:latin typeface="Roboto"/>
                <a:cs typeface="Roboto"/>
              </a:rPr>
              <a:t>surgical</a:t>
            </a:r>
            <a:r>
              <a:rPr sz="1800" b="1" spc="-5" dirty="0">
                <a:solidFill>
                  <a:srgbClr val="384652"/>
                </a:solidFill>
                <a:latin typeface="Roboto"/>
                <a:cs typeface="Roboto"/>
              </a:rPr>
              <a:t> </a:t>
            </a:r>
            <a:r>
              <a:rPr sz="1800" b="1" spc="-10" dirty="0">
                <a:solidFill>
                  <a:srgbClr val="384652"/>
                </a:solidFill>
                <a:latin typeface="Roboto"/>
                <a:cs typeface="Roboto"/>
              </a:rPr>
              <a:t>complications</a:t>
            </a:r>
            <a:endParaRPr sz="1800">
              <a:latin typeface="Roboto"/>
              <a:cs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10527" y="220090"/>
            <a:ext cx="5799455" cy="645795"/>
            <a:chOff x="410527" y="220090"/>
            <a:chExt cx="5799455" cy="645795"/>
          </a:xfrm>
        </p:grpSpPr>
        <p:sp>
          <p:nvSpPr>
            <p:cNvPr id="3" name="object 3"/>
            <p:cNvSpPr/>
            <p:nvPr/>
          </p:nvSpPr>
          <p:spPr>
            <a:xfrm>
              <a:off x="414337" y="223900"/>
              <a:ext cx="5791835" cy="638175"/>
            </a:xfrm>
            <a:custGeom>
              <a:avLst/>
              <a:gdLst/>
              <a:ahLst/>
              <a:cxnLst/>
              <a:rect l="l" t="t" r="r" b="b"/>
              <a:pathLst>
                <a:path w="5791835" h="638175">
                  <a:moveTo>
                    <a:pt x="5513133" y="0"/>
                  </a:moveTo>
                  <a:lnTo>
                    <a:pt x="278053" y="0"/>
                  </a:lnTo>
                  <a:lnTo>
                    <a:pt x="232951" y="3638"/>
                  </a:lnTo>
                  <a:lnTo>
                    <a:pt x="190165" y="14172"/>
                  </a:lnTo>
                  <a:lnTo>
                    <a:pt x="150270" y="31029"/>
                  </a:lnTo>
                  <a:lnTo>
                    <a:pt x="113837" y="53636"/>
                  </a:lnTo>
                  <a:lnTo>
                    <a:pt x="81438" y="81422"/>
                  </a:lnTo>
                  <a:lnTo>
                    <a:pt x="53647" y="113815"/>
                  </a:lnTo>
                  <a:lnTo>
                    <a:pt x="31035" y="150241"/>
                  </a:lnTo>
                  <a:lnTo>
                    <a:pt x="14175" y="190130"/>
                  </a:lnTo>
                  <a:lnTo>
                    <a:pt x="3639" y="232907"/>
                  </a:lnTo>
                  <a:lnTo>
                    <a:pt x="0" y="278002"/>
                  </a:lnTo>
                  <a:lnTo>
                    <a:pt x="0" y="360045"/>
                  </a:lnTo>
                  <a:lnTo>
                    <a:pt x="3639" y="405143"/>
                  </a:lnTo>
                  <a:lnTo>
                    <a:pt x="14175" y="447931"/>
                  </a:lnTo>
                  <a:lnTo>
                    <a:pt x="31035" y="487833"/>
                  </a:lnTo>
                  <a:lnTo>
                    <a:pt x="53647" y="524277"/>
                  </a:lnTo>
                  <a:lnTo>
                    <a:pt x="81438" y="556688"/>
                  </a:lnTo>
                  <a:lnTo>
                    <a:pt x="113837" y="584493"/>
                  </a:lnTo>
                  <a:lnTo>
                    <a:pt x="150270" y="607118"/>
                  </a:lnTo>
                  <a:lnTo>
                    <a:pt x="190165" y="623989"/>
                  </a:lnTo>
                  <a:lnTo>
                    <a:pt x="232951" y="634533"/>
                  </a:lnTo>
                  <a:lnTo>
                    <a:pt x="278053" y="638175"/>
                  </a:lnTo>
                  <a:lnTo>
                    <a:pt x="5513133" y="638175"/>
                  </a:lnTo>
                  <a:lnTo>
                    <a:pt x="5558232" y="634533"/>
                  </a:lnTo>
                  <a:lnTo>
                    <a:pt x="5601019" y="623989"/>
                  </a:lnTo>
                  <a:lnTo>
                    <a:pt x="5640922" y="607118"/>
                  </a:lnTo>
                  <a:lnTo>
                    <a:pt x="5677365" y="584493"/>
                  </a:lnTo>
                  <a:lnTo>
                    <a:pt x="5709777" y="556688"/>
                  </a:lnTo>
                  <a:lnTo>
                    <a:pt x="5737582" y="524277"/>
                  </a:lnTo>
                  <a:lnTo>
                    <a:pt x="5760207" y="487833"/>
                  </a:lnTo>
                  <a:lnTo>
                    <a:pt x="5777078" y="447931"/>
                  </a:lnTo>
                  <a:lnTo>
                    <a:pt x="5787621" y="405143"/>
                  </a:lnTo>
                  <a:lnTo>
                    <a:pt x="5791263" y="360045"/>
                  </a:lnTo>
                  <a:lnTo>
                    <a:pt x="5791263" y="278002"/>
                  </a:lnTo>
                  <a:lnTo>
                    <a:pt x="5787621" y="232907"/>
                  </a:lnTo>
                  <a:lnTo>
                    <a:pt x="5777078" y="190130"/>
                  </a:lnTo>
                  <a:lnTo>
                    <a:pt x="5760207" y="150241"/>
                  </a:lnTo>
                  <a:lnTo>
                    <a:pt x="5737582" y="113815"/>
                  </a:lnTo>
                  <a:lnTo>
                    <a:pt x="5709777" y="81422"/>
                  </a:lnTo>
                  <a:lnTo>
                    <a:pt x="5677365" y="53636"/>
                  </a:lnTo>
                  <a:lnTo>
                    <a:pt x="5640922" y="31029"/>
                  </a:lnTo>
                  <a:lnTo>
                    <a:pt x="5601019" y="14172"/>
                  </a:lnTo>
                  <a:lnTo>
                    <a:pt x="5558232" y="3638"/>
                  </a:lnTo>
                  <a:lnTo>
                    <a:pt x="5513133" y="0"/>
                  </a:lnTo>
                  <a:close/>
                </a:path>
              </a:pathLst>
            </a:custGeom>
            <a:solidFill>
              <a:srgbClr val="C1E4F5"/>
            </a:solidFill>
          </p:spPr>
          <p:txBody>
            <a:bodyPr wrap="square" lIns="0" tIns="0" rIns="0" bIns="0" rtlCol="0"/>
            <a:lstStyle/>
            <a:p>
              <a:endParaRPr/>
            </a:p>
          </p:txBody>
        </p:sp>
        <p:sp>
          <p:nvSpPr>
            <p:cNvPr id="4" name="object 4"/>
            <p:cNvSpPr/>
            <p:nvPr/>
          </p:nvSpPr>
          <p:spPr>
            <a:xfrm>
              <a:off x="414337" y="223900"/>
              <a:ext cx="5791835" cy="638175"/>
            </a:xfrm>
            <a:custGeom>
              <a:avLst/>
              <a:gdLst/>
              <a:ahLst/>
              <a:cxnLst/>
              <a:rect l="l" t="t" r="r" b="b"/>
              <a:pathLst>
                <a:path w="5791835" h="638175">
                  <a:moveTo>
                    <a:pt x="0" y="278002"/>
                  </a:moveTo>
                  <a:lnTo>
                    <a:pt x="3639" y="232907"/>
                  </a:lnTo>
                  <a:lnTo>
                    <a:pt x="14175" y="190130"/>
                  </a:lnTo>
                  <a:lnTo>
                    <a:pt x="31035" y="150241"/>
                  </a:lnTo>
                  <a:lnTo>
                    <a:pt x="53647" y="113815"/>
                  </a:lnTo>
                  <a:lnTo>
                    <a:pt x="81438" y="81422"/>
                  </a:lnTo>
                  <a:lnTo>
                    <a:pt x="113837" y="53636"/>
                  </a:lnTo>
                  <a:lnTo>
                    <a:pt x="150270" y="31029"/>
                  </a:lnTo>
                  <a:lnTo>
                    <a:pt x="190165" y="14172"/>
                  </a:lnTo>
                  <a:lnTo>
                    <a:pt x="232951" y="3638"/>
                  </a:lnTo>
                  <a:lnTo>
                    <a:pt x="278053" y="0"/>
                  </a:lnTo>
                  <a:lnTo>
                    <a:pt x="5513133" y="0"/>
                  </a:lnTo>
                  <a:lnTo>
                    <a:pt x="5558232" y="3638"/>
                  </a:lnTo>
                  <a:lnTo>
                    <a:pt x="5601019" y="14172"/>
                  </a:lnTo>
                  <a:lnTo>
                    <a:pt x="5640922" y="31029"/>
                  </a:lnTo>
                  <a:lnTo>
                    <a:pt x="5677365" y="53636"/>
                  </a:lnTo>
                  <a:lnTo>
                    <a:pt x="5709777" y="81422"/>
                  </a:lnTo>
                  <a:lnTo>
                    <a:pt x="5737582" y="113815"/>
                  </a:lnTo>
                  <a:lnTo>
                    <a:pt x="5760207" y="150241"/>
                  </a:lnTo>
                  <a:lnTo>
                    <a:pt x="5777078" y="190130"/>
                  </a:lnTo>
                  <a:lnTo>
                    <a:pt x="5787621" y="232907"/>
                  </a:lnTo>
                  <a:lnTo>
                    <a:pt x="5791263" y="278002"/>
                  </a:lnTo>
                  <a:lnTo>
                    <a:pt x="5791263" y="360045"/>
                  </a:lnTo>
                  <a:lnTo>
                    <a:pt x="5787621" y="405143"/>
                  </a:lnTo>
                  <a:lnTo>
                    <a:pt x="5777078" y="447931"/>
                  </a:lnTo>
                  <a:lnTo>
                    <a:pt x="5760207" y="487833"/>
                  </a:lnTo>
                  <a:lnTo>
                    <a:pt x="5737582" y="524277"/>
                  </a:lnTo>
                  <a:lnTo>
                    <a:pt x="5709777" y="556688"/>
                  </a:lnTo>
                  <a:lnTo>
                    <a:pt x="5677365" y="584493"/>
                  </a:lnTo>
                  <a:lnTo>
                    <a:pt x="5640922" y="607118"/>
                  </a:lnTo>
                  <a:lnTo>
                    <a:pt x="5601019" y="623989"/>
                  </a:lnTo>
                  <a:lnTo>
                    <a:pt x="5558232" y="634533"/>
                  </a:lnTo>
                  <a:lnTo>
                    <a:pt x="5513133" y="638175"/>
                  </a:lnTo>
                  <a:lnTo>
                    <a:pt x="278053" y="638175"/>
                  </a:lnTo>
                  <a:lnTo>
                    <a:pt x="232951" y="634533"/>
                  </a:lnTo>
                  <a:lnTo>
                    <a:pt x="190165" y="623989"/>
                  </a:lnTo>
                  <a:lnTo>
                    <a:pt x="150270" y="607118"/>
                  </a:lnTo>
                  <a:lnTo>
                    <a:pt x="113837" y="584493"/>
                  </a:lnTo>
                  <a:lnTo>
                    <a:pt x="81438" y="556688"/>
                  </a:lnTo>
                  <a:lnTo>
                    <a:pt x="53647" y="524277"/>
                  </a:lnTo>
                  <a:lnTo>
                    <a:pt x="31035" y="487833"/>
                  </a:lnTo>
                  <a:lnTo>
                    <a:pt x="14175" y="447931"/>
                  </a:lnTo>
                  <a:lnTo>
                    <a:pt x="3639" y="405143"/>
                  </a:lnTo>
                  <a:lnTo>
                    <a:pt x="0" y="360045"/>
                  </a:lnTo>
                  <a:lnTo>
                    <a:pt x="0" y="278002"/>
                  </a:lnTo>
                  <a:close/>
                </a:path>
              </a:pathLst>
            </a:custGeom>
            <a:ln w="7620">
              <a:solidFill>
                <a:srgbClr val="BED2D7"/>
              </a:solidFill>
            </a:ln>
          </p:spPr>
          <p:txBody>
            <a:bodyPr wrap="square" lIns="0" tIns="0" rIns="0" bIns="0" rtlCol="0"/>
            <a:lstStyle/>
            <a:p>
              <a:endParaRPr/>
            </a:p>
          </p:txBody>
        </p:sp>
      </p:grpSp>
      <p:sp>
        <p:nvSpPr>
          <p:cNvPr id="5" name="object 5"/>
          <p:cNvSpPr txBox="1">
            <a:spLocks noGrp="1"/>
          </p:cNvSpPr>
          <p:nvPr>
            <p:ph type="title"/>
          </p:nvPr>
        </p:nvSpPr>
        <p:spPr>
          <a:xfrm>
            <a:off x="684530" y="305180"/>
            <a:ext cx="5111115" cy="575310"/>
          </a:xfrm>
          <a:prstGeom prst="rect">
            <a:avLst/>
          </a:prstGeom>
        </p:spPr>
        <p:txBody>
          <a:bodyPr vert="horz" wrap="square" lIns="0" tIns="13335" rIns="0" bIns="0" rtlCol="0">
            <a:spAutoFit/>
          </a:bodyPr>
          <a:lstStyle/>
          <a:p>
            <a:pPr marL="12700">
              <a:lnSpc>
                <a:spcPct val="100000"/>
              </a:lnSpc>
              <a:spcBef>
                <a:spcPts val="105"/>
              </a:spcBef>
            </a:pPr>
            <a:r>
              <a:rPr sz="3600" dirty="0"/>
              <a:t>NEED</a:t>
            </a:r>
            <a:r>
              <a:rPr sz="3600" spc="-70" dirty="0"/>
              <a:t> </a:t>
            </a:r>
            <a:r>
              <a:rPr sz="3600" dirty="0"/>
              <a:t>FOR</a:t>
            </a:r>
            <a:r>
              <a:rPr sz="3600" spc="-60" dirty="0"/>
              <a:t> </a:t>
            </a:r>
            <a:r>
              <a:rPr sz="3600" dirty="0"/>
              <a:t>THE </a:t>
            </a:r>
            <a:r>
              <a:rPr sz="3600" spc="-10" dirty="0"/>
              <a:t>STUDY</a:t>
            </a:r>
            <a:endParaRPr sz="3600"/>
          </a:p>
        </p:txBody>
      </p:sp>
      <p:grpSp>
        <p:nvGrpSpPr>
          <p:cNvPr id="6" name="object 6"/>
          <p:cNvGrpSpPr/>
          <p:nvPr/>
        </p:nvGrpSpPr>
        <p:grpSpPr>
          <a:xfrm>
            <a:off x="410527" y="1277366"/>
            <a:ext cx="11123930" cy="5370195"/>
            <a:chOff x="410527" y="1277366"/>
            <a:chExt cx="11123930" cy="5370195"/>
          </a:xfrm>
        </p:grpSpPr>
        <p:sp>
          <p:nvSpPr>
            <p:cNvPr id="7" name="object 7"/>
            <p:cNvSpPr/>
            <p:nvPr/>
          </p:nvSpPr>
          <p:spPr>
            <a:xfrm>
              <a:off x="414337" y="1281176"/>
              <a:ext cx="11116310" cy="5362575"/>
            </a:xfrm>
            <a:custGeom>
              <a:avLst/>
              <a:gdLst/>
              <a:ahLst/>
              <a:cxnLst/>
              <a:rect l="l" t="t" r="r" b="b"/>
              <a:pathLst>
                <a:path w="11116310" h="5362575">
                  <a:moveTo>
                    <a:pt x="10708449" y="0"/>
                  </a:moveTo>
                  <a:lnTo>
                    <a:pt x="407187" y="0"/>
                  </a:lnTo>
                  <a:lnTo>
                    <a:pt x="359701" y="2738"/>
                  </a:lnTo>
                  <a:lnTo>
                    <a:pt x="313824" y="10750"/>
                  </a:lnTo>
                  <a:lnTo>
                    <a:pt x="269861" y="23731"/>
                  </a:lnTo>
                  <a:lnTo>
                    <a:pt x="228118" y="41376"/>
                  </a:lnTo>
                  <a:lnTo>
                    <a:pt x="188901" y="63378"/>
                  </a:lnTo>
                  <a:lnTo>
                    <a:pt x="152514" y="89433"/>
                  </a:lnTo>
                  <a:lnTo>
                    <a:pt x="119264" y="119237"/>
                  </a:lnTo>
                  <a:lnTo>
                    <a:pt x="89455" y="152482"/>
                  </a:lnTo>
                  <a:lnTo>
                    <a:pt x="63395" y="188866"/>
                  </a:lnTo>
                  <a:lnTo>
                    <a:pt x="41387" y="228081"/>
                  </a:lnTo>
                  <a:lnTo>
                    <a:pt x="23738" y="269824"/>
                  </a:lnTo>
                  <a:lnTo>
                    <a:pt x="10754" y="313788"/>
                  </a:lnTo>
                  <a:lnTo>
                    <a:pt x="2739" y="359669"/>
                  </a:lnTo>
                  <a:lnTo>
                    <a:pt x="0" y="407162"/>
                  </a:lnTo>
                  <a:lnTo>
                    <a:pt x="0" y="4955324"/>
                  </a:lnTo>
                  <a:lnTo>
                    <a:pt x="2739" y="5002809"/>
                  </a:lnTo>
                  <a:lnTo>
                    <a:pt x="10754" y="5048687"/>
                  </a:lnTo>
                  <a:lnTo>
                    <a:pt x="23738" y="5092649"/>
                  </a:lnTo>
                  <a:lnTo>
                    <a:pt x="41387" y="5134392"/>
                  </a:lnTo>
                  <a:lnTo>
                    <a:pt x="63395" y="5173610"/>
                  </a:lnTo>
                  <a:lnTo>
                    <a:pt x="89455" y="5209997"/>
                  </a:lnTo>
                  <a:lnTo>
                    <a:pt x="119264" y="5243247"/>
                  </a:lnTo>
                  <a:lnTo>
                    <a:pt x="152514" y="5273055"/>
                  </a:lnTo>
                  <a:lnTo>
                    <a:pt x="188901" y="5299116"/>
                  </a:lnTo>
                  <a:lnTo>
                    <a:pt x="228118" y="5321123"/>
                  </a:lnTo>
                  <a:lnTo>
                    <a:pt x="269861" y="5338772"/>
                  </a:lnTo>
                  <a:lnTo>
                    <a:pt x="313824" y="5351757"/>
                  </a:lnTo>
                  <a:lnTo>
                    <a:pt x="359701" y="5359771"/>
                  </a:lnTo>
                  <a:lnTo>
                    <a:pt x="407187" y="5362511"/>
                  </a:lnTo>
                  <a:lnTo>
                    <a:pt x="10708449" y="5362511"/>
                  </a:lnTo>
                  <a:lnTo>
                    <a:pt x="10755943" y="5359771"/>
                  </a:lnTo>
                  <a:lnTo>
                    <a:pt x="10801830" y="5351757"/>
                  </a:lnTo>
                  <a:lnTo>
                    <a:pt x="10845802" y="5338772"/>
                  </a:lnTo>
                  <a:lnTo>
                    <a:pt x="10887555" y="5321123"/>
                  </a:lnTo>
                  <a:lnTo>
                    <a:pt x="10926782" y="5299116"/>
                  </a:lnTo>
                  <a:lnTo>
                    <a:pt x="10963178" y="5273055"/>
                  </a:lnTo>
                  <a:lnTo>
                    <a:pt x="10996437" y="5243247"/>
                  </a:lnTo>
                  <a:lnTo>
                    <a:pt x="11026254" y="5209997"/>
                  </a:lnTo>
                  <a:lnTo>
                    <a:pt x="11052322" y="5173610"/>
                  </a:lnTo>
                  <a:lnTo>
                    <a:pt x="11074337" y="5134392"/>
                  </a:lnTo>
                  <a:lnTo>
                    <a:pt x="11091991" y="5092649"/>
                  </a:lnTo>
                  <a:lnTo>
                    <a:pt x="11104980" y="5048687"/>
                  </a:lnTo>
                  <a:lnTo>
                    <a:pt x="11112998" y="5002809"/>
                  </a:lnTo>
                  <a:lnTo>
                    <a:pt x="11115738" y="4955324"/>
                  </a:lnTo>
                  <a:lnTo>
                    <a:pt x="11115738" y="407162"/>
                  </a:lnTo>
                  <a:lnTo>
                    <a:pt x="11112998" y="359669"/>
                  </a:lnTo>
                  <a:lnTo>
                    <a:pt x="11104980" y="313788"/>
                  </a:lnTo>
                  <a:lnTo>
                    <a:pt x="11091991" y="269824"/>
                  </a:lnTo>
                  <a:lnTo>
                    <a:pt x="11074337" y="228081"/>
                  </a:lnTo>
                  <a:lnTo>
                    <a:pt x="11052322" y="188866"/>
                  </a:lnTo>
                  <a:lnTo>
                    <a:pt x="11026254" y="152482"/>
                  </a:lnTo>
                  <a:lnTo>
                    <a:pt x="10996437" y="119237"/>
                  </a:lnTo>
                  <a:lnTo>
                    <a:pt x="10963178" y="89433"/>
                  </a:lnTo>
                  <a:lnTo>
                    <a:pt x="10926782" y="63378"/>
                  </a:lnTo>
                  <a:lnTo>
                    <a:pt x="10887555" y="41376"/>
                  </a:lnTo>
                  <a:lnTo>
                    <a:pt x="10845802" y="23731"/>
                  </a:lnTo>
                  <a:lnTo>
                    <a:pt x="10801830" y="10750"/>
                  </a:lnTo>
                  <a:lnTo>
                    <a:pt x="10755943" y="2738"/>
                  </a:lnTo>
                  <a:lnTo>
                    <a:pt x="10708449" y="0"/>
                  </a:lnTo>
                  <a:close/>
                </a:path>
              </a:pathLst>
            </a:custGeom>
            <a:solidFill>
              <a:srgbClr val="C1E4F5"/>
            </a:solidFill>
          </p:spPr>
          <p:txBody>
            <a:bodyPr wrap="square" lIns="0" tIns="0" rIns="0" bIns="0" rtlCol="0"/>
            <a:lstStyle/>
            <a:p>
              <a:endParaRPr/>
            </a:p>
          </p:txBody>
        </p:sp>
        <p:sp>
          <p:nvSpPr>
            <p:cNvPr id="8" name="object 8"/>
            <p:cNvSpPr/>
            <p:nvPr/>
          </p:nvSpPr>
          <p:spPr>
            <a:xfrm>
              <a:off x="414337" y="1281176"/>
              <a:ext cx="11116310" cy="5362575"/>
            </a:xfrm>
            <a:custGeom>
              <a:avLst/>
              <a:gdLst/>
              <a:ahLst/>
              <a:cxnLst/>
              <a:rect l="l" t="t" r="r" b="b"/>
              <a:pathLst>
                <a:path w="11116310" h="5362575">
                  <a:moveTo>
                    <a:pt x="0" y="407162"/>
                  </a:moveTo>
                  <a:lnTo>
                    <a:pt x="2739" y="359669"/>
                  </a:lnTo>
                  <a:lnTo>
                    <a:pt x="10754" y="313788"/>
                  </a:lnTo>
                  <a:lnTo>
                    <a:pt x="23738" y="269824"/>
                  </a:lnTo>
                  <a:lnTo>
                    <a:pt x="41387" y="228081"/>
                  </a:lnTo>
                  <a:lnTo>
                    <a:pt x="63395" y="188866"/>
                  </a:lnTo>
                  <a:lnTo>
                    <a:pt x="89455" y="152482"/>
                  </a:lnTo>
                  <a:lnTo>
                    <a:pt x="119264" y="119237"/>
                  </a:lnTo>
                  <a:lnTo>
                    <a:pt x="152514" y="89433"/>
                  </a:lnTo>
                  <a:lnTo>
                    <a:pt x="188901" y="63378"/>
                  </a:lnTo>
                  <a:lnTo>
                    <a:pt x="228118" y="41376"/>
                  </a:lnTo>
                  <a:lnTo>
                    <a:pt x="269861" y="23731"/>
                  </a:lnTo>
                  <a:lnTo>
                    <a:pt x="313824" y="10750"/>
                  </a:lnTo>
                  <a:lnTo>
                    <a:pt x="359701" y="2738"/>
                  </a:lnTo>
                  <a:lnTo>
                    <a:pt x="407187" y="0"/>
                  </a:lnTo>
                  <a:lnTo>
                    <a:pt x="10708449" y="0"/>
                  </a:lnTo>
                  <a:lnTo>
                    <a:pt x="10755943" y="2738"/>
                  </a:lnTo>
                  <a:lnTo>
                    <a:pt x="10801830" y="10750"/>
                  </a:lnTo>
                  <a:lnTo>
                    <a:pt x="10845802" y="23731"/>
                  </a:lnTo>
                  <a:lnTo>
                    <a:pt x="10887555" y="41376"/>
                  </a:lnTo>
                  <a:lnTo>
                    <a:pt x="10926782" y="63378"/>
                  </a:lnTo>
                  <a:lnTo>
                    <a:pt x="10963178" y="89433"/>
                  </a:lnTo>
                  <a:lnTo>
                    <a:pt x="10996437" y="119237"/>
                  </a:lnTo>
                  <a:lnTo>
                    <a:pt x="11026254" y="152482"/>
                  </a:lnTo>
                  <a:lnTo>
                    <a:pt x="11052322" y="188866"/>
                  </a:lnTo>
                  <a:lnTo>
                    <a:pt x="11074337" y="228081"/>
                  </a:lnTo>
                  <a:lnTo>
                    <a:pt x="11091991" y="269824"/>
                  </a:lnTo>
                  <a:lnTo>
                    <a:pt x="11104980" y="313788"/>
                  </a:lnTo>
                  <a:lnTo>
                    <a:pt x="11112998" y="359669"/>
                  </a:lnTo>
                  <a:lnTo>
                    <a:pt x="11115738" y="407162"/>
                  </a:lnTo>
                  <a:lnTo>
                    <a:pt x="11115738" y="4955324"/>
                  </a:lnTo>
                  <a:lnTo>
                    <a:pt x="11112998" y="5002809"/>
                  </a:lnTo>
                  <a:lnTo>
                    <a:pt x="11104980" y="5048687"/>
                  </a:lnTo>
                  <a:lnTo>
                    <a:pt x="11091991" y="5092649"/>
                  </a:lnTo>
                  <a:lnTo>
                    <a:pt x="11074337" y="5134392"/>
                  </a:lnTo>
                  <a:lnTo>
                    <a:pt x="11052322" y="5173610"/>
                  </a:lnTo>
                  <a:lnTo>
                    <a:pt x="11026254" y="5209997"/>
                  </a:lnTo>
                  <a:lnTo>
                    <a:pt x="10996437" y="5243247"/>
                  </a:lnTo>
                  <a:lnTo>
                    <a:pt x="10963178" y="5273055"/>
                  </a:lnTo>
                  <a:lnTo>
                    <a:pt x="10926782" y="5299116"/>
                  </a:lnTo>
                  <a:lnTo>
                    <a:pt x="10887555" y="5321123"/>
                  </a:lnTo>
                  <a:lnTo>
                    <a:pt x="10845802" y="5338772"/>
                  </a:lnTo>
                  <a:lnTo>
                    <a:pt x="10801830" y="5351757"/>
                  </a:lnTo>
                  <a:lnTo>
                    <a:pt x="10755943" y="5359771"/>
                  </a:lnTo>
                  <a:lnTo>
                    <a:pt x="10708449" y="5362511"/>
                  </a:lnTo>
                  <a:lnTo>
                    <a:pt x="407187" y="5362511"/>
                  </a:lnTo>
                  <a:lnTo>
                    <a:pt x="359701" y="5359771"/>
                  </a:lnTo>
                  <a:lnTo>
                    <a:pt x="313824" y="5351757"/>
                  </a:lnTo>
                  <a:lnTo>
                    <a:pt x="269861" y="5338772"/>
                  </a:lnTo>
                  <a:lnTo>
                    <a:pt x="228118" y="5321123"/>
                  </a:lnTo>
                  <a:lnTo>
                    <a:pt x="188901" y="5299116"/>
                  </a:lnTo>
                  <a:lnTo>
                    <a:pt x="152514" y="5273055"/>
                  </a:lnTo>
                  <a:lnTo>
                    <a:pt x="119264" y="5243247"/>
                  </a:lnTo>
                  <a:lnTo>
                    <a:pt x="89455" y="5209997"/>
                  </a:lnTo>
                  <a:lnTo>
                    <a:pt x="63395" y="5173610"/>
                  </a:lnTo>
                  <a:lnTo>
                    <a:pt x="41387" y="5134392"/>
                  </a:lnTo>
                  <a:lnTo>
                    <a:pt x="23738" y="5092649"/>
                  </a:lnTo>
                  <a:lnTo>
                    <a:pt x="10754" y="5048687"/>
                  </a:lnTo>
                  <a:lnTo>
                    <a:pt x="2739" y="5002809"/>
                  </a:lnTo>
                  <a:lnTo>
                    <a:pt x="0" y="4955324"/>
                  </a:lnTo>
                  <a:lnTo>
                    <a:pt x="0" y="407162"/>
                  </a:lnTo>
                  <a:close/>
                </a:path>
              </a:pathLst>
            </a:custGeom>
            <a:ln w="7619">
              <a:solidFill>
                <a:srgbClr val="BED2D7"/>
              </a:solidFill>
            </a:ln>
          </p:spPr>
          <p:txBody>
            <a:bodyPr wrap="square" lIns="0" tIns="0" rIns="0" bIns="0" rtlCol="0"/>
            <a:lstStyle/>
            <a:p>
              <a:endParaRPr/>
            </a:p>
          </p:txBody>
        </p:sp>
      </p:grpSp>
      <p:sp>
        <p:nvSpPr>
          <p:cNvPr id="9" name="object 9"/>
          <p:cNvSpPr txBox="1"/>
          <p:nvPr/>
        </p:nvSpPr>
        <p:spPr>
          <a:xfrm>
            <a:off x="608012" y="1417637"/>
            <a:ext cx="10710545" cy="5142230"/>
          </a:xfrm>
          <a:prstGeom prst="rect">
            <a:avLst/>
          </a:prstGeom>
        </p:spPr>
        <p:txBody>
          <a:bodyPr vert="horz" wrap="square" lIns="0" tIns="12700" rIns="0" bIns="0" rtlCol="0">
            <a:spAutoFit/>
          </a:bodyPr>
          <a:lstStyle/>
          <a:p>
            <a:pPr marL="118745" indent="-117475">
              <a:lnSpc>
                <a:spcPct val="100000"/>
              </a:lnSpc>
              <a:spcBef>
                <a:spcPts val="100"/>
              </a:spcBef>
              <a:buSzPct val="93750"/>
              <a:buFont typeface="Arial MT"/>
              <a:buChar char="•"/>
              <a:tabLst>
                <a:tab pos="118745" algn="l"/>
              </a:tabLst>
            </a:pPr>
            <a:r>
              <a:rPr sz="2400" b="1" dirty="0">
                <a:latin typeface="Arial"/>
                <a:cs typeface="Arial"/>
              </a:rPr>
              <a:t>Antibiotic</a:t>
            </a:r>
            <a:r>
              <a:rPr sz="2400" b="1" spc="-70" dirty="0">
                <a:latin typeface="Arial"/>
                <a:cs typeface="Arial"/>
              </a:rPr>
              <a:t> </a:t>
            </a:r>
            <a:r>
              <a:rPr sz="2400" b="1" spc="-10" dirty="0">
                <a:latin typeface="Arial"/>
                <a:cs typeface="Arial"/>
              </a:rPr>
              <a:t>Resistance:</a:t>
            </a:r>
            <a:endParaRPr sz="2400">
              <a:latin typeface="Arial"/>
              <a:cs typeface="Arial"/>
            </a:endParaRPr>
          </a:p>
          <a:p>
            <a:pPr marL="12700" marR="5080" indent="83820">
              <a:lnSpc>
                <a:spcPts val="2850"/>
              </a:lnSpc>
              <a:spcBef>
                <a:spcPts val="170"/>
              </a:spcBef>
              <a:tabLst>
                <a:tab pos="3094355" algn="l"/>
              </a:tabLst>
            </a:pPr>
            <a:r>
              <a:rPr sz="2400" dirty="0">
                <a:latin typeface="Arial MT"/>
                <a:cs typeface="Arial MT"/>
              </a:rPr>
              <a:t>Overuse</a:t>
            </a:r>
            <a:r>
              <a:rPr sz="2400" spc="-45" dirty="0">
                <a:latin typeface="Arial MT"/>
                <a:cs typeface="Arial MT"/>
              </a:rPr>
              <a:t> </a:t>
            </a:r>
            <a:r>
              <a:rPr sz="2400" dirty="0">
                <a:latin typeface="Arial MT"/>
                <a:cs typeface="Arial MT"/>
              </a:rPr>
              <a:t>and</a:t>
            </a:r>
            <a:r>
              <a:rPr sz="2400" spc="-100" dirty="0">
                <a:latin typeface="Arial MT"/>
                <a:cs typeface="Arial MT"/>
              </a:rPr>
              <a:t> </a:t>
            </a:r>
            <a:r>
              <a:rPr sz="2400" dirty="0">
                <a:latin typeface="Arial MT"/>
                <a:cs typeface="Arial MT"/>
              </a:rPr>
              <a:t>misuse</a:t>
            </a:r>
            <a:r>
              <a:rPr sz="2400" spc="-45" dirty="0">
                <a:latin typeface="Arial MT"/>
                <a:cs typeface="Arial MT"/>
              </a:rPr>
              <a:t> </a:t>
            </a:r>
            <a:r>
              <a:rPr sz="2400" dirty="0">
                <a:latin typeface="Arial MT"/>
                <a:cs typeface="Arial MT"/>
              </a:rPr>
              <a:t>of</a:t>
            </a:r>
            <a:r>
              <a:rPr sz="2400" spc="-30" dirty="0">
                <a:latin typeface="Arial MT"/>
                <a:cs typeface="Arial MT"/>
              </a:rPr>
              <a:t> </a:t>
            </a:r>
            <a:r>
              <a:rPr sz="2400" dirty="0">
                <a:latin typeface="Arial MT"/>
                <a:cs typeface="Arial MT"/>
              </a:rPr>
              <a:t>antibiotics</a:t>
            </a:r>
            <a:r>
              <a:rPr sz="2400" spc="-110" dirty="0">
                <a:latin typeface="Arial MT"/>
                <a:cs typeface="Arial MT"/>
              </a:rPr>
              <a:t> </a:t>
            </a:r>
            <a:r>
              <a:rPr sz="2400" dirty="0">
                <a:latin typeface="Arial MT"/>
                <a:cs typeface="Arial MT"/>
              </a:rPr>
              <a:t>are</a:t>
            </a:r>
            <a:r>
              <a:rPr sz="2400" spc="-30" dirty="0">
                <a:latin typeface="Arial MT"/>
                <a:cs typeface="Arial MT"/>
              </a:rPr>
              <a:t> </a:t>
            </a:r>
            <a:r>
              <a:rPr sz="2400" dirty="0">
                <a:latin typeface="Arial MT"/>
                <a:cs typeface="Arial MT"/>
              </a:rPr>
              <a:t>the</a:t>
            </a:r>
            <a:r>
              <a:rPr sz="2400" spc="-30" dirty="0">
                <a:latin typeface="Arial MT"/>
                <a:cs typeface="Arial MT"/>
              </a:rPr>
              <a:t> </a:t>
            </a:r>
            <a:r>
              <a:rPr sz="2400" dirty="0">
                <a:latin typeface="Arial MT"/>
                <a:cs typeface="Arial MT"/>
              </a:rPr>
              <a:t>main</a:t>
            </a:r>
            <a:r>
              <a:rPr sz="2400" spc="-95" dirty="0">
                <a:latin typeface="Arial MT"/>
                <a:cs typeface="Arial MT"/>
              </a:rPr>
              <a:t> </a:t>
            </a:r>
            <a:r>
              <a:rPr sz="2400" dirty="0">
                <a:latin typeface="Arial MT"/>
                <a:cs typeface="Arial MT"/>
              </a:rPr>
              <a:t>drivers</a:t>
            </a:r>
            <a:r>
              <a:rPr sz="2400" spc="-45" dirty="0">
                <a:latin typeface="Arial MT"/>
                <a:cs typeface="Arial MT"/>
              </a:rPr>
              <a:t> </a:t>
            </a:r>
            <a:r>
              <a:rPr sz="2400" dirty="0">
                <a:latin typeface="Arial MT"/>
                <a:cs typeface="Arial MT"/>
              </a:rPr>
              <a:t>of</a:t>
            </a:r>
            <a:r>
              <a:rPr sz="2400" spc="-35" dirty="0">
                <a:latin typeface="Arial MT"/>
                <a:cs typeface="Arial MT"/>
              </a:rPr>
              <a:t> </a:t>
            </a:r>
            <a:r>
              <a:rPr sz="2400" spc="-10" dirty="0">
                <a:latin typeface="Arial MT"/>
                <a:cs typeface="Arial MT"/>
              </a:rPr>
              <a:t>antimicrobial </a:t>
            </a:r>
            <a:r>
              <a:rPr sz="2400" dirty="0">
                <a:latin typeface="Arial MT"/>
                <a:cs typeface="Arial MT"/>
              </a:rPr>
              <a:t>resistance</a:t>
            </a:r>
            <a:r>
              <a:rPr sz="2400" spc="-60" dirty="0">
                <a:latin typeface="Arial MT"/>
                <a:cs typeface="Arial MT"/>
              </a:rPr>
              <a:t> </a:t>
            </a:r>
            <a:r>
              <a:rPr sz="2400" dirty="0">
                <a:latin typeface="Arial MT"/>
                <a:cs typeface="Arial MT"/>
              </a:rPr>
              <a:t>.</a:t>
            </a:r>
            <a:r>
              <a:rPr sz="2400" spc="-50" dirty="0">
                <a:latin typeface="Arial MT"/>
                <a:cs typeface="Arial MT"/>
              </a:rPr>
              <a:t> </a:t>
            </a:r>
            <a:r>
              <a:rPr sz="2400" spc="-10" dirty="0">
                <a:latin typeface="Arial MT"/>
                <a:cs typeface="Arial MT"/>
              </a:rPr>
              <a:t>Studying</a:t>
            </a:r>
            <a:r>
              <a:rPr sz="2400" dirty="0">
                <a:latin typeface="Arial MT"/>
                <a:cs typeface="Arial MT"/>
              </a:rPr>
              <a:t>	misuse</a:t>
            </a:r>
            <a:r>
              <a:rPr sz="2400" spc="-65" dirty="0">
                <a:latin typeface="Arial MT"/>
                <a:cs typeface="Arial MT"/>
              </a:rPr>
              <a:t> </a:t>
            </a:r>
            <a:r>
              <a:rPr sz="2400" dirty="0">
                <a:latin typeface="Arial MT"/>
                <a:cs typeface="Arial MT"/>
              </a:rPr>
              <a:t>helps</a:t>
            </a:r>
            <a:r>
              <a:rPr sz="2400" spc="-60" dirty="0">
                <a:latin typeface="Arial MT"/>
                <a:cs typeface="Arial MT"/>
              </a:rPr>
              <a:t> </a:t>
            </a:r>
            <a:r>
              <a:rPr sz="2400" dirty="0">
                <a:latin typeface="Arial MT"/>
                <a:cs typeface="Arial MT"/>
              </a:rPr>
              <a:t>identify</a:t>
            </a:r>
            <a:r>
              <a:rPr sz="2400" spc="-55" dirty="0">
                <a:latin typeface="Arial MT"/>
                <a:cs typeface="Arial MT"/>
              </a:rPr>
              <a:t> </a:t>
            </a:r>
            <a:r>
              <a:rPr sz="2400" dirty="0">
                <a:latin typeface="Arial MT"/>
                <a:cs typeface="Arial MT"/>
              </a:rPr>
              <a:t>patterns</a:t>
            </a:r>
            <a:r>
              <a:rPr sz="2400" spc="-125" dirty="0">
                <a:latin typeface="Arial MT"/>
                <a:cs typeface="Arial MT"/>
              </a:rPr>
              <a:t> </a:t>
            </a:r>
            <a:r>
              <a:rPr sz="2400" dirty="0">
                <a:latin typeface="Arial MT"/>
                <a:cs typeface="Arial MT"/>
              </a:rPr>
              <a:t>that</a:t>
            </a:r>
            <a:r>
              <a:rPr sz="2400" spc="-55" dirty="0">
                <a:latin typeface="Arial MT"/>
                <a:cs typeface="Arial MT"/>
              </a:rPr>
              <a:t> </a:t>
            </a:r>
            <a:r>
              <a:rPr sz="2400" dirty="0">
                <a:latin typeface="Arial MT"/>
                <a:cs typeface="Arial MT"/>
              </a:rPr>
              <a:t>contribute</a:t>
            </a:r>
            <a:r>
              <a:rPr sz="2400" spc="-55" dirty="0">
                <a:latin typeface="Arial MT"/>
                <a:cs typeface="Arial MT"/>
              </a:rPr>
              <a:t> </a:t>
            </a:r>
            <a:r>
              <a:rPr sz="2400" dirty="0">
                <a:latin typeface="Arial MT"/>
                <a:cs typeface="Arial MT"/>
              </a:rPr>
              <a:t>to</a:t>
            </a:r>
            <a:r>
              <a:rPr sz="2400" spc="-50" dirty="0">
                <a:latin typeface="Arial MT"/>
                <a:cs typeface="Arial MT"/>
              </a:rPr>
              <a:t> </a:t>
            </a:r>
            <a:r>
              <a:rPr sz="2400" spc="-10" dirty="0">
                <a:latin typeface="Arial MT"/>
                <a:cs typeface="Arial MT"/>
              </a:rPr>
              <a:t>resistant </a:t>
            </a:r>
            <a:r>
              <a:rPr sz="2400" dirty="0">
                <a:latin typeface="Arial MT"/>
                <a:cs typeface="Arial MT"/>
              </a:rPr>
              <a:t>bacterial</a:t>
            </a:r>
            <a:r>
              <a:rPr sz="2400" spc="-80" dirty="0">
                <a:latin typeface="Arial MT"/>
                <a:cs typeface="Arial MT"/>
              </a:rPr>
              <a:t> </a:t>
            </a:r>
            <a:r>
              <a:rPr sz="2400" dirty="0">
                <a:latin typeface="Arial MT"/>
                <a:cs typeface="Arial MT"/>
              </a:rPr>
              <a:t>strains,</a:t>
            </a:r>
            <a:r>
              <a:rPr sz="2400" spc="-55" dirty="0">
                <a:latin typeface="Arial MT"/>
                <a:cs typeface="Arial MT"/>
              </a:rPr>
              <a:t> </a:t>
            </a:r>
            <a:r>
              <a:rPr sz="2400" dirty="0">
                <a:latin typeface="Arial MT"/>
                <a:cs typeface="Arial MT"/>
              </a:rPr>
              <a:t>which</a:t>
            </a:r>
            <a:r>
              <a:rPr sz="2400" spc="-70" dirty="0">
                <a:latin typeface="Arial MT"/>
                <a:cs typeface="Arial MT"/>
              </a:rPr>
              <a:t> </a:t>
            </a:r>
            <a:r>
              <a:rPr sz="2400" dirty="0">
                <a:latin typeface="Arial MT"/>
                <a:cs typeface="Arial MT"/>
              </a:rPr>
              <a:t>make</a:t>
            </a:r>
            <a:r>
              <a:rPr sz="2400" spc="-65" dirty="0">
                <a:latin typeface="Arial MT"/>
                <a:cs typeface="Arial MT"/>
              </a:rPr>
              <a:t> </a:t>
            </a:r>
            <a:r>
              <a:rPr sz="2400" dirty="0">
                <a:latin typeface="Arial MT"/>
                <a:cs typeface="Arial MT"/>
              </a:rPr>
              <a:t>infections</a:t>
            </a:r>
            <a:r>
              <a:rPr sz="2400" spc="-70" dirty="0">
                <a:latin typeface="Arial MT"/>
                <a:cs typeface="Arial MT"/>
              </a:rPr>
              <a:t> </a:t>
            </a:r>
            <a:r>
              <a:rPr sz="2400" dirty="0">
                <a:latin typeface="Arial MT"/>
                <a:cs typeface="Arial MT"/>
              </a:rPr>
              <a:t>harder</a:t>
            </a:r>
            <a:r>
              <a:rPr sz="2400" spc="-45" dirty="0">
                <a:latin typeface="Arial MT"/>
                <a:cs typeface="Arial MT"/>
              </a:rPr>
              <a:t> </a:t>
            </a:r>
            <a:r>
              <a:rPr sz="2400" dirty="0">
                <a:latin typeface="Arial MT"/>
                <a:cs typeface="Arial MT"/>
              </a:rPr>
              <a:t>to</a:t>
            </a:r>
            <a:r>
              <a:rPr sz="2400" spc="-125" dirty="0">
                <a:latin typeface="Arial MT"/>
                <a:cs typeface="Arial MT"/>
              </a:rPr>
              <a:t> </a:t>
            </a:r>
            <a:r>
              <a:rPr sz="2400" spc="-10" dirty="0">
                <a:latin typeface="Arial MT"/>
                <a:cs typeface="Arial MT"/>
              </a:rPr>
              <a:t>treat.</a:t>
            </a:r>
            <a:endParaRPr sz="2400">
              <a:latin typeface="Arial MT"/>
              <a:cs typeface="Arial MT"/>
            </a:endParaRPr>
          </a:p>
          <a:p>
            <a:pPr marL="118745" indent="-117475">
              <a:lnSpc>
                <a:spcPts val="2830"/>
              </a:lnSpc>
              <a:buSzPct val="93750"/>
              <a:buFont typeface="Arial MT"/>
              <a:buChar char="•"/>
              <a:tabLst>
                <a:tab pos="118745" algn="l"/>
              </a:tabLst>
            </a:pPr>
            <a:r>
              <a:rPr sz="2400" b="1" dirty="0">
                <a:latin typeface="Arial"/>
                <a:cs typeface="Arial"/>
              </a:rPr>
              <a:t>Public</a:t>
            </a:r>
            <a:r>
              <a:rPr sz="2400" b="1" spc="-45" dirty="0">
                <a:latin typeface="Arial"/>
                <a:cs typeface="Arial"/>
              </a:rPr>
              <a:t> </a:t>
            </a:r>
            <a:r>
              <a:rPr sz="2400" b="1" dirty="0">
                <a:latin typeface="Arial"/>
                <a:cs typeface="Arial"/>
              </a:rPr>
              <a:t>Health</a:t>
            </a:r>
            <a:r>
              <a:rPr sz="2400" b="1" spc="-95" dirty="0">
                <a:latin typeface="Arial"/>
                <a:cs typeface="Arial"/>
              </a:rPr>
              <a:t> </a:t>
            </a:r>
            <a:r>
              <a:rPr sz="2400" b="1" spc="-10" dirty="0">
                <a:latin typeface="Arial"/>
                <a:cs typeface="Arial"/>
              </a:rPr>
              <a:t>Threat:</a:t>
            </a:r>
            <a:endParaRPr sz="2400">
              <a:latin typeface="Arial"/>
              <a:cs typeface="Arial"/>
            </a:endParaRPr>
          </a:p>
          <a:p>
            <a:pPr marL="12700">
              <a:lnSpc>
                <a:spcPts val="2870"/>
              </a:lnSpc>
            </a:pPr>
            <a:r>
              <a:rPr sz="2400" dirty="0">
                <a:latin typeface="Arial MT"/>
                <a:cs typeface="Arial MT"/>
              </a:rPr>
              <a:t>WHO</a:t>
            </a:r>
            <a:r>
              <a:rPr sz="2400" spc="-60" dirty="0">
                <a:latin typeface="Arial MT"/>
                <a:cs typeface="Arial MT"/>
              </a:rPr>
              <a:t> </a:t>
            </a:r>
            <a:r>
              <a:rPr sz="2400" dirty="0">
                <a:latin typeface="Arial MT"/>
                <a:cs typeface="Arial MT"/>
              </a:rPr>
              <a:t>recognizes</a:t>
            </a:r>
            <a:r>
              <a:rPr sz="2400" spc="-65" dirty="0">
                <a:latin typeface="Arial MT"/>
                <a:cs typeface="Arial MT"/>
              </a:rPr>
              <a:t> </a:t>
            </a:r>
            <a:r>
              <a:rPr sz="2400" dirty="0">
                <a:latin typeface="Arial MT"/>
                <a:cs typeface="Arial MT"/>
              </a:rPr>
              <a:t>antibiotic</a:t>
            </a:r>
            <a:r>
              <a:rPr sz="2400" spc="-60" dirty="0">
                <a:latin typeface="Arial MT"/>
                <a:cs typeface="Arial MT"/>
              </a:rPr>
              <a:t> </a:t>
            </a:r>
            <a:r>
              <a:rPr sz="2400" dirty="0">
                <a:latin typeface="Arial MT"/>
                <a:cs typeface="Arial MT"/>
              </a:rPr>
              <a:t>resistance</a:t>
            </a:r>
            <a:r>
              <a:rPr sz="2400" spc="-65" dirty="0">
                <a:latin typeface="Arial MT"/>
                <a:cs typeface="Arial MT"/>
              </a:rPr>
              <a:t> </a:t>
            </a:r>
            <a:r>
              <a:rPr sz="2400" dirty="0">
                <a:latin typeface="Arial MT"/>
                <a:cs typeface="Arial MT"/>
              </a:rPr>
              <a:t>as</a:t>
            </a:r>
            <a:r>
              <a:rPr sz="2400" spc="-65" dirty="0">
                <a:latin typeface="Arial MT"/>
                <a:cs typeface="Arial MT"/>
              </a:rPr>
              <a:t> </a:t>
            </a:r>
            <a:r>
              <a:rPr sz="2400" dirty="0">
                <a:latin typeface="Arial MT"/>
                <a:cs typeface="Arial MT"/>
              </a:rPr>
              <a:t>one</a:t>
            </a:r>
            <a:r>
              <a:rPr sz="2400" spc="-55"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the</a:t>
            </a:r>
            <a:r>
              <a:rPr sz="2400" spc="-60" dirty="0">
                <a:latin typeface="Arial MT"/>
                <a:cs typeface="Arial MT"/>
              </a:rPr>
              <a:t> </a:t>
            </a:r>
            <a:r>
              <a:rPr sz="2400" dirty="0">
                <a:latin typeface="Arial MT"/>
                <a:cs typeface="Arial MT"/>
              </a:rPr>
              <a:t>top</a:t>
            </a:r>
            <a:r>
              <a:rPr sz="2400" spc="-114" dirty="0">
                <a:latin typeface="Arial MT"/>
                <a:cs typeface="Arial MT"/>
              </a:rPr>
              <a:t> </a:t>
            </a:r>
            <a:r>
              <a:rPr sz="2400" dirty="0">
                <a:latin typeface="Arial MT"/>
                <a:cs typeface="Arial MT"/>
              </a:rPr>
              <a:t>global</a:t>
            </a:r>
            <a:r>
              <a:rPr sz="2400" spc="-75" dirty="0">
                <a:latin typeface="Arial MT"/>
                <a:cs typeface="Arial MT"/>
              </a:rPr>
              <a:t> </a:t>
            </a:r>
            <a:r>
              <a:rPr sz="2400" dirty="0">
                <a:latin typeface="Arial MT"/>
                <a:cs typeface="Arial MT"/>
              </a:rPr>
              <a:t>health</a:t>
            </a:r>
            <a:r>
              <a:rPr sz="2400" spc="-45" dirty="0">
                <a:latin typeface="Arial MT"/>
                <a:cs typeface="Arial MT"/>
              </a:rPr>
              <a:t> </a:t>
            </a:r>
            <a:r>
              <a:rPr sz="2400" spc="-10" dirty="0">
                <a:latin typeface="Arial MT"/>
                <a:cs typeface="Arial MT"/>
              </a:rPr>
              <a:t>threats.</a:t>
            </a:r>
            <a:endParaRPr sz="2400">
              <a:latin typeface="Arial MT"/>
              <a:cs typeface="Arial MT"/>
            </a:endParaRPr>
          </a:p>
          <a:p>
            <a:pPr marL="12700">
              <a:lnSpc>
                <a:spcPts val="2870"/>
              </a:lnSpc>
              <a:spcBef>
                <a:spcPts val="50"/>
              </a:spcBef>
            </a:pPr>
            <a:r>
              <a:rPr sz="2400" dirty="0">
                <a:latin typeface="Arial MT"/>
                <a:cs typeface="Arial MT"/>
              </a:rPr>
              <a:t>Understanding</a:t>
            </a:r>
            <a:r>
              <a:rPr sz="2400" spc="-100" dirty="0">
                <a:latin typeface="Arial MT"/>
                <a:cs typeface="Arial MT"/>
              </a:rPr>
              <a:t> </a:t>
            </a:r>
            <a:r>
              <a:rPr sz="2400" dirty="0">
                <a:latin typeface="Arial MT"/>
                <a:cs typeface="Arial MT"/>
              </a:rPr>
              <a:t>misuse</a:t>
            </a:r>
            <a:r>
              <a:rPr sz="2400" spc="-40" dirty="0">
                <a:latin typeface="Arial MT"/>
                <a:cs typeface="Arial MT"/>
              </a:rPr>
              <a:t> </a:t>
            </a:r>
            <a:r>
              <a:rPr sz="2400" dirty="0">
                <a:latin typeface="Arial MT"/>
                <a:cs typeface="Arial MT"/>
              </a:rPr>
              <a:t>helps</a:t>
            </a:r>
            <a:r>
              <a:rPr sz="2400" spc="-40" dirty="0">
                <a:latin typeface="Arial MT"/>
                <a:cs typeface="Arial MT"/>
              </a:rPr>
              <a:t> </a:t>
            </a:r>
            <a:r>
              <a:rPr sz="2400" dirty="0">
                <a:latin typeface="Arial MT"/>
                <a:cs typeface="Arial MT"/>
              </a:rPr>
              <a:t>design</a:t>
            </a:r>
            <a:r>
              <a:rPr sz="2400" spc="-35" dirty="0">
                <a:latin typeface="Arial MT"/>
                <a:cs typeface="Arial MT"/>
              </a:rPr>
              <a:t> </a:t>
            </a:r>
            <a:r>
              <a:rPr sz="2400" dirty="0">
                <a:latin typeface="Arial MT"/>
                <a:cs typeface="Arial MT"/>
              </a:rPr>
              <a:t>interventions</a:t>
            </a:r>
            <a:r>
              <a:rPr sz="2400" spc="-40" dirty="0">
                <a:latin typeface="Arial MT"/>
                <a:cs typeface="Arial MT"/>
              </a:rPr>
              <a:t> </a:t>
            </a:r>
            <a:r>
              <a:rPr sz="2400" dirty="0">
                <a:latin typeface="Arial MT"/>
                <a:cs typeface="Arial MT"/>
              </a:rPr>
              <a:t>to</a:t>
            </a:r>
            <a:r>
              <a:rPr sz="2400" spc="-35" dirty="0">
                <a:latin typeface="Arial MT"/>
                <a:cs typeface="Arial MT"/>
              </a:rPr>
              <a:t> </a:t>
            </a:r>
            <a:r>
              <a:rPr sz="2400" dirty="0">
                <a:latin typeface="Arial MT"/>
                <a:cs typeface="Arial MT"/>
              </a:rPr>
              <a:t>protect</a:t>
            </a:r>
            <a:r>
              <a:rPr sz="2400" spc="-110" dirty="0">
                <a:latin typeface="Arial MT"/>
                <a:cs typeface="Arial MT"/>
              </a:rPr>
              <a:t> </a:t>
            </a:r>
            <a:r>
              <a:rPr sz="2400" dirty="0">
                <a:latin typeface="Arial MT"/>
                <a:cs typeface="Arial MT"/>
              </a:rPr>
              <a:t>public</a:t>
            </a:r>
            <a:r>
              <a:rPr sz="2400" spc="-40" dirty="0">
                <a:latin typeface="Arial MT"/>
                <a:cs typeface="Arial MT"/>
              </a:rPr>
              <a:t> </a:t>
            </a:r>
            <a:r>
              <a:rPr sz="2400" dirty="0">
                <a:latin typeface="Arial MT"/>
                <a:cs typeface="Arial MT"/>
              </a:rPr>
              <a:t>health</a:t>
            </a:r>
            <a:r>
              <a:rPr sz="2400" spc="-35" dirty="0">
                <a:latin typeface="Arial MT"/>
                <a:cs typeface="Arial MT"/>
              </a:rPr>
              <a:t> </a:t>
            </a:r>
            <a:r>
              <a:rPr sz="2400" spc="-25" dirty="0">
                <a:latin typeface="Arial MT"/>
                <a:cs typeface="Arial MT"/>
              </a:rPr>
              <a:t>and</a:t>
            </a:r>
            <a:endParaRPr sz="2400">
              <a:latin typeface="Arial MT"/>
              <a:cs typeface="Arial MT"/>
            </a:endParaRPr>
          </a:p>
          <a:p>
            <a:pPr marL="12700">
              <a:lnSpc>
                <a:spcPts val="2820"/>
              </a:lnSpc>
            </a:pPr>
            <a:r>
              <a:rPr sz="2400" dirty="0">
                <a:latin typeface="Arial MT"/>
                <a:cs typeface="Arial MT"/>
              </a:rPr>
              <a:t>reduce</a:t>
            </a:r>
            <a:r>
              <a:rPr sz="2400" spc="-70" dirty="0">
                <a:latin typeface="Arial MT"/>
                <a:cs typeface="Arial MT"/>
              </a:rPr>
              <a:t> </a:t>
            </a:r>
            <a:r>
              <a:rPr sz="2400" dirty="0">
                <a:latin typeface="Arial MT"/>
                <a:cs typeface="Arial MT"/>
              </a:rPr>
              <a:t>mortality</a:t>
            </a:r>
            <a:r>
              <a:rPr sz="2400" spc="-60" dirty="0">
                <a:latin typeface="Arial MT"/>
                <a:cs typeface="Arial MT"/>
              </a:rPr>
              <a:t> </a:t>
            </a:r>
            <a:r>
              <a:rPr sz="2400" dirty="0">
                <a:latin typeface="Arial MT"/>
                <a:cs typeface="Arial MT"/>
              </a:rPr>
              <a:t>from</a:t>
            </a:r>
            <a:r>
              <a:rPr sz="2400" spc="-45" dirty="0">
                <a:latin typeface="Arial MT"/>
                <a:cs typeface="Arial MT"/>
              </a:rPr>
              <a:t> </a:t>
            </a:r>
            <a:r>
              <a:rPr sz="2400" dirty="0">
                <a:latin typeface="Arial MT"/>
                <a:cs typeface="Arial MT"/>
              </a:rPr>
              <a:t>resistant</a:t>
            </a:r>
            <a:r>
              <a:rPr sz="2400" spc="-120" dirty="0">
                <a:latin typeface="Arial MT"/>
                <a:cs typeface="Arial MT"/>
              </a:rPr>
              <a:t> </a:t>
            </a:r>
            <a:r>
              <a:rPr sz="2400" spc="-10" dirty="0">
                <a:latin typeface="Arial MT"/>
                <a:cs typeface="Arial MT"/>
              </a:rPr>
              <a:t>infections.</a:t>
            </a:r>
            <a:endParaRPr sz="2400">
              <a:latin typeface="Arial MT"/>
              <a:cs typeface="Arial MT"/>
            </a:endParaRPr>
          </a:p>
          <a:p>
            <a:pPr marL="154940" indent="-152400">
              <a:lnSpc>
                <a:spcPts val="2815"/>
              </a:lnSpc>
              <a:buSzPct val="83333"/>
              <a:buFont typeface="Trebuchet MS"/>
              <a:buChar char="•"/>
              <a:tabLst>
                <a:tab pos="154940" algn="l"/>
              </a:tabLst>
            </a:pPr>
            <a:r>
              <a:rPr sz="2400" b="1" spc="-10" dirty="0">
                <a:latin typeface="Trebuchet MS"/>
                <a:cs typeface="Trebuchet MS"/>
              </a:rPr>
              <a:t>Awareness</a:t>
            </a:r>
            <a:r>
              <a:rPr sz="2400" b="1" spc="-195" dirty="0">
                <a:latin typeface="Trebuchet MS"/>
                <a:cs typeface="Trebuchet MS"/>
              </a:rPr>
              <a:t> </a:t>
            </a:r>
            <a:r>
              <a:rPr sz="2400" b="1" dirty="0">
                <a:latin typeface="Trebuchet MS"/>
                <a:cs typeface="Trebuchet MS"/>
              </a:rPr>
              <a:t>and</a:t>
            </a:r>
            <a:r>
              <a:rPr sz="2400" b="1" spc="-135" dirty="0">
                <a:latin typeface="Trebuchet MS"/>
                <a:cs typeface="Trebuchet MS"/>
              </a:rPr>
              <a:t> </a:t>
            </a:r>
            <a:r>
              <a:rPr sz="2400" b="1" spc="-45" dirty="0">
                <a:latin typeface="Trebuchet MS"/>
                <a:cs typeface="Trebuchet MS"/>
              </a:rPr>
              <a:t>Behavioral</a:t>
            </a:r>
            <a:r>
              <a:rPr sz="2400" b="1" spc="-195" dirty="0">
                <a:latin typeface="Trebuchet MS"/>
                <a:cs typeface="Trebuchet MS"/>
              </a:rPr>
              <a:t> </a:t>
            </a:r>
            <a:r>
              <a:rPr sz="2400" b="1" spc="-10" dirty="0">
                <a:latin typeface="Trebuchet MS"/>
                <a:cs typeface="Trebuchet MS"/>
              </a:rPr>
              <a:t>Insights:</a:t>
            </a:r>
            <a:endParaRPr sz="2400">
              <a:latin typeface="Trebuchet MS"/>
              <a:cs typeface="Trebuchet MS"/>
            </a:endParaRPr>
          </a:p>
          <a:p>
            <a:pPr marL="12700" marR="563245">
              <a:lnSpc>
                <a:spcPts val="2930"/>
              </a:lnSpc>
              <a:spcBef>
                <a:spcPts val="40"/>
              </a:spcBef>
            </a:pPr>
            <a:r>
              <a:rPr sz="2400" dirty="0">
                <a:latin typeface="Trebuchet MS"/>
                <a:cs typeface="Trebuchet MS"/>
              </a:rPr>
              <a:t>Many</a:t>
            </a:r>
            <a:r>
              <a:rPr sz="2400" spc="-180" dirty="0">
                <a:latin typeface="Trebuchet MS"/>
                <a:cs typeface="Trebuchet MS"/>
              </a:rPr>
              <a:t> </a:t>
            </a:r>
            <a:r>
              <a:rPr sz="2400" spc="-35" dirty="0">
                <a:latin typeface="Trebuchet MS"/>
                <a:cs typeface="Trebuchet MS"/>
              </a:rPr>
              <a:t>people</a:t>
            </a:r>
            <a:r>
              <a:rPr sz="2400" spc="-210" dirty="0">
                <a:latin typeface="Trebuchet MS"/>
                <a:cs typeface="Trebuchet MS"/>
              </a:rPr>
              <a:t> </a:t>
            </a:r>
            <a:r>
              <a:rPr sz="2400" spc="-50" dirty="0">
                <a:latin typeface="Trebuchet MS"/>
                <a:cs typeface="Trebuchet MS"/>
              </a:rPr>
              <a:t>self-</a:t>
            </a:r>
            <a:r>
              <a:rPr sz="2400" spc="-55" dirty="0">
                <a:latin typeface="Trebuchet MS"/>
                <a:cs typeface="Trebuchet MS"/>
              </a:rPr>
              <a:t>medicate</a:t>
            </a:r>
            <a:r>
              <a:rPr sz="2400" spc="-125" dirty="0">
                <a:latin typeface="Trebuchet MS"/>
                <a:cs typeface="Trebuchet MS"/>
              </a:rPr>
              <a:t> </a:t>
            </a:r>
            <a:r>
              <a:rPr sz="2400" spc="-90" dirty="0">
                <a:latin typeface="Trebuchet MS"/>
                <a:cs typeface="Trebuchet MS"/>
              </a:rPr>
              <a:t>or</a:t>
            </a:r>
            <a:r>
              <a:rPr sz="2400" spc="-114" dirty="0">
                <a:latin typeface="Trebuchet MS"/>
                <a:cs typeface="Trebuchet MS"/>
              </a:rPr>
              <a:t> </a:t>
            </a:r>
            <a:r>
              <a:rPr sz="2400" spc="-30" dirty="0">
                <a:latin typeface="Trebuchet MS"/>
                <a:cs typeface="Trebuchet MS"/>
              </a:rPr>
              <a:t>discontinue</a:t>
            </a:r>
            <a:r>
              <a:rPr sz="2400" spc="-125" dirty="0">
                <a:latin typeface="Trebuchet MS"/>
                <a:cs typeface="Trebuchet MS"/>
              </a:rPr>
              <a:t> </a:t>
            </a:r>
            <a:r>
              <a:rPr sz="2400" spc="-45" dirty="0">
                <a:latin typeface="Trebuchet MS"/>
                <a:cs typeface="Trebuchet MS"/>
              </a:rPr>
              <a:t>antibiotics</a:t>
            </a:r>
            <a:r>
              <a:rPr sz="2400" spc="-185" dirty="0">
                <a:latin typeface="Trebuchet MS"/>
                <a:cs typeface="Trebuchet MS"/>
              </a:rPr>
              <a:t> </a:t>
            </a:r>
            <a:r>
              <a:rPr sz="2400" spc="-140" dirty="0">
                <a:latin typeface="Trebuchet MS"/>
                <a:cs typeface="Trebuchet MS"/>
              </a:rPr>
              <a:t>early.</a:t>
            </a:r>
            <a:r>
              <a:rPr sz="2400" spc="-225" dirty="0">
                <a:latin typeface="Trebuchet MS"/>
                <a:cs typeface="Trebuchet MS"/>
              </a:rPr>
              <a:t> </a:t>
            </a:r>
            <a:r>
              <a:rPr sz="2400" spc="-40" dirty="0">
                <a:latin typeface="Trebuchet MS"/>
                <a:cs typeface="Trebuchet MS"/>
              </a:rPr>
              <a:t>Studying</a:t>
            </a:r>
            <a:r>
              <a:rPr sz="2400" spc="-185" dirty="0">
                <a:latin typeface="Trebuchet MS"/>
                <a:cs typeface="Trebuchet MS"/>
              </a:rPr>
              <a:t> </a:t>
            </a:r>
            <a:r>
              <a:rPr sz="2400" spc="-10" dirty="0">
                <a:latin typeface="Trebuchet MS"/>
                <a:cs typeface="Trebuchet MS"/>
              </a:rPr>
              <a:t>these </a:t>
            </a:r>
            <a:r>
              <a:rPr sz="2400" spc="-30" dirty="0">
                <a:latin typeface="Trebuchet MS"/>
                <a:cs typeface="Trebuchet MS"/>
              </a:rPr>
              <a:t>behaviors</a:t>
            </a:r>
            <a:r>
              <a:rPr sz="2400" spc="-204" dirty="0">
                <a:latin typeface="Trebuchet MS"/>
                <a:cs typeface="Trebuchet MS"/>
              </a:rPr>
              <a:t> </a:t>
            </a:r>
            <a:r>
              <a:rPr sz="2400" spc="-50" dirty="0">
                <a:latin typeface="Trebuchet MS"/>
                <a:cs typeface="Trebuchet MS"/>
              </a:rPr>
              <a:t>highlights</a:t>
            </a:r>
            <a:r>
              <a:rPr sz="2400" spc="-200" dirty="0">
                <a:latin typeface="Trebuchet MS"/>
                <a:cs typeface="Trebuchet MS"/>
              </a:rPr>
              <a:t> </a:t>
            </a:r>
            <a:r>
              <a:rPr sz="2400" spc="-90" dirty="0">
                <a:latin typeface="Trebuchet MS"/>
                <a:cs typeface="Trebuchet MS"/>
              </a:rPr>
              <a:t>the</a:t>
            </a:r>
            <a:r>
              <a:rPr sz="2400" spc="-229" dirty="0">
                <a:latin typeface="Trebuchet MS"/>
                <a:cs typeface="Trebuchet MS"/>
              </a:rPr>
              <a:t> </a:t>
            </a:r>
            <a:r>
              <a:rPr sz="2400" spc="-45" dirty="0">
                <a:latin typeface="Trebuchet MS"/>
                <a:cs typeface="Trebuchet MS"/>
              </a:rPr>
              <a:t>need</a:t>
            </a:r>
            <a:r>
              <a:rPr sz="2400" spc="-150" dirty="0">
                <a:latin typeface="Trebuchet MS"/>
                <a:cs typeface="Trebuchet MS"/>
              </a:rPr>
              <a:t> </a:t>
            </a:r>
            <a:r>
              <a:rPr sz="2400" spc="-110" dirty="0">
                <a:latin typeface="Trebuchet MS"/>
                <a:cs typeface="Trebuchet MS"/>
              </a:rPr>
              <a:t>for</a:t>
            </a:r>
            <a:r>
              <a:rPr sz="2400" spc="-215" dirty="0">
                <a:latin typeface="Trebuchet MS"/>
                <a:cs typeface="Trebuchet MS"/>
              </a:rPr>
              <a:t> </a:t>
            </a:r>
            <a:r>
              <a:rPr sz="2400" spc="-114" dirty="0">
                <a:latin typeface="Trebuchet MS"/>
                <a:cs typeface="Trebuchet MS"/>
              </a:rPr>
              <a:t>better</a:t>
            </a:r>
            <a:r>
              <a:rPr sz="2400" spc="-215" dirty="0">
                <a:latin typeface="Trebuchet MS"/>
                <a:cs typeface="Trebuchet MS"/>
              </a:rPr>
              <a:t> </a:t>
            </a:r>
            <a:r>
              <a:rPr sz="2400" spc="-35" dirty="0">
                <a:latin typeface="Trebuchet MS"/>
                <a:cs typeface="Trebuchet MS"/>
              </a:rPr>
              <a:t>education</a:t>
            </a:r>
            <a:r>
              <a:rPr sz="2400" spc="-215" dirty="0">
                <a:latin typeface="Trebuchet MS"/>
                <a:cs typeface="Trebuchet MS"/>
              </a:rPr>
              <a:t> </a:t>
            </a:r>
            <a:r>
              <a:rPr sz="2400" dirty="0">
                <a:latin typeface="Trebuchet MS"/>
                <a:cs typeface="Trebuchet MS"/>
              </a:rPr>
              <a:t>and</a:t>
            </a:r>
            <a:r>
              <a:rPr sz="2400" spc="-235" dirty="0">
                <a:latin typeface="Trebuchet MS"/>
                <a:cs typeface="Trebuchet MS"/>
              </a:rPr>
              <a:t> </a:t>
            </a:r>
            <a:r>
              <a:rPr sz="2400" spc="-10" dirty="0">
                <a:latin typeface="Trebuchet MS"/>
                <a:cs typeface="Trebuchet MS"/>
              </a:rPr>
              <a:t>awareness</a:t>
            </a:r>
            <a:r>
              <a:rPr sz="2400" spc="-200" dirty="0">
                <a:latin typeface="Trebuchet MS"/>
                <a:cs typeface="Trebuchet MS"/>
              </a:rPr>
              <a:t> </a:t>
            </a:r>
            <a:r>
              <a:rPr sz="2400" spc="-10" dirty="0">
                <a:latin typeface="Trebuchet MS"/>
                <a:cs typeface="Trebuchet MS"/>
              </a:rPr>
              <a:t>campaigns.</a:t>
            </a:r>
            <a:endParaRPr sz="2400">
              <a:latin typeface="Trebuchet MS"/>
              <a:cs typeface="Trebuchet MS"/>
            </a:endParaRPr>
          </a:p>
          <a:p>
            <a:pPr marL="154940" indent="-152400">
              <a:lnSpc>
                <a:spcPts val="2735"/>
              </a:lnSpc>
              <a:buSzPct val="83333"/>
              <a:buFont typeface="Trebuchet MS"/>
              <a:buChar char="•"/>
              <a:tabLst>
                <a:tab pos="154940" algn="l"/>
              </a:tabLst>
            </a:pPr>
            <a:r>
              <a:rPr sz="2400" b="1" spc="-30" dirty="0">
                <a:latin typeface="Trebuchet MS"/>
                <a:cs typeface="Trebuchet MS"/>
              </a:rPr>
              <a:t>Policy</a:t>
            </a:r>
            <a:r>
              <a:rPr sz="2400" b="1" spc="-245" dirty="0">
                <a:latin typeface="Trebuchet MS"/>
                <a:cs typeface="Trebuchet MS"/>
              </a:rPr>
              <a:t> </a:t>
            </a:r>
            <a:r>
              <a:rPr sz="2400" b="1" dirty="0">
                <a:latin typeface="Trebuchet MS"/>
                <a:cs typeface="Trebuchet MS"/>
              </a:rPr>
              <a:t>and</a:t>
            </a:r>
            <a:r>
              <a:rPr sz="2400" b="1" spc="-145" dirty="0">
                <a:latin typeface="Trebuchet MS"/>
                <a:cs typeface="Trebuchet MS"/>
              </a:rPr>
              <a:t> </a:t>
            </a:r>
            <a:r>
              <a:rPr sz="2400" b="1" spc="-30" dirty="0">
                <a:latin typeface="Trebuchet MS"/>
                <a:cs typeface="Trebuchet MS"/>
              </a:rPr>
              <a:t>Guideline</a:t>
            </a:r>
            <a:r>
              <a:rPr sz="2400" b="1" spc="-229" dirty="0">
                <a:latin typeface="Trebuchet MS"/>
                <a:cs typeface="Trebuchet MS"/>
              </a:rPr>
              <a:t> </a:t>
            </a:r>
            <a:r>
              <a:rPr sz="2400" b="1" spc="-10" dirty="0">
                <a:latin typeface="Trebuchet MS"/>
                <a:cs typeface="Trebuchet MS"/>
              </a:rPr>
              <a:t>Development:</a:t>
            </a:r>
            <a:endParaRPr sz="2400">
              <a:latin typeface="Trebuchet MS"/>
              <a:cs typeface="Trebuchet MS"/>
            </a:endParaRPr>
          </a:p>
          <a:p>
            <a:pPr marL="12700" marR="358775">
              <a:lnSpc>
                <a:spcPts val="2930"/>
              </a:lnSpc>
              <a:spcBef>
                <a:spcPts val="40"/>
              </a:spcBef>
            </a:pPr>
            <a:r>
              <a:rPr sz="2400" spc="-10" dirty="0">
                <a:latin typeface="Trebuchet MS"/>
                <a:cs typeface="Trebuchet MS"/>
              </a:rPr>
              <a:t>Data</a:t>
            </a:r>
            <a:r>
              <a:rPr sz="2400" spc="-235" dirty="0">
                <a:latin typeface="Trebuchet MS"/>
                <a:cs typeface="Trebuchet MS"/>
              </a:rPr>
              <a:t> </a:t>
            </a:r>
            <a:r>
              <a:rPr sz="2400" spc="-65" dirty="0">
                <a:latin typeface="Trebuchet MS"/>
                <a:cs typeface="Trebuchet MS"/>
              </a:rPr>
              <a:t>from</a:t>
            </a:r>
            <a:r>
              <a:rPr sz="2400" spc="-180" dirty="0">
                <a:latin typeface="Trebuchet MS"/>
                <a:cs typeface="Trebuchet MS"/>
              </a:rPr>
              <a:t> </a:t>
            </a:r>
            <a:r>
              <a:rPr sz="2400" spc="60" dirty="0">
                <a:latin typeface="Trebuchet MS"/>
                <a:cs typeface="Trebuchet MS"/>
              </a:rPr>
              <a:t>such</a:t>
            </a:r>
            <a:r>
              <a:rPr sz="2400" spc="-215" dirty="0">
                <a:latin typeface="Trebuchet MS"/>
                <a:cs typeface="Trebuchet MS"/>
              </a:rPr>
              <a:t> </a:t>
            </a:r>
            <a:r>
              <a:rPr sz="2400" dirty="0">
                <a:latin typeface="Trebuchet MS"/>
                <a:cs typeface="Trebuchet MS"/>
              </a:rPr>
              <a:t>studies</a:t>
            </a:r>
            <a:r>
              <a:rPr sz="2400" spc="-200" dirty="0">
                <a:latin typeface="Trebuchet MS"/>
                <a:cs typeface="Trebuchet MS"/>
              </a:rPr>
              <a:t> </a:t>
            </a:r>
            <a:r>
              <a:rPr sz="2400" spc="-20" dirty="0">
                <a:latin typeface="Trebuchet MS"/>
                <a:cs typeface="Trebuchet MS"/>
              </a:rPr>
              <a:t>support</a:t>
            </a:r>
            <a:r>
              <a:rPr sz="2400" spc="-185" dirty="0">
                <a:latin typeface="Trebuchet MS"/>
                <a:cs typeface="Trebuchet MS"/>
              </a:rPr>
              <a:t> </a:t>
            </a:r>
            <a:r>
              <a:rPr sz="2400" spc="-35" dirty="0">
                <a:latin typeface="Trebuchet MS"/>
                <a:cs typeface="Trebuchet MS"/>
              </a:rPr>
              <a:t>policymakers</a:t>
            </a:r>
            <a:r>
              <a:rPr sz="2400" spc="-204" dirty="0">
                <a:latin typeface="Trebuchet MS"/>
                <a:cs typeface="Trebuchet MS"/>
              </a:rPr>
              <a:t> </a:t>
            </a:r>
            <a:r>
              <a:rPr sz="2400" spc="-90" dirty="0">
                <a:latin typeface="Trebuchet MS"/>
                <a:cs typeface="Trebuchet MS"/>
              </a:rPr>
              <a:t>in</a:t>
            </a:r>
            <a:r>
              <a:rPr sz="2400" spc="-130" dirty="0">
                <a:latin typeface="Trebuchet MS"/>
                <a:cs typeface="Trebuchet MS"/>
              </a:rPr>
              <a:t> </a:t>
            </a:r>
            <a:r>
              <a:rPr sz="2400" spc="-80" dirty="0">
                <a:latin typeface="Trebuchet MS"/>
                <a:cs typeface="Trebuchet MS"/>
              </a:rPr>
              <a:t>creating</a:t>
            </a:r>
            <a:r>
              <a:rPr sz="2400" spc="-195" dirty="0">
                <a:latin typeface="Trebuchet MS"/>
                <a:cs typeface="Trebuchet MS"/>
              </a:rPr>
              <a:t> </a:t>
            </a:r>
            <a:r>
              <a:rPr sz="2400" spc="-85" dirty="0">
                <a:latin typeface="Trebuchet MS"/>
                <a:cs typeface="Trebuchet MS"/>
              </a:rPr>
              <a:t>stricter</a:t>
            </a:r>
            <a:r>
              <a:rPr sz="2400" spc="-215" dirty="0">
                <a:latin typeface="Trebuchet MS"/>
                <a:cs typeface="Trebuchet MS"/>
              </a:rPr>
              <a:t> </a:t>
            </a:r>
            <a:r>
              <a:rPr sz="2400" spc="-50" dirty="0">
                <a:latin typeface="Trebuchet MS"/>
                <a:cs typeface="Trebuchet MS"/>
              </a:rPr>
              <a:t>regulations</a:t>
            </a:r>
            <a:r>
              <a:rPr sz="2400" spc="-200" dirty="0">
                <a:latin typeface="Trebuchet MS"/>
                <a:cs typeface="Trebuchet MS"/>
              </a:rPr>
              <a:t> </a:t>
            </a:r>
            <a:r>
              <a:rPr sz="2400" spc="-25" dirty="0">
                <a:latin typeface="Trebuchet MS"/>
                <a:cs typeface="Trebuchet MS"/>
              </a:rPr>
              <a:t>for </a:t>
            </a:r>
            <a:r>
              <a:rPr sz="2400" spc="-70" dirty="0">
                <a:latin typeface="Trebuchet MS"/>
                <a:cs typeface="Trebuchet MS"/>
              </a:rPr>
              <a:t>antibiotic</a:t>
            </a:r>
            <a:r>
              <a:rPr sz="2400" spc="-225" dirty="0">
                <a:latin typeface="Trebuchet MS"/>
                <a:cs typeface="Trebuchet MS"/>
              </a:rPr>
              <a:t> </a:t>
            </a:r>
            <a:r>
              <a:rPr sz="2400" spc="-55" dirty="0">
                <a:latin typeface="Trebuchet MS"/>
                <a:cs typeface="Trebuchet MS"/>
              </a:rPr>
              <a:t>sale,</a:t>
            </a:r>
            <a:r>
              <a:rPr sz="2400" spc="-150" dirty="0">
                <a:latin typeface="Trebuchet MS"/>
                <a:cs typeface="Trebuchet MS"/>
              </a:rPr>
              <a:t> </a:t>
            </a:r>
            <a:r>
              <a:rPr sz="2400" spc="-65" dirty="0">
                <a:latin typeface="Trebuchet MS"/>
                <a:cs typeface="Trebuchet MS"/>
              </a:rPr>
              <a:t>prescription,</a:t>
            </a:r>
            <a:r>
              <a:rPr sz="2400" spc="-235" dirty="0">
                <a:latin typeface="Trebuchet MS"/>
                <a:cs typeface="Trebuchet MS"/>
              </a:rPr>
              <a:t> </a:t>
            </a:r>
            <a:r>
              <a:rPr sz="2400" dirty="0">
                <a:latin typeface="Trebuchet MS"/>
                <a:cs typeface="Trebuchet MS"/>
              </a:rPr>
              <a:t>and</a:t>
            </a:r>
            <a:r>
              <a:rPr sz="2400" spc="-140" dirty="0">
                <a:latin typeface="Trebuchet MS"/>
                <a:cs typeface="Trebuchet MS"/>
              </a:rPr>
              <a:t> </a:t>
            </a:r>
            <a:r>
              <a:rPr sz="2400" spc="-35" dirty="0">
                <a:latin typeface="Trebuchet MS"/>
                <a:cs typeface="Trebuchet MS"/>
              </a:rPr>
              <a:t>public</a:t>
            </a:r>
            <a:r>
              <a:rPr sz="2400" spc="-125" dirty="0">
                <a:latin typeface="Trebuchet MS"/>
                <a:cs typeface="Trebuchet MS"/>
              </a:rPr>
              <a:t> </a:t>
            </a:r>
            <a:r>
              <a:rPr sz="2400" spc="-10" dirty="0">
                <a:latin typeface="Trebuchet MS"/>
                <a:cs typeface="Trebuchet MS"/>
              </a:rPr>
              <a:t>awareness</a:t>
            </a:r>
            <a:r>
              <a:rPr sz="2400" spc="-185" dirty="0">
                <a:latin typeface="Trebuchet MS"/>
                <a:cs typeface="Trebuchet MS"/>
              </a:rPr>
              <a:t> </a:t>
            </a:r>
            <a:r>
              <a:rPr sz="2400" spc="-10" dirty="0">
                <a:latin typeface="Trebuchet MS"/>
                <a:cs typeface="Trebuchet MS"/>
              </a:rPr>
              <a:t>initiative</a:t>
            </a:r>
            <a:endParaRPr sz="240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0" y="828547"/>
          <a:ext cx="12183109" cy="6019165"/>
        </p:xfrm>
        <a:graphic>
          <a:graphicData uri="http://schemas.openxmlformats.org/drawingml/2006/table">
            <a:tbl>
              <a:tblPr firstRow="1" bandRow="1">
                <a:tableStyleId>{2D5ABB26-0587-4C30-8999-92F81FD0307C}</a:tableStyleId>
              </a:tblPr>
              <a:tblGrid>
                <a:gridCol w="531495">
                  <a:extLst>
                    <a:ext uri="{9D8B030D-6E8A-4147-A177-3AD203B41FA5}">
                      <a16:colId xmlns:a16="http://schemas.microsoft.com/office/drawing/2014/main" val="20000"/>
                    </a:ext>
                  </a:extLst>
                </a:gridCol>
                <a:gridCol w="1389380">
                  <a:extLst>
                    <a:ext uri="{9D8B030D-6E8A-4147-A177-3AD203B41FA5}">
                      <a16:colId xmlns:a16="http://schemas.microsoft.com/office/drawing/2014/main" val="20001"/>
                    </a:ext>
                  </a:extLst>
                </a:gridCol>
                <a:gridCol w="776605">
                  <a:extLst>
                    <a:ext uri="{9D8B030D-6E8A-4147-A177-3AD203B41FA5}">
                      <a16:colId xmlns:a16="http://schemas.microsoft.com/office/drawing/2014/main" val="20002"/>
                    </a:ext>
                  </a:extLst>
                </a:gridCol>
                <a:gridCol w="3072130">
                  <a:extLst>
                    <a:ext uri="{9D8B030D-6E8A-4147-A177-3AD203B41FA5}">
                      <a16:colId xmlns:a16="http://schemas.microsoft.com/office/drawing/2014/main" val="20003"/>
                    </a:ext>
                  </a:extLst>
                </a:gridCol>
                <a:gridCol w="6413499">
                  <a:extLst>
                    <a:ext uri="{9D8B030D-6E8A-4147-A177-3AD203B41FA5}">
                      <a16:colId xmlns:a16="http://schemas.microsoft.com/office/drawing/2014/main" val="20004"/>
                    </a:ext>
                  </a:extLst>
                </a:gridCol>
              </a:tblGrid>
              <a:tr h="599440">
                <a:tc>
                  <a:txBody>
                    <a:bodyPr/>
                    <a:lstStyle/>
                    <a:p>
                      <a:pPr marL="1270" algn="ctr">
                        <a:lnSpc>
                          <a:spcPct val="100000"/>
                        </a:lnSpc>
                        <a:spcBef>
                          <a:spcPts val="475"/>
                        </a:spcBef>
                      </a:pPr>
                      <a:r>
                        <a:rPr sz="1550" b="1" spc="-25" dirty="0">
                          <a:latin typeface="Times New Roman"/>
                          <a:cs typeface="Times New Roman"/>
                        </a:rPr>
                        <a:t>S.</a:t>
                      </a:r>
                      <a:endParaRPr sz="1550">
                        <a:latin typeface="Times New Roman"/>
                        <a:cs typeface="Times New Roman"/>
                      </a:endParaRPr>
                    </a:p>
                    <a:p>
                      <a:pPr marR="1270" algn="ctr">
                        <a:lnSpc>
                          <a:spcPct val="100000"/>
                        </a:lnSpc>
                        <a:spcBef>
                          <a:spcPts val="20"/>
                        </a:spcBef>
                      </a:pPr>
                      <a:r>
                        <a:rPr sz="1550" b="1" spc="-25" dirty="0">
                          <a:latin typeface="Times New Roman"/>
                          <a:cs typeface="Times New Roman"/>
                        </a:rPr>
                        <a:t>No</a:t>
                      </a:r>
                      <a:endParaRPr sz="1550">
                        <a:latin typeface="Times New Roman"/>
                        <a:cs typeface="Times New Roman"/>
                      </a:endParaRPr>
                    </a:p>
                  </a:txBody>
                  <a:tcPr marL="0" marR="0" marT="60325" marB="0">
                    <a:lnL w="63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1E4F5"/>
                    </a:solidFill>
                  </a:tcPr>
                </a:tc>
                <a:tc>
                  <a:txBody>
                    <a:bodyPr/>
                    <a:lstStyle/>
                    <a:p>
                      <a:pPr marL="149860">
                        <a:lnSpc>
                          <a:spcPct val="100000"/>
                        </a:lnSpc>
                        <a:spcBef>
                          <a:spcPts val="1435"/>
                        </a:spcBef>
                      </a:pPr>
                      <a:r>
                        <a:rPr sz="1550" b="1" dirty="0">
                          <a:latin typeface="Times New Roman"/>
                          <a:cs typeface="Times New Roman"/>
                        </a:rPr>
                        <a:t>First </a:t>
                      </a:r>
                      <a:r>
                        <a:rPr sz="1550" b="1" spc="-10" dirty="0">
                          <a:latin typeface="Times New Roman"/>
                          <a:cs typeface="Times New Roman"/>
                        </a:rPr>
                        <a:t>Author</a:t>
                      </a:r>
                      <a:endParaRPr sz="1550">
                        <a:latin typeface="Times New Roman"/>
                        <a:cs typeface="Times New Roman"/>
                      </a:endParaRPr>
                    </a:p>
                  </a:txBody>
                  <a:tcPr marL="0" marR="0" marT="1822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1E4F5"/>
                    </a:solidFill>
                  </a:tcPr>
                </a:tc>
                <a:tc>
                  <a:txBody>
                    <a:bodyPr/>
                    <a:lstStyle/>
                    <a:p>
                      <a:pPr marL="187325">
                        <a:lnSpc>
                          <a:spcPct val="100000"/>
                        </a:lnSpc>
                        <a:spcBef>
                          <a:spcPts val="1435"/>
                        </a:spcBef>
                      </a:pPr>
                      <a:r>
                        <a:rPr sz="1550" b="1" spc="-20" dirty="0">
                          <a:latin typeface="Times New Roman"/>
                          <a:cs typeface="Times New Roman"/>
                        </a:rPr>
                        <a:t>Year</a:t>
                      </a:r>
                      <a:endParaRPr sz="1550">
                        <a:latin typeface="Times New Roman"/>
                        <a:cs typeface="Times New Roman"/>
                      </a:endParaRPr>
                    </a:p>
                  </a:txBody>
                  <a:tcPr marL="0" marR="0" marT="1822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1E4F5"/>
                    </a:solidFill>
                  </a:tcPr>
                </a:tc>
                <a:tc>
                  <a:txBody>
                    <a:bodyPr/>
                    <a:lstStyle/>
                    <a:p>
                      <a:pPr marL="4445" algn="ctr">
                        <a:lnSpc>
                          <a:spcPct val="100000"/>
                        </a:lnSpc>
                        <a:spcBef>
                          <a:spcPts val="1435"/>
                        </a:spcBef>
                      </a:pPr>
                      <a:r>
                        <a:rPr sz="1550" b="1" spc="-10" dirty="0">
                          <a:latin typeface="Times New Roman"/>
                          <a:cs typeface="Times New Roman"/>
                        </a:rPr>
                        <a:t>Title</a:t>
                      </a:r>
                      <a:endParaRPr sz="1550">
                        <a:latin typeface="Times New Roman"/>
                        <a:cs typeface="Times New Roman"/>
                      </a:endParaRPr>
                    </a:p>
                  </a:txBody>
                  <a:tcPr marL="0" marR="0" marT="1822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1E4F5"/>
                    </a:solidFill>
                  </a:tcPr>
                </a:tc>
                <a:tc>
                  <a:txBody>
                    <a:bodyPr/>
                    <a:lstStyle/>
                    <a:p>
                      <a:pPr marL="12065" algn="ctr">
                        <a:lnSpc>
                          <a:spcPct val="100000"/>
                        </a:lnSpc>
                        <a:spcBef>
                          <a:spcPts val="1435"/>
                        </a:spcBef>
                      </a:pPr>
                      <a:r>
                        <a:rPr sz="1550" b="1" dirty="0">
                          <a:latin typeface="Times New Roman"/>
                          <a:cs typeface="Times New Roman"/>
                        </a:rPr>
                        <a:t>Key</a:t>
                      </a:r>
                      <a:r>
                        <a:rPr sz="1550" b="1" spc="75" dirty="0">
                          <a:latin typeface="Times New Roman"/>
                          <a:cs typeface="Times New Roman"/>
                        </a:rPr>
                        <a:t> </a:t>
                      </a:r>
                      <a:r>
                        <a:rPr sz="1550" b="1" spc="-10" dirty="0">
                          <a:latin typeface="Times New Roman"/>
                          <a:cs typeface="Times New Roman"/>
                        </a:rPr>
                        <a:t>Result</a:t>
                      </a:r>
                      <a:endParaRPr sz="1550">
                        <a:latin typeface="Times New Roman"/>
                        <a:cs typeface="Times New Roman"/>
                      </a:endParaRPr>
                    </a:p>
                  </a:txBody>
                  <a:tcPr marL="0" marR="0" marT="182245" marB="0">
                    <a:lnL w="12700">
                      <a:solidFill>
                        <a:srgbClr val="000000"/>
                      </a:solidFill>
                      <a:prstDash val="solid"/>
                    </a:lnL>
                    <a:lnR w="6350">
                      <a:solidFill>
                        <a:srgbClr val="000000"/>
                      </a:solidFill>
                      <a:prstDash val="solid"/>
                    </a:lnR>
                    <a:lnT w="12700">
                      <a:solidFill>
                        <a:srgbClr val="000000"/>
                      </a:solidFill>
                      <a:prstDash val="solid"/>
                    </a:lnT>
                    <a:lnB w="12700">
                      <a:solidFill>
                        <a:srgbClr val="000000"/>
                      </a:solidFill>
                      <a:prstDash val="solid"/>
                    </a:lnB>
                    <a:solidFill>
                      <a:srgbClr val="C1E4F5"/>
                    </a:solidFill>
                  </a:tcPr>
                </a:tc>
                <a:extLst>
                  <a:ext uri="{0D108BD9-81ED-4DB2-BD59-A6C34878D82A}">
                    <a16:rowId xmlns:a16="http://schemas.microsoft.com/office/drawing/2014/main" val="10000"/>
                  </a:ext>
                </a:extLst>
              </a:tr>
              <a:tr h="1921510">
                <a:tc>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260"/>
                        </a:spcBef>
                      </a:pPr>
                      <a:endParaRPr sz="1400">
                        <a:latin typeface="Times New Roman"/>
                        <a:cs typeface="Times New Roman"/>
                      </a:endParaRPr>
                    </a:p>
                    <a:p>
                      <a:pPr marR="264160" algn="r">
                        <a:lnSpc>
                          <a:spcPct val="100000"/>
                        </a:lnSpc>
                      </a:pPr>
                      <a:r>
                        <a:rPr sz="1400" spc="-25" dirty="0">
                          <a:latin typeface="Times New Roman"/>
                          <a:cs typeface="Times New Roman"/>
                        </a:rPr>
                        <a:t>1.</a:t>
                      </a:r>
                      <a:endParaRPr sz="1400">
                        <a:latin typeface="Times New Roman"/>
                        <a:cs typeface="Times New Roman"/>
                      </a:endParaRPr>
                    </a:p>
                  </a:txBody>
                  <a:tcPr marL="0" marR="0" marT="0" marB="0">
                    <a:lnL w="63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0"/>
                        </a:spcBef>
                      </a:pPr>
                      <a:endParaRPr sz="1800">
                        <a:latin typeface="Times New Roman"/>
                        <a:cs typeface="Times New Roman"/>
                      </a:endParaRPr>
                    </a:p>
                    <a:p>
                      <a:pPr marL="60960" marR="236854">
                        <a:lnSpc>
                          <a:spcPct val="100899"/>
                        </a:lnSpc>
                      </a:pPr>
                      <a:r>
                        <a:rPr sz="1800" spc="-20" dirty="0">
                          <a:latin typeface="Trebuchet MS"/>
                          <a:cs typeface="Trebuchet MS"/>
                        </a:rPr>
                        <a:t>Ganguly</a:t>
                      </a:r>
                      <a:r>
                        <a:rPr sz="1800" spc="-165" dirty="0">
                          <a:latin typeface="Trebuchet MS"/>
                          <a:cs typeface="Trebuchet MS"/>
                        </a:rPr>
                        <a:t> </a:t>
                      </a:r>
                      <a:r>
                        <a:rPr sz="1800" spc="-25" dirty="0">
                          <a:latin typeface="Trebuchet MS"/>
                          <a:cs typeface="Trebuchet MS"/>
                        </a:rPr>
                        <a:t>N, </a:t>
                      </a:r>
                      <a:r>
                        <a:rPr sz="1800" spc="-85" dirty="0">
                          <a:latin typeface="Trebuchet MS"/>
                          <a:cs typeface="Trebuchet MS"/>
                        </a:rPr>
                        <a:t>et</a:t>
                      </a:r>
                      <a:r>
                        <a:rPr sz="1800" spc="-215" dirty="0">
                          <a:latin typeface="Trebuchet MS"/>
                          <a:cs typeface="Trebuchet MS"/>
                        </a:rPr>
                        <a:t> </a:t>
                      </a:r>
                      <a:r>
                        <a:rPr sz="1800" spc="-25" dirty="0">
                          <a:latin typeface="Trebuchet MS"/>
                          <a:cs typeface="Trebuchet MS"/>
                        </a:rPr>
                        <a:t>al.</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50"/>
                        </a:spcBef>
                      </a:pPr>
                      <a:endParaRPr sz="1800">
                        <a:latin typeface="Times New Roman"/>
                        <a:cs typeface="Times New Roman"/>
                      </a:endParaRPr>
                    </a:p>
                    <a:p>
                      <a:pPr marL="62230">
                        <a:lnSpc>
                          <a:spcPct val="100000"/>
                        </a:lnSpc>
                      </a:pPr>
                      <a:r>
                        <a:rPr sz="1800" spc="-20" dirty="0">
                          <a:latin typeface="Trebuchet MS"/>
                          <a:cs typeface="Trebuchet MS"/>
                        </a:rPr>
                        <a:t>2011</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0"/>
                        </a:spcBef>
                      </a:pPr>
                      <a:endParaRPr sz="1800">
                        <a:latin typeface="Times New Roman"/>
                        <a:cs typeface="Times New Roman"/>
                      </a:endParaRPr>
                    </a:p>
                    <a:p>
                      <a:pPr marL="62865" marR="150495">
                        <a:lnSpc>
                          <a:spcPct val="100899"/>
                        </a:lnSpc>
                      </a:pPr>
                      <a:r>
                        <a:rPr sz="1800" spc="-55" dirty="0">
                          <a:latin typeface="Trebuchet MS"/>
                          <a:cs typeface="Trebuchet MS"/>
                        </a:rPr>
                        <a:t>Antibiotic</a:t>
                      </a:r>
                      <a:r>
                        <a:rPr sz="1800" spc="-195" dirty="0">
                          <a:latin typeface="Trebuchet MS"/>
                          <a:cs typeface="Trebuchet MS"/>
                        </a:rPr>
                        <a:t> </a:t>
                      </a:r>
                      <a:r>
                        <a:rPr sz="1800" spc="50" dirty="0">
                          <a:latin typeface="Trebuchet MS"/>
                          <a:cs typeface="Trebuchet MS"/>
                        </a:rPr>
                        <a:t>Use</a:t>
                      </a:r>
                      <a:r>
                        <a:rPr sz="1800" spc="-120" dirty="0">
                          <a:latin typeface="Trebuchet MS"/>
                          <a:cs typeface="Trebuchet MS"/>
                        </a:rPr>
                        <a:t> </a:t>
                      </a:r>
                      <a:r>
                        <a:rPr sz="1800" spc="-80" dirty="0">
                          <a:latin typeface="Trebuchet MS"/>
                          <a:cs typeface="Trebuchet MS"/>
                        </a:rPr>
                        <a:t>in</a:t>
                      </a:r>
                      <a:r>
                        <a:rPr sz="1800" spc="-160" dirty="0">
                          <a:latin typeface="Trebuchet MS"/>
                          <a:cs typeface="Trebuchet MS"/>
                        </a:rPr>
                        <a:t> </a:t>
                      </a:r>
                      <a:r>
                        <a:rPr sz="1800" spc="-30" dirty="0">
                          <a:latin typeface="Trebuchet MS"/>
                          <a:cs typeface="Trebuchet MS"/>
                        </a:rPr>
                        <a:t>India</a:t>
                      </a:r>
                      <a:r>
                        <a:rPr sz="1800" spc="-204" dirty="0">
                          <a:latin typeface="Trebuchet MS"/>
                          <a:cs typeface="Trebuchet MS"/>
                        </a:rPr>
                        <a:t> </a:t>
                      </a:r>
                      <a:r>
                        <a:rPr sz="1800" dirty="0">
                          <a:latin typeface="Trebuchet MS"/>
                          <a:cs typeface="Trebuchet MS"/>
                        </a:rPr>
                        <a:t>and</a:t>
                      </a:r>
                      <a:r>
                        <a:rPr sz="1800" spc="-100" dirty="0">
                          <a:latin typeface="Trebuchet MS"/>
                          <a:cs typeface="Trebuchet MS"/>
                        </a:rPr>
                        <a:t> </a:t>
                      </a:r>
                      <a:r>
                        <a:rPr sz="1800" spc="-25" dirty="0">
                          <a:latin typeface="Trebuchet MS"/>
                          <a:cs typeface="Trebuchet MS"/>
                        </a:rPr>
                        <a:t>Its </a:t>
                      </a:r>
                      <a:r>
                        <a:rPr sz="1800" spc="-10" dirty="0">
                          <a:latin typeface="Trebuchet MS"/>
                          <a:cs typeface="Trebuchet MS"/>
                        </a:rPr>
                        <a:t>Role</a:t>
                      </a:r>
                      <a:r>
                        <a:rPr sz="1800" spc="-210" dirty="0">
                          <a:latin typeface="Trebuchet MS"/>
                          <a:cs typeface="Trebuchet MS"/>
                        </a:rPr>
                        <a:t> </a:t>
                      </a:r>
                      <a:r>
                        <a:rPr sz="1800" spc="-45" dirty="0">
                          <a:latin typeface="Trebuchet MS"/>
                          <a:cs typeface="Trebuchet MS"/>
                        </a:rPr>
                        <a:t>in</a:t>
                      </a:r>
                      <a:r>
                        <a:rPr sz="1800" spc="-180" dirty="0">
                          <a:latin typeface="Trebuchet MS"/>
                          <a:cs typeface="Trebuchet MS"/>
                        </a:rPr>
                        <a:t> </a:t>
                      </a:r>
                      <a:r>
                        <a:rPr sz="1800" spc="-10" dirty="0">
                          <a:latin typeface="Trebuchet MS"/>
                          <a:cs typeface="Trebuchet MS"/>
                        </a:rPr>
                        <a:t>Resistance</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marR="330200" indent="122555">
                        <a:lnSpc>
                          <a:spcPct val="100800"/>
                        </a:lnSpc>
                        <a:spcBef>
                          <a:spcPts val="2020"/>
                        </a:spcBef>
                        <a:buChar char="-"/>
                        <a:tabLst>
                          <a:tab pos="187960" algn="l"/>
                        </a:tabLst>
                      </a:pPr>
                      <a:r>
                        <a:rPr sz="1800" spc="-10" dirty="0">
                          <a:latin typeface="Trebuchet MS"/>
                          <a:cs typeface="Trebuchet MS"/>
                        </a:rPr>
                        <a:t>Widespread</a:t>
                      </a:r>
                      <a:r>
                        <a:rPr sz="1800" spc="-145" dirty="0">
                          <a:latin typeface="Trebuchet MS"/>
                          <a:cs typeface="Trebuchet MS"/>
                        </a:rPr>
                        <a:t> </a:t>
                      </a:r>
                      <a:r>
                        <a:rPr sz="1800" dirty="0">
                          <a:latin typeface="Trebuchet MS"/>
                          <a:cs typeface="Trebuchet MS"/>
                        </a:rPr>
                        <a:t>and</a:t>
                      </a:r>
                      <a:r>
                        <a:rPr sz="1800" spc="-140" dirty="0">
                          <a:latin typeface="Trebuchet MS"/>
                          <a:cs typeface="Trebuchet MS"/>
                        </a:rPr>
                        <a:t> </a:t>
                      </a:r>
                      <a:r>
                        <a:rPr sz="1800" spc="-45" dirty="0">
                          <a:latin typeface="Trebuchet MS"/>
                          <a:cs typeface="Trebuchet MS"/>
                        </a:rPr>
                        <a:t>unregulated</a:t>
                      </a:r>
                      <a:r>
                        <a:rPr sz="1800" spc="-55" dirty="0">
                          <a:latin typeface="Trebuchet MS"/>
                          <a:cs typeface="Trebuchet MS"/>
                        </a:rPr>
                        <a:t> </a:t>
                      </a:r>
                      <a:r>
                        <a:rPr sz="1800" spc="-40" dirty="0">
                          <a:latin typeface="Trebuchet MS"/>
                          <a:cs typeface="Trebuchet MS"/>
                        </a:rPr>
                        <a:t>broad-</a:t>
                      </a:r>
                      <a:r>
                        <a:rPr sz="1800" spc="-10" dirty="0">
                          <a:latin typeface="Trebuchet MS"/>
                          <a:cs typeface="Trebuchet MS"/>
                        </a:rPr>
                        <a:t>spectrum</a:t>
                      </a:r>
                      <a:r>
                        <a:rPr sz="1800" spc="-145" dirty="0">
                          <a:latin typeface="Trebuchet MS"/>
                          <a:cs typeface="Trebuchet MS"/>
                        </a:rPr>
                        <a:t> </a:t>
                      </a:r>
                      <a:r>
                        <a:rPr sz="1800" spc="-60" dirty="0">
                          <a:latin typeface="Trebuchet MS"/>
                          <a:cs typeface="Trebuchet MS"/>
                        </a:rPr>
                        <a:t>antibiotic</a:t>
                      </a:r>
                      <a:r>
                        <a:rPr sz="1800" spc="-70" dirty="0">
                          <a:latin typeface="Trebuchet MS"/>
                          <a:cs typeface="Trebuchet MS"/>
                        </a:rPr>
                        <a:t> </a:t>
                      </a:r>
                      <a:r>
                        <a:rPr sz="1800" spc="-25" dirty="0">
                          <a:latin typeface="Trebuchet MS"/>
                          <a:cs typeface="Trebuchet MS"/>
                        </a:rPr>
                        <a:t>use </a:t>
                      </a:r>
                      <a:r>
                        <a:rPr sz="1800" dirty="0">
                          <a:latin typeface="Trebuchet MS"/>
                          <a:cs typeface="Trebuchet MS"/>
                        </a:rPr>
                        <a:t>has</a:t>
                      </a:r>
                      <a:r>
                        <a:rPr sz="1800" spc="-50" dirty="0">
                          <a:latin typeface="Trebuchet MS"/>
                          <a:cs typeface="Trebuchet MS"/>
                        </a:rPr>
                        <a:t> </a:t>
                      </a:r>
                      <a:r>
                        <a:rPr sz="1800" spc="-55" dirty="0">
                          <a:latin typeface="Trebuchet MS"/>
                          <a:cs typeface="Trebuchet MS"/>
                        </a:rPr>
                        <a:t>fueled</a:t>
                      </a:r>
                      <a:r>
                        <a:rPr sz="1800" spc="-114" dirty="0">
                          <a:latin typeface="Trebuchet MS"/>
                          <a:cs typeface="Trebuchet MS"/>
                        </a:rPr>
                        <a:t> </a:t>
                      </a:r>
                      <a:r>
                        <a:rPr sz="1800" spc="-10" dirty="0">
                          <a:latin typeface="Trebuchet MS"/>
                          <a:cs typeface="Trebuchet MS"/>
                        </a:rPr>
                        <a:t>resistance.</a:t>
                      </a:r>
                      <a:endParaRPr sz="1800">
                        <a:latin typeface="Trebuchet MS"/>
                        <a:cs typeface="Trebuchet MS"/>
                      </a:endParaRPr>
                    </a:p>
                    <a:p>
                      <a:pPr marL="65405" marR="391795" indent="122555">
                        <a:lnSpc>
                          <a:spcPct val="99100"/>
                        </a:lnSpc>
                        <a:spcBef>
                          <a:spcPts val="35"/>
                        </a:spcBef>
                        <a:buChar char="-"/>
                        <a:tabLst>
                          <a:tab pos="187960" algn="l"/>
                        </a:tabLst>
                      </a:pPr>
                      <a:r>
                        <a:rPr sz="1800" spc="-10" dirty="0">
                          <a:latin typeface="Trebuchet MS"/>
                          <a:cs typeface="Trebuchet MS"/>
                        </a:rPr>
                        <a:t>Advocates</a:t>
                      </a:r>
                      <a:r>
                        <a:rPr sz="1800" spc="-175" dirty="0">
                          <a:latin typeface="Trebuchet MS"/>
                          <a:cs typeface="Trebuchet MS"/>
                        </a:rPr>
                        <a:t> </a:t>
                      </a:r>
                      <a:r>
                        <a:rPr sz="1800" spc="-85" dirty="0">
                          <a:latin typeface="Trebuchet MS"/>
                          <a:cs typeface="Trebuchet MS"/>
                        </a:rPr>
                        <a:t>for</a:t>
                      </a:r>
                      <a:r>
                        <a:rPr sz="1800" spc="-120" dirty="0">
                          <a:latin typeface="Trebuchet MS"/>
                          <a:cs typeface="Trebuchet MS"/>
                        </a:rPr>
                        <a:t> </a:t>
                      </a:r>
                      <a:r>
                        <a:rPr sz="1800" spc="-40" dirty="0">
                          <a:latin typeface="Trebuchet MS"/>
                          <a:cs typeface="Trebuchet MS"/>
                        </a:rPr>
                        <a:t>national</a:t>
                      </a:r>
                      <a:r>
                        <a:rPr sz="1800" spc="-140" dirty="0">
                          <a:latin typeface="Trebuchet MS"/>
                          <a:cs typeface="Trebuchet MS"/>
                        </a:rPr>
                        <a:t> </a:t>
                      </a:r>
                      <a:r>
                        <a:rPr sz="1800" spc="-55" dirty="0">
                          <a:latin typeface="Trebuchet MS"/>
                          <a:cs typeface="Trebuchet MS"/>
                        </a:rPr>
                        <a:t>antibiotic</a:t>
                      </a:r>
                      <a:r>
                        <a:rPr sz="1800" spc="-85" dirty="0">
                          <a:latin typeface="Trebuchet MS"/>
                          <a:cs typeface="Trebuchet MS"/>
                        </a:rPr>
                        <a:t> </a:t>
                      </a:r>
                      <a:r>
                        <a:rPr sz="1800" spc="-40" dirty="0">
                          <a:latin typeface="Trebuchet MS"/>
                          <a:cs typeface="Trebuchet MS"/>
                        </a:rPr>
                        <a:t>policies,</a:t>
                      </a:r>
                      <a:r>
                        <a:rPr sz="1800" spc="-110" dirty="0">
                          <a:latin typeface="Trebuchet MS"/>
                          <a:cs typeface="Trebuchet MS"/>
                        </a:rPr>
                        <a:t> </a:t>
                      </a:r>
                      <a:r>
                        <a:rPr sz="1800" spc="-10" dirty="0">
                          <a:latin typeface="Trebuchet MS"/>
                          <a:cs typeface="Trebuchet MS"/>
                        </a:rPr>
                        <a:t>stewardship, protocols</a:t>
                      </a:r>
                      <a:r>
                        <a:rPr sz="1800" spc="-95" dirty="0">
                          <a:latin typeface="Trebuchet MS"/>
                          <a:cs typeface="Trebuchet MS"/>
                        </a:rPr>
                        <a:t> </a:t>
                      </a:r>
                      <a:r>
                        <a:rPr sz="1800" spc="-70" dirty="0">
                          <a:latin typeface="Trebuchet MS"/>
                          <a:cs typeface="Trebuchet MS"/>
                        </a:rPr>
                        <a:t>favoring</a:t>
                      </a:r>
                      <a:r>
                        <a:rPr sz="1800" spc="-170" dirty="0">
                          <a:latin typeface="Trebuchet MS"/>
                          <a:cs typeface="Trebuchet MS"/>
                        </a:rPr>
                        <a:t> </a:t>
                      </a:r>
                      <a:r>
                        <a:rPr sz="1800" spc="-45" dirty="0">
                          <a:latin typeface="Trebuchet MS"/>
                          <a:cs typeface="Trebuchet MS"/>
                        </a:rPr>
                        <a:t>narrow-</a:t>
                      </a:r>
                      <a:r>
                        <a:rPr sz="1800" spc="-10" dirty="0">
                          <a:latin typeface="Trebuchet MS"/>
                          <a:cs typeface="Trebuchet MS"/>
                        </a:rPr>
                        <a:t>spectrum</a:t>
                      </a:r>
                      <a:r>
                        <a:rPr sz="1800" spc="-165" dirty="0">
                          <a:latin typeface="Trebuchet MS"/>
                          <a:cs typeface="Trebuchet MS"/>
                        </a:rPr>
                        <a:t> </a:t>
                      </a:r>
                      <a:r>
                        <a:rPr sz="1800" spc="-50" dirty="0">
                          <a:latin typeface="Trebuchet MS"/>
                          <a:cs typeface="Trebuchet MS"/>
                        </a:rPr>
                        <a:t>agents,</a:t>
                      </a:r>
                      <a:r>
                        <a:rPr sz="1800" spc="-110" dirty="0">
                          <a:latin typeface="Trebuchet MS"/>
                          <a:cs typeface="Trebuchet MS"/>
                        </a:rPr>
                        <a:t> </a:t>
                      </a:r>
                      <a:r>
                        <a:rPr sz="1800" dirty="0">
                          <a:latin typeface="Trebuchet MS"/>
                          <a:cs typeface="Trebuchet MS"/>
                        </a:rPr>
                        <a:t>and</a:t>
                      </a:r>
                      <a:r>
                        <a:rPr sz="1800" spc="-155" dirty="0">
                          <a:latin typeface="Trebuchet MS"/>
                          <a:cs typeface="Trebuchet MS"/>
                        </a:rPr>
                        <a:t> </a:t>
                      </a:r>
                      <a:r>
                        <a:rPr sz="1800" spc="-10" dirty="0">
                          <a:latin typeface="Trebuchet MS"/>
                          <a:cs typeface="Trebuchet MS"/>
                        </a:rPr>
                        <a:t>educational </a:t>
                      </a:r>
                      <a:r>
                        <a:rPr sz="1800" spc="-65" dirty="0">
                          <a:latin typeface="Trebuchet MS"/>
                          <a:cs typeface="Trebuchet MS"/>
                        </a:rPr>
                        <a:t>efforts</a:t>
                      </a:r>
                      <a:r>
                        <a:rPr sz="1800" spc="-185" dirty="0">
                          <a:latin typeface="Trebuchet MS"/>
                          <a:cs typeface="Trebuchet MS"/>
                        </a:rPr>
                        <a:t> </a:t>
                      </a:r>
                      <a:r>
                        <a:rPr sz="1800" spc="-85" dirty="0">
                          <a:latin typeface="Trebuchet MS"/>
                          <a:cs typeface="Trebuchet MS"/>
                        </a:rPr>
                        <a:t>for</a:t>
                      </a:r>
                      <a:r>
                        <a:rPr sz="1800" spc="-130" dirty="0">
                          <a:latin typeface="Trebuchet MS"/>
                          <a:cs typeface="Trebuchet MS"/>
                        </a:rPr>
                        <a:t> </a:t>
                      </a:r>
                      <a:r>
                        <a:rPr sz="1800" spc="-10" dirty="0">
                          <a:latin typeface="Trebuchet MS"/>
                          <a:cs typeface="Trebuchet MS"/>
                        </a:rPr>
                        <a:t>prescribers/public.</a:t>
                      </a:r>
                      <a:endParaRPr sz="1800">
                        <a:latin typeface="Trebuchet MS"/>
                        <a:cs typeface="Trebuchet MS"/>
                      </a:endParaRPr>
                    </a:p>
                  </a:txBody>
                  <a:tcPr marL="0" marR="0" marT="256540" marB="0">
                    <a:lnL w="12700">
                      <a:solidFill>
                        <a:srgbClr val="000000"/>
                      </a:solidFill>
                      <a:prstDash val="solid"/>
                    </a:lnL>
                    <a:lnR w="635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953895">
                <a:tc>
                  <a:txBody>
                    <a:bodyPr/>
                    <a:lstStyle/>
                    <a:p>
                      <a:pPr>
                        <a:lnSpc>
                          <a:spcPct val="100000"/>
                        </a:lnSpc>
                      </a:pPr>
                      <a:endParaRPr sz="1550">
                        <a:latin typeface="Times New Roman"/>
                        <a:cs typeface="Times New Roman"/>
                      </a:endParaRPr>
                    </a:p>
                    <a:p>
                      <a:pPr>
                        <a:lnSpc>
                          <a:spcPct val="100000"/>
                        </a:lnSpc>
                      </a:pPr>
                      <a:endParaRPr sz="1550">
                        <a:latin typeface="Times New Roman"/>
                        <a:cs typeface="Times New Roman"/>
                      </a:endParaRPr>
                    </a:p>
                    <a:p>
                      <a:pPr>
                        <a:lnSpc>
                          <a:spcPct val="100000"/>
                        </a:lnSpc>
                        <a:spcBef>
                          <a:spcPts val="1455"/>
                        </a:spcBef>
                      </a:pPr>
                      <a:endParaRPr sz="1550">
                        <a:latin typeface="Times New Roman"/>
                        <a:cs typeface="Times New Roman"/>
                      </a:endParaRPr>
                    </a:p>
                    <a:p>
                      <a:pPr marR="275590" algn="r">
                        <a:lnSpc>
                          <a:spcPct val="100000"/>
                        </a:lnSpc>
                      </a:pPr>
                      <a:r>
                        <a:rPr sz="1550" spc="-25" dirty="0">
                          <a:latin typeface="Times New Roman"/>
                          <a:cs typeface="Times New Roman"/>
                        </a:rPr>
                        <a:t>2.</a:t>
                      </a:r>
                      <a:endParaRPr sz="1550">
                        <a:latin typeface="Times New Roman"/>
                        <a:cs typeface="Times New Roman"/>
                      </a:endParaRPr>
                    </a:p>
                  </a:txBody>
                  <a:tcPr marL="0" marR="0" marT="0" marB="0">
                    <a:lnL w="63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270"/>
                        </a:spcBef>
                      </a:pPr>
                      <a:endParaRPr sz="1800">
                        <a:latin typeface="Times New Roman"/>
                        <a:cs typeface="Times New Roman"/>
                      </a:endParaRPr>
                    </a:p>
                    <a:p>
                      <a:pPr marL="60960" marR="223520">
                        <a:lnSpc>
                          <a:spcPct val="100800"/>
                        </a:lnSpc>
                        <a:spcBef>
                          <a:spcPts val="5"/>
                        </a:spcBef>
                      </a:pPr>
                      <a:r>
                        <a:rPr sz="1800" spc="-20" dirty="0">
                          <a:latin typeface="Trebuchet MS"/>
                          <a:cs typeface="Trebuchet MS"/>
                        </a:rPr>
                        <a:t>Napolitano </a:t>
                      </a:r>
                      <a:r>
                        <a:rPr sz="1800" spc="-190" dirty="0">
                          <a:latin typeface="Trebuchet MS"/>
                          <a:cs typeface="Trebuchet MS"/>
                        </a:rPr>
                        <a:t>F,</a:t>
                      </a:r>
                      <a:r>
                        <a:rPr sz="1800" spc="-155" dirty="0">
                          <a:latin typeface="Trebuchet MS"/>
                          <a:cs typeface="Trebuchet MS"/>
                        </a:rPr>
                        <a:t> </a:t>
                      </a:r>
                      <a:r>
                        <a:rPr sz="1800" spc="-120" dirty="0">
                          <a:latin typeface="Trebuchet MS"/>
                          <a:cs typeface="Trebuchet MS"/>
                        </a:rPr>
                        <a:t>et</a:t>
                      </a:r>
                      <a:r>
                        <a:rPr sz="1800" spc="-140" dirty="0">
                          <a:latin typeface="Trebuchet MS"/>
                          <a:cs typeface="Trebuchet MS"/>
                        </a:rPr>
                        <a:t> </a:t>
                      </a:r>
                      <a:r>
                        <a:rPr sz="1800" spc="-25" dirty="0">
                          <a:latin typeface="Trebuchet MS"/>
                          <a:cs typeface="Trebuchet MS"/>
                        </a:rPr>
                        <a:t>al.</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300"/>
                        </a:spcBef>
                      </a:pPr>
                      <a:endParaRPr sz="1800">
                        <a:latin typeface="Times New Roman"/>
                        <a:cs typeface="Times New Roman"/>
                      </a:endParaRPr>
                    </a:p>
                    <a:p>
                      <a:pPr marL="62230">
                        <a:lnSpc>
                          <a:spcPct val="100000"/>
                        </a:lnSpc>
                      </a:pPr>
                      <a:r>
                        <a:rPr sz="1800" spc="-20" dirty="0">
                          <a:latin typeface="Trebuchet MS"/>
                          <a:cs typeface="Trebuchet MS"/>
                        </a:rPr>
                        <a:t>2013</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90"/>
                        </a:spcBef>
                      </a:pPr>
                      <a:endParaRPr sz="1800">
                        <a:latin typeface="Times New Roman"/>
                        <a:cs typeface="Times New Roman"/>
                      </a:endParaRPr>
                    </a:p>
                    <a:p>
                      <a:pPr marL="62865" marR="254000">
                        <a:lnSpc>
                          <a:spcPct val="100800"/>
                        </a:lnSpc>
                      </a:pPr>
                      <a:r>
                        <a:rPr sz="1800" spc="-25" dirty="0">
                          <a:latin typeface="Trebuchet MS"/>
                          <a:cs typeface="Trebuchet MS"/>
                        </a:rPr>
                        <a:t>Public</a:t>
                      </a:r>
                      <a:r>
                        <a:rPr sz="1800" spc="-170" dirty="0">
                          <a:latin typeface="Trebuchet MS"/>
                          <a:cs typeface="Trebuchet MS"/>
                        </a:rPr>
                        <a:t> </a:t>
                      </a:r>
                      <a:r>
                        <a:rPr sz="1800" spc="-35" dirty="0">
                          <a:latin typeface="Trebuchet MS"/>
                          <a:cs typeface="Trebuchet MS"/>
                        </a:rPr>
                        <a:t>Knowledge</a:t>
                      </a:r>
                      <a:r>
                        <a:rPr sz="1800" spc="-90" dirty="0">
                          <a:latin typeface="Trebuchet MS"/>
                          <a:cs typeface="Trebuchet MS"/>
                        </a:rPr>
                        <a:t> </a:t>
                      </a:r>
                      <a:r>
                        <a:rPr sz="1800" spc="-25" dirty="0">
                          <a:latin typeface="Trebuchet MS"/>
                          <a:cs typeface="Trebuchet MS"/>
                        </a:rPr>
                        <a:t>and </a:t>
                      </a:r>
                      <a:r>
                        <a:rPr sz="1800" spc="-50" dirty="0">
                          <a:latin typeface="Trebuchet MS"/>
                          <a:cs typeface="Trebuchet MS"/>
                        </a:rPr>
                        <a:t>Attitudes</a:t>
                      </a:r>
                      <a:r>
                        <a:rPr sz="1800" spc="-175" dirty="0">
                          <a:latin typeface="Trebuchet MS"/>
                          <a:cs typeface="Trebuchet MS"/>
                        </a:rPr>
                        <a:t> </a:t>
                      </a:r>
                      <a:r>
                        <a:rPr sz="1800" spc="-80" dirty="0">
                          <a:latin typeface="Trebuchet MS"/>
                          <a:cs typeface="Trebuchet MS"/>
                        </a:rPr>
                        <a:t>Toward</a:t>
                      </a:r>
                      <a:r>
                        <a:rPr sz="1800" spc="-165" dirty="0">
                          <a:latin typeface="Trebuchet MS"/>
                          <a:cs typeface="Trebuchet MS"/>
                        </a:rPr>
                        <a:t> </a:t>
                      </a:r>
                      <a:r>
                        <a:rPr sz="1800" spc="-25" dirty="0">
                          <a:latin typeface="Trebuchet MS"/>
                          <a:cs typeface="Trebuchet MS"/>
                        </a:rPr>
                        <a:t>Antibiotics </a:t>
                      </a:r>
                      <a:r>
                        <a:rPr sz="1800" spc="-45" dirty="0">
                          <a:latin typeface="Trebuchet MS"/>
                          <a:cs typeface="Trebuchet MS"/>
                        </a:rPr>
                        <a:t>in</a:t>
                      </a:r>
                      <a:r>
                        <a:rPr sz="1800" spc="-175" dirty="0">
                          <a:latin typeface="Trebuchet MS"/>
                          <a:cs typeface="Trebuchet MS"/>
                        </a:rPr>
                        <a:t> </a:t>
                      </a:r>
                      <a:r>
                        <a:rPr sz="1800" spc="-10" dirty="0">
                          <a:latin typeface="Trebuchet MS"/>
                          <a:cs typeface="Trebuchet MS"/>
                        </a:rPr>
                        <a:t>Italy</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5"/>
                        </a:spcBef>
                      </a:pPr>
                      <a:endParaRPr sz="1800">
                        <a:latin typeface="Times New Roman"/>
                        <a:cs typeface="Times New Roman"/>
                      </a:endParaRPr>
                    </a:p>
                    <a:p>
                      <a:pPr marL="65405" marR="803275" indent="122555">
                        <a:lnSpc>
                          <a:spcPct val="100800"/>
                        </a:lnSpc>
                        <a:buChar char="-"/>
                        <a:tabLst>
                          <a:tab pos="187960" algn="l"/>
                        </a:tabLst>
                      </a:pPr>
                      <a:r>
                        <a:rPr sz="1800" dirty="0">
                          <a:latin typeface="Trebuchet MS"/>
                          <a:cs typeface="Trebuchet MS"/>
                        </a:rPr>
                        <a:t>Many</a:t>
                      </a:r>
                      <a:r>
                        <a:rPr sz="1800" spc="-45" dirty="0">
                          <a:latin typeface="Trebuchet MS"/>
                          <a:cs typeface="Trebuchet MS"/>
                        </a:rPr>
                        <a:t> </a:t>
                      </a:r>
                      <a:r>
                        <a:rPr sz="1800" spc="-25" dirty="0">
                          <a:latin typeface="Trebuchet MS"/>
                          <a:cs typeface="Trebuchet MS"/>
                        </a:rPr>
                        <a:t>understand</a:t>
                      </a:r>
                      <a:r>
                        <a:rPr sz="1800" spc="-5" dirty="0">
                          <a:latin typeface="Trebuchet MS"/>
                          <a:cs typeface="Trebuchet MS"/>
                        </a:rPr>
                        <a:t> </a:t>
                      </a:r>
                      <a:r>
                        <a:rPr sz="1800" dirty="0">
                          <a:latin typeface="Trebuchet MS"/>
                          <a:cs typeface="Trebuchet MS"/>
                        </a:rPr>
                        <a:t>misuse</a:t>
                      </a:r>
                      <a:r>
                        <a:rPr sz="1800" spc="-25" dirty="0">
                          <a:latin typeface="Trebuchet MS"/>
                          <a:cs typeface="Trebuchet MS"/>
                        </a:rPr>
                        <a:t> </a:t>
                      </a:r>
                      <a:r>
                        <a:rPr sz="1800" dirty="0">
                          <a:latin typeface="Trebuchet MS"/>
                          <a:cs typeface="Trebuchet MS"/>
                        </a:rPr>
                        <a:t>causes</a:t>
                      </a:r>
                      <a:r>
                        <a:rPr sz="1800" spc="-114" dirty="0">
                          <a:latin typeface="Trebuchet MS"/>
                          <a:cs typeface="Trebuchet MS"/>
                        </a:rPr>
                        <a:t> </a:t>
                      </a:r>
                      <a:r>
                        <a:rPr sz="1800" spc="-10" dirty="0">
                          <a:latin typeface="Trebuchet MS"/>
                          <a:cs typeface="Trebuchet MS"/>
                        </a:rPr>
                        <a:t>resistance</a:t>
                      </a:r>
                      <a:r>
                        <a:rPr sz="1800" spc="-25" dirty="0">
                          <a:latin typeface="Trebuchet MS"/>
                          <a:cs typeface="Trebuchet MS"/>
                        </a:rPr>
                        <a:t> but </a:t>
                      </a:r>
                      <a:r>
                        <a:rPr sz="1800" dirty="0">
                          <a:latin typeface="Trebuchet MS"/>
                          <a:cs typeface="Trebuchet MS"/>
                        </a:rPr>
                        <a:t>misconceptions</a:t>
                      </a:r>
                      <a:r>
                        <a:rPr sz="1800" spc="-170" dirty="0">
                          <a:latin typeface="Trebuchet MS"/>
                          <a:cs typeface="Trebuchet MS"/>
                        </a:rPr>
                        <a:t> </a:t>
                      </a:r>
                      <a:r>
                        <a:rPr sz="1800" spc="-135" dirty="0">
                          <a:latin typeface="Trebuchet MS"/>
                          <a:cs typeface="Trebuchet MS"/>
                        </a:rPr>
                        <a:t>(e.g.,</a:t>
                      </a:r>
                      <a:r>
                        <a:rPr sz="1800" spc="-105" dirty="0">
                          <a:latin typeface="Trebuchet MS"/>
                          <a:cs typeface="Trebuchet MS"/>
                        </a:rPr>
                        <a:t> </a:t>
                      </a:r>
                      <a:r>
                        <a:rPr sz="1800" dirty="0">
                          <a:latin typeface="Trebuchet MS"/>
                          <a:cs typeface="Trebuchet MS"/>
                        </a:rPr>
                        <a:t>using</a:t>
                      </a:r>
                      <a:r>
                        <a:rPr sz="1800" spc="-165" dirty="0">
                          <a:latin typeface="Trebuchet MS"/>
                          <a:cs typeface="Trebuchet MS"/>
                        </a:rPr>
                        <a:t> </a:t>
                      </a:r>
                      <a:r>
                        <a:rPr sz="1800" spc="-40" dirty="0">
                          <a:latin typeface="Trebuchet MS"/>
                          <a:cs typeface="Trebuchet MS"/>
                        </a:rPr>
                        <a:t>antibiotics</a:t>
                      </a:r>
                      <a:r>
                        <a:rPr sz="1800" spc="-85" dirty="0">
                          <a:latin typeface="Trebuchet MS"/>
                          <a:cs typeface="Trebuchet MS"/>
                        </a:rPr>
                        <a:t> for</a:t>
                      </a:r>
                      <a:r>
                        <a:rPr sz="1800" spc="-114" dirty="0">
                          <a:latin typeface="Trebuchet MS"/>
                          <a:cs typeface="Trebuchet MS"/>
                        </a:rPr>
                        <a:t> </a:t>
                      </a:r>
                      <a:r>
                        <a:rPr sz="1800" spc="-95" dirty="0">
                          <a:latin typeface="Trebuchet MS"/>
                          <a:cs typeface="Trebuchet MS"/>
                        </a:rPr>
                        <a:t>viral</a:t>
                      </a:r>
                      <a:r>
                        <a:rPr sz="1800" spc="-135" dirty="0">
                          <a:latin typeface="Trebuchet MS"/>
                          <a:cs typeface="Trebuchet MS"/>
                        </a:rPr>
                        <a:t> </a:t>
                      </a:r>
                      <a:r>
                        <a:rPr sz="1800" spc="-10" dirty="0">
                          <a:latin typeface="Trebuchet MS"/>
                          <a:cs typeface="Trebuchet MS"/>
                        </a:rPr>
                        <a:t>illnesses) persist.</a:t>
                      </a:r>
                      <a:endParaRPr sz="1800">
                        <a:latin typeface="Trebuchet MS"/>
                        <a:cs typeface="Trebuchet MS"/>
                      </a:endParaRPr>
                    </a:p>
                    <a:p>
                      <a:pPr marL="65405" marR="1201420" indent="122555">
                        <a:lnSpc>
                          <a:spcPts val="2110"/>
                        </a:lnSpc>
                        <a:spcBef>
                          <a:spcPts val="130"/>
                        </a:spcBef>
                        <a:buChar char="-"/>
                        <a:tabLst>
                          <a:tab pos="187960" algn="l"/>
                        </a:tabLst>
                      </a:pPr>
                      <a:r>
                        <a:rPr sz="1800" dirty="0">
                          <a:latin typeface="Trebuchet MS"/>
                          <a:cs typeface="Trebuchet MS"/>
                        </a:rPr>
                        <a:t>Recommends</a:t>
                      </a:r>
                      <a:r>
                        <a:rPr sz="1800" spc="-40" dirty="0">
                          <a:latin typeface="Trebuchet MS"/>
                          <a:cs typeface="Trebuchet MS"/>
                        </a:rPr>
                        <a:t> </a:t>
                      </a:r>
                      <a:r>
                        <a:rPr sz="1800" spc="-25" dirty="0">
                          <a:latin typeface="Trebuchet MS"/>
                          <a:cs typeface="Trebuchet MS"/>
                        </a:rPr>
                        <a:t>ongoing</a:t>
                      </a:r>
                      <a:r>
                        <a:rPr sz="1800" spc="-130" dirty="0">
                          <a:latin typeface="Trebuchet MS"/>
                          <a:cs typeface="Trebuchet MS"/>
                        </a:rPr>
                        <a:t> </a:t>
                      </a:r>
                      <a:r>
                        <a:rPr sz="1800" spc="-25" dirty="0">
                          <a:latin typeface="Trebuchet MS"/>
                          <a:cs typeface="Trebuchet MS"/>
                        </a:rPr>
                        <a:t>public</a:t>
                      </a:r>
                      <a:r>
                        <a:rPr sz="1800" spc="-30" dirty="0">
                          <a:latin typeface="Trebuchet MS"/>
                          <a:cs typeface="Trebuchet MS"/>
                        </a:rPr>
                        <a:t> </a:t>
                      </a:r>
                      <a:r>
                        <a:rPr sz="1800" dirty="0">
                          <a:latin typeface="Trebuchet MS"/>
                          <a:cs typeface="Trebuchet MS"/>
                        </a:rPr>
                        <a:t>campaigns</a:t>
                      </a:r>
                      <a:r>
                        <a:rPr sz="1800" spc="-135" dirty="0">
                          <a:latin typeface="Trebuchet MS"/>
                          <a:cs typeface="Trebuchet MS"/>
                        </a:rPr>
                        <a:t> </a:t>
                      </a:r>
                      <a:r>
                        <a:rPr sz="1800" spc="-55" dirty="0">
                          <a:latin typeface="Trebuchet MS"/>
                          <a:cs typeface="Trebuchet MS"/>
                        </a:rPr>
                        <a:t>to</a:t>
                      </a:r>
                      <a:r>
                        <a:rPr sz="1800" spc="-90" dirty="0">
                          <a:latin typeface="Trebuchet MS"/>
                          <a:cs typeface="Trebuchet MS"/>
                        </a:rPr>
                        <a:t> </a:t>
                      </a:r>
                      <a:r>
                        <a:rPr sz="1800" spc="-10" dirty="0">
                          <a:latin typeface="Trebuchet MS"/>
                          <a:cs typeface="Trebuchet MS"/>
                        </a:rPr>
                        <a:t>correct misunderstandings</a:t>
                      </a:r>
                      <a:r>
                        <a:rPr sz="1800" spc="-165" dirty="0">
                          <a:latin typeface="Trebuchet MS"/>
                          <a:cs typeface="Trebuchet MS"/>
                        </a:rPr>
                        <a:t> </a:t>
                      </a:r>
                      <a:r>
                        <a:rPr sz="1800" dirty="0">
                          <a:latin typeface="Trebuchet MS"/>
                          <a:cs typeface="Trebuchet MS"/>
                        </a:rPr>
                        <a:t>and</a:t>
                      </a:r>
                      <a:r>
                        <a:rPr sz="1800" spc="-150" dirty="0">
                          <a:latin typeface="Trebuchet MS"/>
                          <a:cs typeface="Trebuchet MS"/>
                        </a:rPr>
                        <a:t> </a:t>
                      </a:r>
                      <a:r>
                        <a:rPr sz="1800" spc="-35" dirty="0">
                          <a:latin typeface="Trebuchet MS"/>
                          <a:cs typeface="Trebuchet MS"/>
                        </a:rPr>
                        <a:t>promote</a:t>
                      </a:r>
                      <a:r>
                        <a:rPr sz="1800" spc="-80" dirty="0">
                          <a:latin typeface="Trebuchet MS"/>
                          <a:cs typeface="Trebuchet MS"/>
                        </a:rPr>
                        <a:t> </a:t>
                      </a:r>
                      <a:r>
                        <a:rPr sz="1800" spc="-20" dirty="0">
                          <a:latin typeface="Trebuchet MS"/>
                          <a:cs typeface="Trebuchet MS"/>
                        </a:rPr>
                        <a:t>responsible</a:t>
                      </a:r>
                      <a:r>
                        <a:rPr sz="1800" spc="-80" dirty="0">
                          <a:latin typeface="Trebuchet MS"/>
                          <a:cs typeface="Trebuchet MS"/>
                        </a:rPr>
                        <a:t> </a:t>
                      </a:r>
                      <a:r>
                        <a:rPr sz="1800" spc="-20" dirty="0">
                          <a:latin typeface="Trebuchet MS"/>
                          <a:cs typeface="Trebuchet MS"/>
                        </a:rPr>
                        <a:t>use.</a:t>
                      </a:r>
                      <a:endParaRPr sz="1800">
                        <a:latin typeface="Trebuchet MS"/>
                        <a:cs typeface="Trebuchet MS"/>
                      </a:endParaRPr>
                    </a:p>
                  </a:txBody>
                  <a:tcPr marL="0" marR="0" marT="12065" marB="0">
                    <a:lnL w="12700">
                      <a:solidFill>
                        <a:srgbClr val="000000"/>
                      </a:solidFill>
                      <a:prstDash val="solid"/>
                    </a:lnL>
                    <a:lnR w="635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544320">
                <a:tc>
                  <a:txBody>
                    <a:bodyPr/>
                    <a:lstStyle/>
                    <a:p>
                      <a:pPr>
                        <a:lnSpc>
                          <a:spcPct val="100000"/>
                        </a:lnSpc>
                      </a:pPr>
                      <a:endParaRPr sz="1550">
                        <a:latin typeface="Times New Roman"/>
                        <a:cs typeface="Times New Roman"/>
                      </a:endParaRPr>
                    </a:p>
                    <a:p>
                      <a:pPr>
                        <a:lnSpc>
                          <a:spcPct val="100000"/>
                        </a:lnSpc>
                        <a:spcBef>
                          <a:spcPts val="1660"/>
                        </a:spcBef>
                      </a:pPr>
                      <a:endParaRPr sz="1550">
                        <a:latin typeface="Times New Roman"/>
                        <a:cs typeface="Times New Roman"/>
                      </a:endParaRPr>
                    </a:p>
                    <a:p>
                      <a:pPr marR="275590" algn="r">
                        <a:lnSpc>
                          <a:spcPct val="100000"/>
                        </a:lnSpc>
                      </a:pPr>
                      <a:r>
                        <a:rPr sz="1550" spc="-25" dirty="0">
                          <a:latin typeface="Times New Roman"/>
                          <a:cs typeface="Times New Roman"/>
                        </a:rPr>
                        <a:t>3.</a:t>
                      </a:r>
                      <a:endParaRPr sz="1550">
                        <a:latin typeface="Times New Roman"/>
                        <a:cs typeface="Times New Roman"/>
                      </a:endParaRPr>
                    </a:p>
                  </a:txBody>
                  <a:tcPr marL="0" marR="0" marT="0" marB="0">
                    <a:lnL w="635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spcBef>
                          <a:spcPts val="1760"/>
                        </a:spcBef>
                      </a:pPr>
                      <a:endParaRPr sz="1800">
                        <a:latin typeface="Times New Roman"/>
                        <a:cs typeface="Times New Roman"/>
                      </a:endParaRPr>
                    </a:p>
                    <a:p>
                      <a:pPr marL="60960" marR="147320">
                        <a:lnSpc>
                          <a:spcPct val="100800"/>
                        </a:lnSpc>
                      </a:pPr>
                      <a:r>
                        <a:rPr sz="1800" spc="-10" dirty="0">
                          <a:latin typeface="Trebuchet MS"/>
                          <a:cs typeface="Trebuchet MS"/>
                        </a:rPr>
                        <a:t>Scaioli</a:t>
                      </a:r>
                      <a:r>
                        <a:rPr sz="1800" spc="-165" dirty="0">
                          <a:latin typeface="Trebuchet MS"/>
                          <a:cs typeface="Trebuchet MS"/>
                        </a:rPr>
                        <a:t> </a:t>
                      </a:r>
                      <a:r>
                        <a:rPr sz="1800" spc="-55" dirty="0">
                          <a:latin typeface="Trebuchet MS"/>
                          <a:cs typeface="Trebuchet MS"/>
                        </a:rPr>
                        <a:t>G,</a:t>
                      </a:r>
                      <a:r>
                        <a:rPr sz="1800" spc="-135" dirty="0">
                          <a:latin typeface="Trebuchet MS"/>
                          <a:cs typeface="Trebuchet MS"/>
                        </a:rPr>
                        <a:t> </a:t>
                      </a:r>
                      <a:r>
                        <a:rPr sz="1800" spc="-100" dirty="0">
                          <a:latin typeface="Trebuchet MS"/>
                          <a:cs typeface="Trebuchet MS"/>
                        </a:rPr>
                        <a:t>et </a:t>
                      </a:r>
                      <a:r>
                        <a:rPr sz="1800" spc="-25" dirty="0">
                          <a:latin typeface="Trebuchet MS"/>
                          <a:cs typeface="Trebuchet MS"/>
                        </a:rPr>
                        <a:t>al.</a:t>
                      </a:r>
                      <a:endParaRPr sz="1800">
                        <a:latin typeface="Trebuchet MS"/>
                        <a:cs typeface="Trebuchet MS"/>
                      </a:endParaRPr>
                    </a:p>
                  </a:txBody>
                  <a:tcPr marL="0" marR="0" marT="22352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790"/>
                        </a:spcBef>
                      </a:pPr>
                      <a:endParaRPr sz="1800">
                        <a:latin typeface="Times New Roman"/>
                        <a:cs typeface="Times New Roman"/>
                      </a:endParaRPr>
                    </a:p>
                    <a:p>
                      <a:pPr marL="62230">
                        <a:lnSpc>
                          <a:spcPct val="100000"/>
                        </a:lnSpc>
                      </a:pPr>
                      <a:r>
                        <a:rPr sz="1800" spc="-20" dirty="0">
                          <a:latin typeface="Trebuchet MS"/>
                          <a:cs typeface="Trebuchet MS"/>
                        </a:rPr>
                        <a:t>2015</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marL="62865" marR="447040">
                        <a:lnSpc>
                          <a:spcPct val="100800"/>
                        </a:lnSpc>
                        <a:spcBef>
                          <a:spcPts val="1664"/>
                        </a:spcBef>
                      </a:pPr>
                      <a:r>
                        <a:rPr sz="1800" spc="-55" dirty="0">
                          <a:latin typeface="Trebuchet MS"/>
                          <a:cs typeface="Trebuchet MS"/>
                        </a:rPr>
                        <a:t>Knowledge,</a:t>
                      </a:r>
                      <a:r>
                        <a:rPr sz="1800" spc="-160" dirty="0">
                          <a:latin typeface="Trebuchet MS"/>
                          <a:cs typeface="Trebuchet MS"/>
                        </a:rPr>
                        <a:t> </a:t>
                      </a:r>
                      <a:r>
                        <a:rPr sz="1800" spc="-65" dirty="0">
                          <a:latin typeface="Trebuchet MS"/>
                          <a:cs typeface="Trebuchet MS"/>
                        </a:rPr>
                        <a:t>attitudes,</a:t>
                      </a:r>
                      <a:r>
                        <a:rPr sz="1800" spc="-60" dirty="0">
                          <a:latin typeface="Trebuchet MS"/>
                          <a:cs typeface="Trebuchet MS"/>
                        </a:rPr>
                        <a:t> </a:t>
                      </a:r>
                      <a:r>
                        <a:rPr sz="1800" spc="-25" dirty="0">
                          <a:latin typeface="Trebuchet MS"/>
                          <a:cs typeface="Trebuchet MS"/>
                        </a:rPr>
                        <a:t>and practices</a:t>
                      </a:r>
                      <a:r>
                        <a:rPr sz="1800" spc="-105" dirty="0">
                          <a:latin typeface="Trebuchet MS"/>
                          <a:cs typeface="Trebuchet MS"/>
                        </a:rPr>
                        <a:t> </a:t>
                      </a:r>
                      <a:r>
                        <a:rPr sz="1800" spc="-10" dirty="0">
                          <a:latin typeface="Trebuchet MS"/>
                          <a:cs typeface="Trebuchet MS"/>
                        </a:rPr>
                        <a:t>regarding </a:t>
                      </a:r>
                      <a:r>
                        <a:rPr sz="1800" spc="-40" dirty="0">
                          <a:latin typeface="Trebuchet MS"/>
                          <a:cs typeface="Trebuchet MS"/>
                        </a:rPr>
                        <a:t>antibiotics</a:t>
                      </a:r>
                      <a:r>
                        <a:rPr sz="1800" spc="-90" dirty="0">
                          <a:latin typeface="Trebuchet MS"/>
                          <a:cs typeface="Trebuchet MS"/>
                        </a:rPr>
                        <a:t> </a:t>
                      </a:r>
                      <a:r>
                        <a:rPr sz="1800" spc="-10" dirty="0">
                          <a:latin typeface="Trebuchet MS"/>
                          <a:cs typeface="Trebuchet MS"/>
                        </a:rPr>
                        <a:t>among</a:t>
                      </a:r>
                      <a:r>
                        <a:rPr sz="1800" spc="-85" dirty="0">
                          <a:latin typeface="Trebuchet MS"/>
                          <a:cs typeface="Trebuchet MS"/>
                        </a:rPr>
                        <a:t> </a:t>
                      </a:r>
                      <a:r>
                        <a:rPr sz="1800" spc="-10" dirty="0">
                          <a:latin typeface="Trebuchet MS"/>
                          <a:cs typeface="Trebuchet MS"/>
                        </a:rPr>
                        <a:t>Italian </a:t>
                      </a:r>
                      <a:r>
                        <a:rPr sz="1800" spc="-20" dirty="0">
                          <a:latin typeface="Trebuchet MS"/>
                          <a:cs typeface="Trebuchet MS"/>
                        </a:rPr>
                        <a:t>medical</a:t>
                      </a:r>
                      <a:r>
                        <a:rPr sz="1800" spc="-150" dirty="0">
                          <a:latin typeface="Trebuchet MS"/>
                          <a:cs typeface="Trebuchet MS"/>
                        </a:rPr>
                        <a:t> </a:t>
                      </a:r>
                      <a:r>
                        <a:rPr sz="1800" spc="-10" dirty="0">
                          <a:latin typeface="Trebuchet MS"/>
                          <a:cs typeface="Trebuchet MS"/>
                        </a:rPr>
                        <a:t>students</a:t>
                      </a:r>
                      <a:endParaRPr sz="1800">
                        <a:latin typeface="Trebuchet MS"/>
                        <a:cs typeface="Trebuchet MS"/>
                      </a:endParaRPr>
                    </a:p>
                  </a:txBody>
                  <a:tcPr marL="0" marR="0" marT="211454"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marL="65405" marR="828040" indent="122555">
                        <a:lnSpc>
                          <a:spcPct val="100800"/>
                        </a:lnSpc>
                        <a:spcBef>
                          <a:spcPts val="1664"/>
                        </a:spcBef>
                        <a:buChar char="-"/>
                        <a:tabLst>
                          <a:tab pos="187960" algn="l"/>
                        </a:tabLst>
                      </a:pPr>
                      <a:r>
                        <a:rPr sz="1800" spc="-10" dirty="0">
                          <a:latin typeface="Trebuchet MS"/>
                          <a:cs typeface="Trebuchet MS"/>
                        </a:rPr>
                        <a:t>Found</a:t>
                      </a:r>
                      <a:r>
                        <a:rPr sz="1800" spc="-155" dirty="0">
                          <a:latin typeface="Trebuchet MS"/>
                          <a:cs typeface="Trebuchet MS"/>
                        </a:rPr>
                        <a:t> </a:t>
                      </a:r>
                      <a:r>
                        <a:rPr sz="1800" spc="-30" dirty="0">
                          <a:latin typeface="Trebuchet MS"/>
                          <a:cs typeface="Trebuchet MS"/>
                        </a:rPr>
                        <a:t>high</a:t>
                      </a:r>
                      <a:r>
                        <a:rPr sz="1800" spc="-130" dirty="0">
                          <a:latin typeface="Trebuchet MS"/>
                          <a:cs typeface="Trebuchet MS"/>
                        </a:rPr>
                        <a:t> </a:t>
                      </a:r>
                      <a:r>
                        <a:rPr sz="1800" dirty="0">
                          <a:latin typeface="Trebuchet MS"/>
                          <a:cs typeface="Trebuchet MS"/>
                        </a:rPr>
                        <a:t>awareness</a:t>
                      </a:r>
                      <a:r>
                        <a:rPr sz="1800" spc="-175" dirty="0">
                          <a:latin typeface="Trebuchet MS"/>
                          <a:cs typeface="Trebuchet MS"/>
                        </a:rPr>
                        <a:t> </a:t>
                      </a:r>
                      <a:r>
                        <a:rPr sz="1800" spc="-25" dirty="0">
                          <a:latin typeface="Trebuchet MS"/>
                          <a:cs typeface="Trebuchet MS"/>
                        </a:rPr>
                        <a:t>about</a:t>
                      </a:r>
                      <a:r>
                        <a:rPr sz="1800" spc="-95" dirty="0">
                          <a:latin typeface="Trebuchet MS"/>
                          <a:cs typeface="Trebuchet MS"/>
                        </a:rPr>
                        <a:t> </a:t>
                      </a:r>
                      <a:r>
                        <a:rPr sz="1800" spc="-40" dirty="0">
                          <a:latin typeface="Trebuchet MS"/>
                          <a:cs typeface="Trebuchet MS"/>
                        </a:rPr>
                        <a:t>resistance,</a:t>
                      </a:r>
                      <a:r>
                        <a:rPr sz="1800" spc="-105" dirty="0">
                          <a:latin typeface="Trebuchet MS"/>
                          <a:cs typeface="Trebuchet MS"/>
                        </a:rPr>
                        <a:t> </a:t>
                      </a:r>
                      <a:r>
                        <a:rPr sz="1800" spc="-45" dirty="0">
                          <a:latin typeface="Trebuchet MS"/>
                          <a:cs typeface="Trebuchet MS"/>
                        </a:rPr>
                        <a:t>but</a:t>
                      </a:r>
                      <a:r>
                        <a:rPr sz="1800" spc="-180" dirty="0">
                          <a:latin typeface="Trebuchet MS"/>
                          <a:cs typeface="Trebuchet MS"/>
                        </a:rPr>
                        <a:t> </a:t>
                      </a:r>
                      <a:r>
                        <a:rPr sz="1800" spc="-10" dirty="0">
                          <a:latin typeface="Trebuchet MS"/>
                          <a:cs typeface="Trebuchet MS"/>
                        </a:rPr>
                        <a:t>persistent </a:t>
                      </a:r>
                      <a:r>
                        <a:rPr sz="1800" dirty="0">
                          <a:latin typeface="Trebuchet MS"/>
                          <a:cs typeface="Trebuchet MS"/>
                        </a:rPr>
                        <a:t>misconceptions</a:t>
                      </a:r>
                      <a:r>
                        <a:rPr sz="1800" spc="-145" dirty="0">
                          <a:latin typeface="Trebuchet MS"/>
                          <a:cs typeface="Trebuchet MS"/>
                        </a:rPr>
                        <a:t> </a:t>
                      </a:r>
                      <a:r>
                        <a:rPr sz="1800" dirty="0">
                          <a:latin typeface="Trebuchet MS"/>
                          <a:cs typeface="Trebuchet MS"/>
                        </a:rPr>
                        <a:t>and</a:t>
                      </a:r>
                      <a:r>
                        <a:rPr sz="1800" spc="-125" dirty="0">
                          <a:latin typeface="Trebuchet MS"/>
                          <a:cs typeface="Trebuchet MS"/>
                        </a:rPr>
                        <a:t> </a:t>
                      </a:r>
                      <a:r>
                        <a:rPr sz="1800" spc="-30" dirty="0">
                          <a:latin typeface="Trebuchet MS"/>
                          <a:cs typeface="Trebuchet MS"/>
                        </a:rPr>
                        <a:t>self-</a:t>
                      </a:r>
                      <a:r>
                        <a:rPr sz="1800" spc="-10" dirty="0">
                          <a:latin typeface="Trebuchet MS"/>
                          <a:cs typeface="Trebuchet MS"/>
                        </a:rPr>
                        <a:t>medication.</a:t>
                      </a:r>
                      <a:endParaRPr sz="1800">
                        <a:latin typeface="Trebuchet MS"/>
                        <a:cs typeface="Trebuchet MS"/>
                      </a:endParaRPr>
                    </a:p>
                    <a:p>
                      <a:pPr marL="65405" marR="545465" indent="122555">
                        <a:lnSpc>
                          <a:spcPct val="100800"/>
                        </a:lnSpc>
                        <a:buChar char="-"/>
                        <a:tabLst>
                          <a:tab pos="187960" algn="l"/>
                        </a:tabLst>
                      </a:pPr>
                      <a:r>
                        <a:rPr sz="1800" dirty="0">
                          <a:latin typeface="Trebuchet MS"/>
                          <a:cs typeface="Trebuchet MS"/>
                        </a:rPr>
                        <a:t>Emphasizes</a:t>
                      </a:r>
                      <a:r>
                        <a:rPr sz="1800" spc="-60" dirty="0">
                          <a:latin typeface="Trebuchet MS"/>
                          <a:cs typeface="Trebuchet MS"/>
                        </a:rPr>
                        <a:t> </a:t>
                      </a:r>
                      <a:r>
                        <a:rPr sz="1800" spc="-30" dirty="0">
                          <a:latin typeface="Trebuchet MS"/>
                          <a:cs typeface="Trebuchet MS"/>
                        </a:rPr>
                        <a:t>education</a:t>
                      </a:r>
                      <a:r>
                        <a:rPr sz="1800" spc="-105" dirty="0">
                          <a:latin typeface="Trebuchet MS"/>
                          <a:cs typeface="Trebuchet MS"/>
                        </a:rPr>
                        <a:t> </a:t>
                      </a:r>
                      <a:r>
                        <a:rPr sz="1800" dirty="0">
                          <a:latin typeface="Trebuchet MS"/>
                          <a:cs typeface="Trebuchet MS"/>
                        </a:rPr>
                        <a:t>must</a:t>
                      </a:r>
                      <a:r>
                        <a:rPr sz="1800" spc="-155" dirty="0">
                          <a:latin typeface="Trebuchet MS"/>
                          <a:cs typeface="Trebuchet MS"/>
                        </a:rPr>
                        <a:t> </a:t>
                      </a:r>
                      <a:r>
                        <a:rPr sz="1800" dirty="0">
                          <a:latin typeface="Trebuchet MS"/>
                          <a:cs typeface="Trebuchet MS"/>
                        </a:rPr>
                        <a:t>address</a:t>
                      </a:r>
                      <a:r>
                        <a:rPr sz="1800" spc="-60" dirty="0">
                          <a:latin typeface="Trebuchet MS"/>
                          <a:cs typeface="Trebuchet MS"/>
                        </a:rPr>
                        <a:t> </a:t>
                      </a:r>
                      <a:r>
                        <a:rPr sz="1800" spc="-40" dirty="0">
                          <a:latin typeface="Trebuchet MS"/>
                          <a:cs typeface="Trebuchet MS"/>
                        </a:rPr>
                        <a:t>both</a:t>
                      </a:r>
                      <a:r>
                        <a:rPr sz="1800" spc="-105" dirty="0">
                          <a:latin typeface="Trebuchet MS"/>
                          <a:cs typeface="Trebuchet MS"/>
                        </a:rPr>
                        <a:t> </a:t>
                      </a:r>
                      <a:r>
                        <a:rPr sz="1800" spc="-35" dirty="0">
                          <a:latin typeface="Trebuchet MS"/>
                          <a:cs typeface="Trebuchet MS"/>
                        </a:rPr>
                        <a:t>knowledge</a:t>
                      </a:r>
                      <a:r>
                        <a:rPr sz="1800" spc="-55" dirty="0">
                          <a:latin typeface="Trebuchet MS"/>
                          <a:cs typeface="Trebuchet MS"/>
                        </a:rPr>
                        <a:t> </a:t>
                      </a:r>
                      <a:r>
                        <a:rPr sz="1800" spc="-25" dirty="0">
                          <a:latin typeface="Trebuchet MS"/>
                          <a:cs typeface="Trebuchet MS"/>
                        </a:rPr>
                        <a:t>and </a:t>
                      </a:r>
                      <a:r>
                        <a:rPr sz="1800" spc="-10" dirty="0">
                          <a:latin typeface="Trebuchet MS"/>
                          <a:cs typeface="Trebuchet MS"/>
                        </a:rPr>
                        <a:t>responsible</a:t>
                      </a:r>
                      <a:r>
                        <a:rPr sz="1800" spc="-160" dirty="0">
                          <a:latin typeface="Trebuchet MS"/>
                          <a:cs typeface="Trebuchet MS"/>
                        </a:rPr>
                        <a:t> </a:t>
                      </a:r>
                      <a:r>
                        <a:rPr sz="1800" spc="-25" dirty="0">
                          <a:latin typeface="Trebuchet MS"/>
                          <a:cs typeface="Trebuchet MS"/>
                        </a:rPr>
                        <a:t>prescribing</a:t>
                      </a:r>
                      <a:r>
                        <a:rPr sz="1800" spc="-160" dirty="0">
                          <a:latin typeface="Trebuchet MS"/>
                          <a:cs typeface="Trebuchet MS"/>
                        </a:rPr>
                        <a:t> </a:t>
                      </a:r>
                      <a:r>
                        <a:rPr sz="1800" spc="-10" dirty="0">
                          <a:latin typeface="Trebuchet MS"/>
                          <a:cs typeface="Trebuchet MS"/>
                        </a:rPr>
                        <a:t>behaviors.</a:t>
                      </a:r>
                      <a:endParaRPr sz="1800">
                        <a:latin typeface="Trebuchet MS"/>
                        <a:cs typeface="Trebuchet MS"/>
                      </a:endParaRPr>
                    </a:p>
                  </a:txBody>
                  <a:tcPr marL="0" marR="0" marT="211454" marB="0">
                    <a:lnL w="12700">
                      <a:solidFill>
                        <a:srgbClr val="000000"/>
                      </a:solidFill>
                      <a:prstDash val="solid"/>
                    </a:lnL>
                    <a:lnR w="635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3" name="object 3"/>
          <p:cNvGrpSpPr/>
          <p:nvPr/>
        </p:nvGrpSpPr>
        <p:grpSpPr>
          <a:xfrm>
            <a:off x="2706116" y="67690"/>
            <a:ext cx="6217920" cy="645795"/>
            <a:chOff x="2706116" y="67690"/>
            <a:chExt cx="6217920" cy="645795"/>
          </a:xfrm>
        </p:grpSpPr>
        <p:sp>
          <p:nvSpPr>
            <p:cNvPr id="4" name="object 4"/>
            <p:cNvSpPr/>
            <p:nvPr/>
          </p:nvSpPr>
          <p:spPr>
            <a:xfrm>
              <a:off x="2709926" y="71500"/>
              <a:ext cx="6210300" cy="638175"/>
            </a:xfrm>
            <a:custGeom>
              <a:avLst/>
              <a:gdLst/>
              <a:ahLst/>
              <a:cxnLst/>
              <a:rect l="l" t="t" r="r" b="b"/>
              <a:pathLst>
                <a:path w="6210300" h="638175">
                  <a:moveTo>
                    <a:pt x="6001639" y="0"/>
                  </a:moveTo>
                  <a:lnTo>
                    <a:pt x="208534" y="0"/>
                  </a:lnTo>
                  <a:lnTo>
                    <a:pt x="160713" y="5506"/>
                  </a:lnTo>
                  <a:lnTo>
                    <a:pt x="116817" y="21192"/>
                  </a:lnTo>
                  <a:lnTo>
                    <a:pt x="78098" y="45806"/>
                  </a:lnTo>
                  <a:lnTo>
                    <a:pt x="45806" y="78098"/>
                  </a:lnTo>
                  <a:lnTo>
                    <a:pt x="21192" y="116817"/>
                  </a:lnTo>
                  <a:lnTo>
                    <a:pt x="5506" y="160713"/>
                  </a:lnTo>
                  <a:lnTo>
                    <a:pt x="0" y="208533"/>
                  </a:lnTo>
                  <a:lnTo>
                    <a:pt x="0" y="429513"/>
                  </a:lnTo>
                  <a:lnTo>
                    <a:pt x="5506" y="477341"/>
                  </a:lnTo>
                  <a:lnTo>
                    <a:pt x="21192" y="521255"/>
                  </a:lnTo>
                  <a:lnTo>
                    <a:pt x="45806" y="559999"/>
                  </a:lnTo>
                  <a:lnTo>
                    <a:pt x="78098" y="592318"/>
                  </a:lnTo>
                  <a:lnTo>
                    <a:pt x="116817" y="616957"/>
                  </a:lnTo>
                  <a:lnTo>
                    <a:pt x="160713" y="632661"/>
                  </a:lnTo>
                  <a:lnTo>
                    <a:pt x="208534" y="638175"/>
                  </a:lnTo>
                  <a:lnTo>
                    <a:pt x="6001639" y="638175"/>
                  </a:lnTo>
                  <a:lnTo>
                    <a:pt x="6049466" y="632661"/>
                  </a:lnTo>
                  <a:lnTo>
                    <a:pt x="6093380" y="616957"/>
                  </a:lnTo>
                  <a:lnTo>
                    <a:pt x="6132124" y="592318"/>
                  </a:lnTo>
                  <a:lnTo>
                    <a:pt x="6164443" y="559999"/>
                  </a:lnTo>
                  <a:lnTo>
                    <a:pt x="6189082" y="521255"/>
                  </a:lnTo>
                  <a:lnTo>
                    <a:pt x="6204786" y="477341"/>
                  </a:lnTo>
                  <a:lnTo>
                    <a:pt x="6210300" y="429513"/>
                  </a:lnTo>
                  <a:lnTo>
                    <a:pt x="6210300" y="208533"/>
                  </a:lnTo>
                  <a:lnTo>
                    <a:pt x="6204786" y="160713"/>
                  </a:lnTo>
                  <a:lnTo>
                    <a:pt x="6189082" y="116817"/>
                  </a:lnTo>
                  <a:lnTo>
                    <a:pt x="6164443" y="78098"/>
                  </a:lnTo>
                  <a:lnTo>
                    <a:pt x="6132124" y="45806"/>
                  </a:lnTo>
                  <a:lnTo>
                    <a:pt x="6093380" y="21192"/>
                  </a:lnTo>
                  <a:lnTo>
                    <a:pt x="6049466" y="5506"/>
                  </a:lnTo>
                  <a:lnTo>
                    <a:pt x="6001639" y="0"/>
                  </a:lnTo>
                  <a:close/>
                </a:path>
              </a:pathLst>
            </a:custGeom>
            <a:solidFill>
              <a:srgbClr val="C1E4F5"/>
            </a:solidFill>
          </p:spPr>
          <p:txBody>
            <a:bodyPr wrap="square" lIns="0" tIns="0" rIns="0" bIns="0" rtlCol="0"/>
            <a:lstStyle/>
            <a:p>
              <a:endParaRPr/>
            </a:p>
          </p:txBody>
        </p:sp>
        <p:sp>
          <p:nvSpPr>
            <p:cNvPr id="5" name="object 5"/>
            <p:cNvSpPr/>
            <p:nvPr/>
          </p:nvSpPr>
          <p:spPr>
            <a:xfrm>
              <a:off x="2709926" y="71500"/>
              <a:ext cx="6210300" cy="638175"/>
            </a:xfrm>
            <a:custGeom>
              <a:avLst/>
              <a:gdLst/>
              <a:ahLst/>
              <a:cxnLst/>
              <a:rect l="l" t="t" r="r" b="b"/>
              <a:pathLst>
                <a:path w="6210300" h="638175">
                  <a:moveTo>
                    <a:pt x="0" y="208533"/>
                  </a:moveTo>
                  <a:lnTo>
                    <a:pt x="5506" y="160713"/>
                  </a:lnTo>
                  <a:lnTo>
                    <a:pt x="21192" y="116817"/>
                  </a:lnTo>
                  <a:lnTo>
                    <a:pt x="45806" y="78098"/>
                  </a:lnTo>
                  <a:lnTo>
                    <a:pt x="78098" y="45806"/>
                  </a:lnTo>
                  <a:lnTo>
                    <a:pt x="116817" y="21192"/>
                  </a:lnTo>
                  <a:lnTo>
                    <a:pt x="160713" y="5506"/>
                  </a:lnTo>
                  <a:lnTo>
                    <a:pt x="208534" y="0"/>
                  </a:lnTo>
                  <a:lnTo>
                    <a:pt x="6001639" y="0"/>
                  </a:lnTo>
                  <a:lnTo>
                    <a:pt x="6049466" y="5506"/>
                  </a:lnTo>
                  <a:lnTo>
                    <a:pt x="6093380" y="21192"/>
                  </a:lnTo>
                  <a:lnTo>
                    <a:pt x="6132124" y="45806"/>
                  </a:lnTo>
                  <a:lnTo>
                    <a:pt x="6164443" y="78098"/>
                  </a:lnTo>
                  <a:lnTo>
                    <a:pt x="6189082" y="116817"/>
                  </a:lnTo>
                  <a:lnTo>
                    <a:pt x="6204786" y="160713"/>
                  </a:lnTo>
                  <a:lnTo>
                    <a:pt x="6210300" y="208533"/>
                  </a:lnTo>
                  <a:lnTo>
                    <a:pt x="6210300" y="429513"/>
                  </a:lnTo>
                  <a:lnTo>
                    <a:pt x="6204786" y="477341"/>
                  </a:lnTo>
                  <a:lnTo>
                    <a:pt x="6189082" y="521255"/>
                  </a:lnTo>
                  <a:lnTo>
                    <a:pt x="6164443" y="559999"/>
                  </a:lnTo>
                  <a:lnTo>
                    <a:pt x="6132124" y="592318"/>
                  </a:lnTo>
                  <a:lnTo>
                    <a:pt x="6093380" y="616957"/>
                  </a:lnTo>
                  <a:lnTo>
                    <a:pt x="6049466" y="632661"/>
                  </a:lnTo>
                  <a:lnTo>
                    <a:pt x="6001639" y="638175"/>
                  </a:lnTo>
                  <a:lnTo>
                    <a:pt x="208534" y="638175"/>
                  </a:lnTo>
                  <a:lnTo>
                    <a:pt x="160713" y="632661"/>
                  </a:lnTo>
                  <a:lnTo>
                    <a:pt x="116817" y="616957"/>
                  </a:lnTo>
                  <a:lnTo>
                    <a:pt x="78098" y="592318"/>
                  </a:lnTo>
                  <a:lnTo>
                    <a:pt x="45806" y="559999"/>
                  </a:lnTo>
                  <a:lnTo>
                    <a:pt x="21192" y="521255"/>
                  </a:lnTo>
                  <a:lnTo>
                    <a:pt x="5506" y="477341"/>
                  </a:lnTo>
                  <a:lnTo>
                    <a:pt x="0" y="429513"/>
                  </a:lnTo>
                  <a:lnTo>
                    <a:pt x="0" y="208533"/>
                  </a:lnTo>
                  <a:close/>
                </a:path>
              </a:pathLst>
            </a:custGeom>
            <a:ln w="7620">
              <a:solidFill>
                <a:srgbClr val="BED2D7"/>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34365" rIns="0" bIns="0" rtlCol="0">
            <a:spAutoFit/>
          </a:bodyPr>
          <a:lstStyle/>
          <a:p>
            <a:pPr marL="2893695">
              <a:lnSpc>
                <a:spcPct val="100000"/>
              </a:lnSpc>
              <a:spcBef>
                <a:spcPts val="105"/>
              </a:spcBef>
            </a:pPr>
            <a:r>
              <a:rPr sz="3600" dirty="0"/>
              <a:t>REVIEW</a:t>
            </a:r>
            <a:r>
              <a:rPr sz="3600" spc="-85" dirty="0"/>
              <a:t> </a:t>
            </a:r>
            <a:r>
              <a:rPr sz="3600" dirty="0"/>
              <a:t>OF</a:t>
            </a:r>
            <a:r>
              <a:rPr sz="3600" spc="-175" dirty="0"/>
              <a:t> </a:t>
            </a:r>
            <a:r>
              <a:rPr sz="3600" spc="-20" dirty="0"/>
              <a:t>LITERATURE</a:t>
            </a:r>
            <a:endParaRPr sz="3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63"/>
            <a:ext cx="12192000" cy="683260"/>
          </a:xfrm>
          <a:custGeom>
            <a:avLst/>
            <a:gdLst/>
            <a:ahLst/>
            <a:cxnLst/>
            <a:rect l="l" t="t" r="r" b="b"/>
            <a:pathLst>
              <a:path w="12192000" h="683260">
                <a:moveTo>
                  <a:pt x="12192000" y="0"/>
                </a:moveTo>
                <a:lnTo>
                  <a:pt x="12192000" y="0"/>
                </a:lnTo>
                <a:lnTo>
                  <a:pt x="0" y="0"/>
                </a:lnTo>
                <a:lnTo>
                  <a:pt x="0" y="682688"/>
                </a:lnTo>
                <a:lnTo>
                  <a:pt x="12192000" y="682688"/>
                </a:lnTo>
                <a:lnTo>
                  <a:pt x="12192000" y="0"/>
                </a:lnTo>
                <a:close/>
              </a:path>
            </a:pathLst>
          </a:custGeom>
          <a:solidFill>
            <a:srgbClr val="C1E4F5"/>
          </a:solidFill>
        </p:spPr>
        <p:txBody>
          <a:bodyPr wrap="square" lIns="0" tIns="0" rIns="0" bIns="0" rtlCol="0"/>
          <a:lstStyle/>
          <a:p>
            <a:endParaRPr/>
          </a:p>
        </p:txBody>
      </p:sp>
      <p:graphicFrame>
        <p:nvGraphicFramePr>
          <p:cNvPr id="3" name="object 3"/>
          <p:cNvGraphicFramePr>
            <a:graphicFrameLocks noGrp="1"/>
          </p:cNvGraphicFramePr>
          <p:nvPr/>
        </p:nvGraphicFramePr>
        <p:xfrm>
          <a:off x="0" y="0"/>
          <a:ext cx="12185649" cy="6851015"/>
        </p:xfrm>
        <a:graphic>
          <a:graphicData uri="http://schemas.openxmlformats.org/drawingml/2006/table">
            <a:tbl>
              <a:tblPr firstRow="1" bandRow="1">
                <a:tableStyleId>{2D5ABB26-0587-4C30-8999-92F81FD0307C}</a:tableStyleId>
              </a:tblPr>
              <a:tblGrid>
                <a:gridCol w="573405">
                  <a:extLst>
                    <a:ext uri="{9D8B030D-6E8A-4147-A177-3AD203B41FA5}">
                      <a16:colId xmlns:a16="http://schemas.microsoft.com/office/drawing/2014/main" val="20000"/>
                    </a:ext>
                  </a:extLst>
                </a:gridCol>
                <a:gridCol w="1348105">
                  <a:extLst>
                    <a:ext uri="{9D8B030D-6E8A-4147-A177-3AD203B41FA5}">
                      <a16:colId xmlns:a16="http://schemas.microsoft.com/office/drawing/2014/main" val="20001"/>
                    </a:ext>
                  </a:extLst>
                </a:gridCol>
                <a:gridCol w="777239">
                  <a:extLst>
                    <a:ext uri="{9D8B030D-6E8A-4147-A177-3AD203B41FA5}">
                      <a16:colId xmlns:a16="http://schemas.microsoft.com/office/drawing/2014/main" val="20002"/>
                    </a:ext>
                  </a:extLst>
                </a:gridCol>
                <a:gridCol w="3072765">
                  <a:extLst>
                    <a:ext uri="{9D8B030D-6E8A-4147-A177-3AD203B41FA5}">
                      <a16:colId xmlns:a16="http://schemas.microsoft.com/office/drawing/2014/main" val="20003"/>
                    </a:ext>
                  </a:extLst>
                </a:gridCol>
                <a:gridCol w="6414135">
                  <a:extLst>
                    <a:ext uri="{9D8B030D-6E8A-4147-A177-3AD203B41FA5}">
                      <a16:colId xmlns:a16="http://schemas.microsoft.com/office/drawing/2014/main" val="20004"/>
                    </a:ext>
                  </a:extLst>
                </a:gridCol>
              </a:tblGrid>
              <a:tr h="679450">
                <a:tc>
                  <a:txBody>
                    <a:bodyPr/>
                    <a:lstStyle/>
                    <a:p>
                      <a:pPr marL="635" algn="ctr">
                        <a:lnSpc>
                          <a:spcPct val="100000"/>
                        </a:lnSpc>
                        <a:spcBef>
                          <a:spcPts val="770"/>
                        </a:spcBef>
                      </a:pPr>
                      <a:r>
                        <a:rPr sz="1550" b="1" spc="-25" dirty="0">
                          <a:latin typeface="Times New Roman"/>
                          <a:cs typeface="Times New Roman"/>
                        </a:rPr>
                        <a:t>S.</a:t>
                      </a:r>
                      <a:endParaRPr sz="1550">
                        <a:latin typeface="Times New Roman"/>
                        <a:cs typeface="Times New Roman"/>
                      </a:endParaRPr>
                    </a:p>
                    <a:p>
                      <a:pPr marR="635" algn="ctr">
                        <a:lnSpc>
                          <a:spcPct val="100000"/>
                        </a:lnSpc>
                        <a:spcBef>
                          <a:spcPts val="15"/>
                        </a:spcBef>
                      </a:pPr>
                      <a:r>
                        <a:rPr sz="1550" b="1" spc="-25" dirty="0">
                          <a:latin typeface="Times New Roman"/>
                          <a:cs typeface="Times New Roman"/>
                        </a:rPr>
                        <a:t>No</a:t>
                      </a:r>
                      <a:endParaRPr sz="1550">
                        <a:latin typeface="Times New Roman"/>
                        <a:cs typeface="Times New Roman"/>
                      </a:endParaRPr>
                    </a:p>
                  </a:txBody>
                  <a:tcPr marL="0" marR="0" marT="97790" marB="0">
                    <a:lnL w="635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solidFill>
                      <a:srgbClr val="C1E4F5"/>
                    </a:solidFill>
                  </a:tcPr>
                </a:tc>
                <a:tc>
                  <a:txBody>
                    <a:bodyPr/>
                    <a:lstStyle/>
                    <a:p>
                      <a:pPr marL="128905">
                        <a:lnSpc>
                          <a:spcPct val="100000"/>
                        </a:lnSpc>
                        <a:spcBef>
                          <a:spcPts val="1730"/>
                        </a:spcBef>
                      </a:pPr>
                      <a:r>
                        <a:rPr sz="1550" b="1" dirty="0">
                          <a:latin typeface="Times New Roman"/>
                          <a:cs typeface="Times New Roman"/>
                        </a:rPr>
                        <a:t>First</a:t>
                      </a:r>
                      <a:r>
                        <a:rPr sz="1550" b="1" spc="10" dirty="0">
                          <a:latin typeface="Times New Roman"/>
                          <a:cs typeface="Times New Roman"/>
                        </a:rPr>
                        <a:t> </a:t>
                      </a:r>
                      <a:r>
                        <a:rPr sz="1550" b="1" spc="-10" dirty="0">
                          <a:latin typeface="Times New Roman"/>
                          <a:cs typeface="Times New Roman"/>
                        </a:rPr>
                        <a:t>Author</a:t>
                      </a:r>
                      <a:endParaRPr sz="1550">
                        <a:latin typeface="Times New Roman"/>
                        <a:cs typeface="Times New Roman"/>
                      </a:endParaRPr>
                    </a:p>
                  </a:txBody>
                  <a:tcPr marL="0" marR="0" marT="21971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solidFill>
                      <a:srgbClr val="C1E4F5"/>
                    </a:solidFill>
                  </a:tcPr>
                </a:tc>
                <a:tc>
                  <a:txBody>
                    <a:bodyPr/>
                    <a:lstStyle/>
                    <a:p>
                      <a:pPr marL="187325">
                        <a:lnSpc>
                          <a:spcPct val="100000"/>
                        </a:lnSpc>
                        <a:spcBef>
                          <a:spcPts val="1730"/>
                        </a:spcBef>
                      </a:pPr>
                      <a:r>
                        <a:rPr sz="1550" b="1" spc="-20" dirty="0">
                          <a:latin typeface="Times New Roman"/>
                          <a:cs typeface="Times New Roman"/>
                        </a:rPr>
                        <a:t>Year</a:t>
                      </a:r>
                      <a:endParaRPr sz="1550">
                        <a:latin typeface="Times New Roman"/>
                        <a:cs typeface="Times New Roman"/>
                      </a:endParaRPr>
                    </a:p>
                  </a:txBody>
                  <a:tcPr marL="0" marR="0" marT="21971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solidFill>
                      <a:srgbClr val="C1E4F5"/>
                    </a:solidFill>
                  </a:tcPr>
                </a:tc>
                <a:tc>
                  <a:txBody>
                    <a:bodyPr/>
                    <a:lstStyle/>
                    <a:p>
                      <a:pPr marL="4445" algn="ctr">
                        <a:lnSpc>
                          <a:spcPct val="100000"/>
                        </a:lnSpc>
                        <a:spcBef>
                          <a:spcPts val="1730"/>
                        </a:spcBef>
                      </a:pPr>
                      <a:r>
                        <a:rPr sz="1550" b="1" spc="-10" dirty="0">
                          <a:latin typeface="Times New Roman"/>
                          <a:cs typeface="Times New Roman"/>
                        </a:rPr>
                        <a:t>Title</a:t>
                      </a:r>
                      <a:endParaRPr sz="1550">
                        <a:latin typeface="Times New Roman"/>
                        <a:cs typeface="Times New Roman"/>
                      </a:endParaRPr>
                    </a:p>
                  </a:txBody>
                  <a:tcPr marL="0" marR="0" marT="21971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solidFill>
                      <a:srgbClr val="C1E4F5"/>
                    </a:solidFill>
                  </a:tcPr>
                </a:tc>
                <a:tc>
                  <a:txBody>
                    <a:bodyPr/>
                    <a:lstStyle/>
                    <a:p>
                      <a:pPr marL="12065" algn="ctr">
                        <a:lnSpc>
                          <a:spcPct val="100000"/>
                        </a:lnSpc>
                        <a:spcBef>
                          <a:spcPts val="1730"/>
                        </a:spcBef>
                      </a:pPr>
                      <a:r>
                        <a:rPr sz="1550" b="1" dirty="0">
                          <a:latin typeface="Times New Roman"/>
                          <a:cs typeface="Times New Roman"/>
                        </a:rPr>
                        <a:t>Key</a:t>
                      </a:r>
                      <a:r>
                        <a:rPr sz="1550" b="1" spc="75" dirty="0">
                          <a:latin typeface="Times New Roman"/>
                          <a:cs typeface="Times New Roman"/>
                        </a:rPr>
                        <a:t> </a:t>
                      </a:r>
                      <a:r>
                        <a:rPr sz="1550" b="1" spc="-10" dirty="0">
                          <a:latin typeface="Times New Roman"/>
                          <a:cs typeface="Times New Roman"/>
                        </a:rPr>
                        <a:t>Result</a:t>
                      </a:r>
                      <a:endParaRPr sz="1550">
                        <a:latin typeface="Times New Roman"/>
                        <a:cs typeface="Times New Roman"/>
                      </a:endParaRPr>
                    </a:p>
                  </a:txBody>
                  <a:tcPr marL="0" marR="0" marT="219710" marB="0">
                    <a:lnL w="12700">
                      <a:solidFill>
                        <a:srgbClr val="000000"/>
                      </a:solidFill>
                      <a:prstDash val="solid"/>
                    </a:lnL>
                    <a:lnR w="6350">
                      <a:solidFill>
                        <a:srgbClr val="000000"/>
                      </a:solidFill>
                      <a:prstDash val="solid"/>
                    </a:lnR>
                    <a:lnT w="6350">
                      <a:solidFill>
                        <a:srgbClr val="000000"/>
                      </a:solidFill>
                      <a:prstDash val="solid"/>
                    </a:lnT>
                    <a:lnB w="12700">
                      <a:solidFill>
                        <a:srgbClr val="000000"/>
                      </a:solidFill>
                      <a:prstDash val="solid"/>
                    </a:lnB>
                    <a:solidFill>
                      <a:srgbClr val="C1E4F5"/>
                    </a:solidFill>
                  </a:tcPr>
                </a:tc>
                <a:extLst>
                  <a:ext uri="{0D108BD9-81ED-4DB2-BD59-A6C34878D82A}">
                    <a16:rowId xmlns:a16="http://schemas.microsoft.com/office/drawing/2014/main" val="10000"/>
                  </a:ext>
                </a:extLst>
              </a:tr>
              <a:tr h="2187575">
                <a:tc>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300"/>
                        </a:spcBef>
                      </a:pPr>
                      <a:endParaRPr sz="1400">
                        <a:latin typeface="Times New Roman"/>
                        <a:cs typeface="Times New Roman"/>
                      </a:endParaRPr>
                    </a:p>
                    <a:p>
                      <a:pPr marR="306070" algn="r">
                        <a:lnSpc>
                          <a:spcPct val="100000"/>
                        </a:lnSpc>
                        <a:spcBef>
                          <a:spcPts val="5"/>
                        </a:spcBef>
                      </a:pPr>
                      <a:r>
                        <a:rPr sz="1400" spc="-25" dirty="0">
                          <a:latin typeface="Times New Roman"/>
                          <a:cs typeface="Times New Roman"/>
                        </a:rPr>
                        <a:t>4.</a:t>
                      </a:r>
                      <a:endParaRPr sz="1400">
                        <a:latin typeface="Times New Roman"/>
                        <a:cs typeface="Times New Roman"/>
                      </a:endParaRPr>
                    </a:p>
                  </a:txBody>
                  <a:tcPr marL="0" marR="0" marT="0" marB="0">
                    <a:lnL w="63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080"/>
                        </a:spcBef>
                      </a:pPr>
                      <a:endParaRPr sz="1800">
                        <a:latin typeface="Times New Roman"/>
                        <a:cs typeface="Times New Roman"/>
                      </a:endParaRPr>
                    </a:p>
                    <a:p>
                      <a:pPr marL="60960" marR="51435">
                        <a:lnSpc>
                          <a:spcPct val="100800"/>
                        </a:lnSpc>
                        <a:spcBef>
                          <a:spcPts val="5"/>
                        </a:spcBef>
                      </a:pPr>
                      <a:r>
                        <a:rPr sz="1800" spc="-10" dirty="0">
                          <a:latin typeface="Trebuchet MS"/>
                          <a:cs typeface="Trebuchet MS"/>
                        </a:rPr>
                        <a:t>Higuita- </a:t>
                      </a:r>
                      <a:r>
                        <a:rPr sz="1800" spc="-65" dirty="0">
                          <a:latin typeface="Trebuchet MS"/>
                          <a:cs typeface="Trebuchet MS"/>
                        </a:rPr>
                        <a:t>Gutiérrez</a:t>
                      </a:r>
                      <a:r>
                        <a:rPr sz="1800" spc="-165" dirty="0">
                          <a:latin typeface="Trebuchet MS"/>
                          <a:cs typeface="Trebuchet MS"/>
                        </a:rPr>
                        <a:t> </a:t>
                      </a:r>
                      <a:r>
                        <a:rPr sz="1800" spc="-120" dirty="0">
                          <a:latin typeface="Trebuchet MS"/>
                          <a:cs typeface="Trebuchet MS"/>
                        </a:rPr>
                        <a:t>LF, </a:t>
                      </a:r>
                      <a:r>
                        <a:rPr sz="1800" spc="-80" dirty="0">
                          <a:latin typeface="Trebuchet MS"/>
                          <a:cs typeface="Trebuchet MS"/>
                        </a:rPr>
                        <a:t>et</a:t>
                      </a:r>
                      <a:r>
                        <a:rPr sz="1800" spc="-220" dirty="0">
                          <a:latin typeface="Trebuchet MS"/>
                          <a:cs typeface="Trebuchet MS"/>
                        </a:rPr>
                        <a:t> </a:t>
                      </a:r>
                      <a:r>
                        <a:rPr sz="1800" spc="-25" dirty="0">
                          <a:latin typeface="Trebuchet MS"/>
                          <a:cs typeface="Trebuchet MS"/>
                        </a:rPr>
                        <a:t>al.</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190"/>
                        </a:spcBef>
                      </a:pPr>
                      <a:endParaRPr sz="1800">
                        <a:latin typeface="Times New Roman"/>
                        <a:cs typeface="Times New Roman"/>
                      </a:endParaRPr>
                    </a:p>
                    <a:p>
                      <a:pPr marL="62230">
                        <a:lnSpc>
                          <a:spcPct val="100000"/>
                        </a:lnSpc>
                        <a:spcBef>
                          <a:spcPts val="5"/>
                        </a:spcBef>
                      </a:pPr>
                      <a:r>
                        <a:rPr sz="1800" spc="-20" dirty="0">
                          <a:latin typeface="Trebuchet MS"/>
                          <a:cs typeface="Trebuchet MS"/>
                        </a:rPr>
                        <a:t>2020</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080"/>
                        </a:spcBef>
                      </a:pPr>
                      <a:endParaRPr sz="1800">
                        <a:latin typeface="Times New Roman"/>
                        <a:cs typeface="Times New Roman"/>
                      </a:endParaRPr>
                    </a:p>
                    <a:p>
                      <a:pPr marL="62865" marR="149860">
                        <a:lnSpc>
                          <a:spcPct val="100800"/>
                        </a:lnSpc>
                        <a:spcBef>
                          <a:spcPts val="5"/>
                        </a:spcBef>
                      </a:pPr>
                      <a:r>
                        <a:rPr sz="1800" spc="-50" dirty="0">
                          <a:latin typeface="Trebuchet MS"/>
                          <a:cs typeface="Trebuchet MS"/>
                        </a:rPr>
                        <a:t>Attitudes</a:t>
                      </a:r>
                      <a:r>
                        <a:rPr sz="1800" spc="-175" dirty="0">
                          <a:latin typeface="Trebuchet MS"/>
                          <a:cs typeface="Trebuchet MS"/>
                        </a:rPr>
                        <a:t> </a:t>
                      </a:r>
                      <a:r>
                        <a:rPr sz="1800" dirty="0">
                          <a:latin typeface="Trebuchet MS"/>
                          <a:cs typeface="Trebuchet MS"/>
                        </a:rPr>
                        <a:t>and</a:t>
                      </a:r>
                      <a:r>
                        <a:rPr sz="1800" spc="-75" dirty="0">
                          <a:latin typeface="Trebuchet MS"/>
                          <a:cs typeface="Trebuchet MS"/>
                        </a:rPr>
                        <a:t> </a:t>
                      </a:r>
                      <a:r>
                        <a:rPr sz="1800" spc="-40" dirty="0">
                          <a:latin typeface="Trebuchet MS"/>
                          <a:cs typeface="Trebuchet MS"/>
                        </a:rPr>
                        <a:t>knowledge</a:t>
                      </a:r>
                      <a:r>
                        <a:rPr sz="1800" spc="-170" dirty="0">
                          <a:latin typeface="Trebuchet MS"/>
                          <a:cs typeface="Trebuchet MS"/>
                        </a:rPr>
                        <a:t> </a:t>
                      </a:r>
                      <a:r>
                        <a:rPr sz="1800" spc="-25" dirty="0">
                          <a:latin typeface="Trebuchet MS"/>
                          <a:cs typeface="Trebuchet MS"/>
                        </a:rPr>
                        <a:t>of </a:t>
                      </a:r>
                      <a:r>
                        <a:rPr sz="1800" spc="-60" dirty="0">
                          <a:latin typeface="Trebuchet MS"/>
                          <a:cs typeface="Trebuchet MS"/>
                        </a:rPr>
                        <a:t>antibiotic</a:t>
                      </a:r>
                      <a:r>
                        <a:rPr sz="1800" spc="-40" dirty="0">
                          <a:latin typeface="Trebuchet MS"/>
                          <a:cs typeface="Trebuchet MS"/>
                        </a:rPr>
                        <a:t> </a:t>
                      </a:r>
                      <a:r>
                        <a:rPr sz="1800" dirty="0">
                          <a:latin typeface="Trebuchet MS"/>
                          <a:cs typeface="Trebuchet MS"/>
                        </a:rPr>
                        <a:t>use</a:t>
                      </a:r>
                      <a:r>
                        <a:rPr sz="1800" spc="-130" dirty="0">
                          <a:latin typeface="Trebuchet MS"/>
                          <a:cs typeface="Trebuchet MS"/>
                        </a:rPr>
                        <a:t> </a:t>
                      </a:r>
                      <a:r>
                        <a:rPr sz="1800" spc="-10" dirty="0">
                          <a:latin typeface="Trebuchet MS"/>
                          <a:cs typeface="Trebuchet MS"/>
                        </a:rPr>
                        <a:t>among </a:t>
                      </a:r>
                      <a:r>
                        <a:rPr sz="1800" dirty="0">
                          <a:latin typeface="Trebuchet MS"/>
                          <a:cs typeface="Trebuchet MS"/>
                        </a:rPr>
                        <a:t>Colombian</a:t>
                      </a:r>
                      <a:r>
                        <a:rPr sz="1800" spc="-120" dirty="0">
                          <a:latin typeface="Trebuchet MS"/>
                          <a:cs typeface="Trebuchet MS"/>
                        </a:rPr>
                        <a:t> </a:t>
                      </a:r>
                      <a:r>
                        <a:rPr sz="1800" spc="-30" dirty="0">
                          <a:latin typeface="Trebuchet MS"/>
                          <a:cs typeface="Trebuchet MS"/>
                        </a:rPr>
                        <a:t>medical</a:t>
                      </a:r>
                      <a:r>
                        <a:rPr sz="1800" spc="-114" dirty="0">
                          <a:latin typeface="Trebuchet MS"/>
                          <a:cs typeface="Trebuchet MS"/>
                        </a:rPr>
                        <a:t> </a:t>
                      </a:r>
                      <a:r>
                        <a:rPr sz="1800" spc="-10" dirty="0">
                          <a:latin typeface="Trebuchet MS"/>
                          <a:cs typeface="Trebuchet MS"/>
                        </a:rPr>
                        <a:t>students</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05"/>
                        </a:spcBef>
                      </a:pPr>
                      <a:endParaRPr sz="1800">
                        <a:latin typeface="Times New Roman"/>
                        <a:cs typeface="Times New Roman"/>
                      </a:endParaRPr>
                    </a:p>
                    <a:p>
                      <a:pPr marL="187960" indent="-122555">
                        <a:lnSpc>
                          <a:spcPct val="100000"/>
                        </a:lnSpc>
                        <a:spcBef>
                          <a:spcPts val="5"/>
                        </a:spcBef>
                        <a:buChar char="-"/>
                        <a:tabLst>
                          <a:tab pos="187960" algn="l"/>
                        </a:tabLst>
                      </a:pPr>
                      <a:r>
                        <a:rPr sz="1800" spc="-30" dirty="0">
                          <a:latin typeface="Trebuchet MS"/>
                          <a:cs typeface="Trebuchet MS"/>
                        </a:rPr>
                        <a:t>Satisfactory</a:t>
                      </a:r>
                      <a:r>
                        <a:rPr sz="1800" spc="-185" dirty="0">
                          <a:latin typeface="Trebuchet MS"/>
                          <a:cs typeface="Trebuchet MS"/>
                        </a:rPr>
                        <a:t> </a:t>
                      </a:r>
                      <a:r>
                        <a:rPr sz="1800" spc="-45" dirty="0">
                          <a:latin typeface="Trebuchet MS"/>
                          <a:cs typeface="Trebuchet MS"/>
                        </a:rPr>
                        <a:t>attitudes</a:t>
                      </a:r>
                      <a:r>
                        <a:rPr sz="1800" spc="-175" dirty="0">
                          <a:latin typeface="Trebuchet MS"/>
                          <a:cs typeface="Trebuchet MS"/>
                        </a:rPr>
                        <a:t> </a:t>
                      </a:r>
                      <a:r>
                        <a:rPr sz="1800" spc="-45" dirty="0">
                          <a:latin typeface="Trebuchet MS"/>
                          <a:cs typeface="Trebuchet MS"/>
                        </a:rPr>
                        <a:t>but</a:t>
                      </a:r>
                      <a:r>
                        <a:rPr sz="1800" spc="-90" dirty="0">
                          <a:latin typeface="Trebuchet MS"/>
                          <a:cs typeface="Trebuchet MS"/>
                        </a:rPr>
                        <a:t> </a:t>
                      </a:r>
                      <a:r>
                        <a:rPr sz="1800" spc="-65" dirty="0">
                          <a:latin typeface="Trebuchet MS"/>
                          <a:cs typeface="Trebuchet MS"/>
                        </a:rPr>
                        <a:t>limited</a:t>
                      </a:r>
                      <a:r>
                        <a:rPr sz="1800" spc="-150" dirty="0">
                          <a:latin typeface="Trebuchet MS"/>
                          <a:cs typeface="Trebuchet MS"/>
                        </a:rPr>
                        <a:t> </a:t>
                      </a:r>
                      <a:r>
                        <a:rPr sz="1800" spc="-35" dirty="0">
                          <a:latin typeface="Trebuchet MS"/>
                          <a:cs typeface="Trebuchet MS"/>
                        </a:rPr>
                        <a:t>practical</a:t>
                      </a:r>
                      <a:r>
                        <a:rPr sz="1800" spc="-135" dirty="0">
                          <a:latin typeface="Trebuchet MS"/>
                          <a:cs typeface="Trebuchet MS"/>
                        </a:rPr>
                        <a:t> </a:t>
                      </a:r>
                      <a:r>
                        <a:rPr sz="1800" spc="-10" dirty="0">
                          <a:latin typeface="Trebuchet MS"/>
                          <a:cs typeface="Trebuchet MS"/>
                        </a:rPr>
                        <a:t>knowledge.</a:t>
                      </a:r>
                      <a:endParaRPr sz="1800">
                        <a:latin typeface="Trebuchet MS"/>
                        <a:cs typeface="Trebuchet MS"/>
                      </a:endParaRPr>
                    </a:p>
                    <a:p>
                      <a:pPr marL="65405" marR="1059180" indent="122555">
                        <a:lnSpc>
                          <a:spcPct val="100800"/>
                        </a:lnSpc>
                        <a:buChar char="-"/>
                        <a:tabLst>
                          <a:tab pos="187960" algn="l"/>
                        </a:tabLst>
                      </a:pPr>
                      <a:r>
                        <a:rPr sz="1800" dirty="0">
                          <a:latin typeface="Trebuchet MS"/>
                          <a:cs typeface="Trebuchet MS"/>
                        </a:rPr>
                        <a:t>Students</a:t>
                      </a:r>
                      <a:r>
                        <a:rPr sz="1800" spc="-175" dirty="0">
                          <a:latin typeface="Trebuchet MS"/>
                          <a:cs typeface="Trebuchet MS"/>
                        </a:rPr>
                        <a:t> </a:t>
                      </a:r>
                      <a:r>
                        <a:rPr sz="1800" spc="-20" dirty="0">
                          <a:latin typeface="Trebuchet MS"/>
                          <a:cs typeface="Trebuchet MS"/>
                        </a:rPr>
                        <a:t>lacked</a:t>
                      </a:r>
                      <a:r>
                        <a:rPr sz="1800" spc="-160" dirty="0">
                          <a:latin typeface="Trebuchet MS"/>
                          <a:cs typeface="Trebuchet MS"/>
                        </a:rPr>
                        <a:t> </a:t>
                      </a:r>
                      <a:r>
                        <a:rPr sz="1800" spc="-25" dirty="0">
                          <a:latin typeface="Trebuchet MS"/>
                          <a:cs typeface="Trebuchet MS"/>
                        </a:rPr>
                        <a:t>confidence</a:t>
                      </a:r>
                      <a:r>
                        <a:rPr sz="1800" spc="-165" dirty="0">
                          <a:latin typeface="Trebuchet MS"/>
                          <a:cs typeface="Trebuchet MS"/>
                        </a:rPr>
                        <a:t> </a:t>
                      </a:r>
                      <a:r>
                        <a:rPr sz="1800" spc="-40" dirty="0">
                          <a:latin typeface="Trebuchet MS"/>
                          <a:cs typeface="Trebuchet MS"/>
                        </a:rPr>
                        <a:t>in</a:t>
                      </a:r>
                      <a:r>
                        <a:rPr sz="1800" spc="-135" dirty="0">
                          <a:latin typeface="Trebuchet MS"/>
                          <a:cs typeface="Trebuchet MS"/>
                        </a:rPr>
                        <a:t> </a:t>
                      </a:r>
                      <a:r>
                        <a:rPr sz="1800" spc="-50" dirty="0">
                          <a:latin typeface="Trebuchet MS"/>
                          <a:cs typeface="Trebuchet MS"/>
                        </a:rPr>
                        <a:t>appropriate</a:t>
                      </a:r>
                      <a:r>
                        <a:rPr sz="1800" spc="-90" dirty="0">
                          <a:latin typeface="Trebuchet MS"/>
                          <a:cs typeface="Trebuchet MS"/>
                        </a:rPr>
                        <a:t> </a:t>
                      </a:r>
                      <a:r>
                        <a:rPr sz="1800" spc="-30" dirty="0">
                          <a:latin typeface="Trebuchet MS"/>
                          <a:cs typeface="Trebuchet MS"/>
                        </a:rPr>
                        <a:t>antibiotic </a:t>
                      </a:r>
                      <a:r>
                        <a:rPr sz="1800" spc="-10" dirty="0">
                          <a:latin typeface="Trebuchet MS"/>
                          <a:cs typeface="Trebuchet MS"/>
                        </a:rPr>
                        <a:t>indications.</a:t>
                      </a:r>
                      <a:endParaRPr sz="1800">
                        <a:latin typeface="Trebuchet MS"/>
                        <a:cs typeface="Trebuchet MS"/>
                      </a:endParaRPr>
                    </a:p>
                    <a:p>
                      <a:pPr marL="65405" marR="297180" indent="122555">
                        <a:lnSpc>
                          <a:spcPts val="2100"/>
                        </a:lnSpc>
                        <a:spcBef>
                          <a:spcPts val="135"/>
                        </a:spcBef>
                        <a:buChar char="-"/>
                        <a:tabLst>
                          <a:tab pos="187960" algn="l"/>
                        </a:tabLst>
                      </a:pPr>
                      <a:r>
                        <a:rPr sz="1800" dirty="0">
                          <a:latin typeface="Trebuchet MS"/>
                          <a:cs typeface="Trebuchet MS"/>
                        </a:rPr>
                        <a:t>Recommends</a:t>
                      </a:r>
                      <a:r>
                        <a:rPr sz="1800" spc="-75" dirty="0">
                          <a:latin typeface="Trebuchet MS"/>
                          <a:cs typeface="Trebuchet MS"/>
                        </a:rPr>
                        <a:t> integrating</a:t>
                      </a:r>
                      <a:r>
                        <a:rPr sz="1800" spc="-60" dirty="0">
                          <a:latin typeface="Trebuchet MS"/>
                          <a:cs typeface="Trebuchet MS"/>
                        </a:rPr>
                        <a:t> </a:t>
                      </a:r>
                      <a:r>
                        <a:rPr sz="1800" spc="-80" dirty="0">
                          <a:latin typeface="Trebuchet MS"/>
                          <a:cs typeface="Trebuchet MS"/>
                        </a:rPr>
                        <a:t>targeted</a:t>
                      </a:r>
                      <a:r>
                        <a:rPr sz="1800" spc="-55" dirty="0">
                          <a:latin typeface="Trebuchet MS"/>
                          <a:cs typeface="Trebuchet MS"/>
                        </a:rPr>
                        <a:t> </a:t>
                      </a:r>
                      <a:r>
                        <a:rPr sz="1800" spc="-75" dirty="0">
                          <a:latin typeface="Trebuchet MS"/>
                          <a:cs typeface="Trebuchet MS"/>
                        </a:rPr>
                        <a:t>training</a:t>
                      </a:r>
                      <a:r>
                        <a:rPr sz="1800" spc="-65" dirty="0">
                          <a:latin typeface="Trebuchet MS"/>
                          <a:cs typeface="Trebuchet MS"/>
                        </a:rPr>
                        <a:t> </a:t>
                      </a:r>
                      <a:r>
                        <a:rPr sz="1800" dirty="0">
                          <a:latin typeface="Trebuchet MS"/>
                          <a:cs typeface="Trebuchet MS"/>
                        </a:rPr>
                        <a:t>on</a:t>
                      </a:r>
                      <a:r>
                        <a:rPr sz="1800" spc="-114" dirty="0">
                          <a:latin typeface="Trebuchet MS"/>
                          <a:cs typeface="Trebuchet MS"/>
                        </a:rPr>
                        <a:t> </a:t>
                      </a:r>
                      <a:r>
                        <a:rPr sz="1800" spc="-10" dirty="0">
                          <a:latin typeface="Trebuchet MS"/>
                          <a:cs typeface="Trebuchet MS"/>
                        </a:rPr>
                        <a:t>resistance</a:t>
                      </a:r>
                      <a:r>
                        <a:rPr sz="1800" spc="-155" dirty="0">
                          <a:latin typeface="Trebuchet MS"/>
                          <a:cs typeface="Trebuchet MS"/>
                        </a:rPr>
                        <a:t> </a:t>
                      </a:r>
                      <a:r>
                        <a:rPr sz="1800" spc="-25" dirty="0">
                          <a:latin typeface="Trebuchet MS"/>
                          <a:cs typeface="Trebuchet MS"/>
                        </a:rPr>
                        <a:t>and </a:t>
                      </a:r>
                      <a:r>
                        <a:rPr sz="1800" spc="-60" dirty="0">
                          <a:latin typeface="Trebuchet MS"/>
                          <a:cs typeface="Trebuchet MS"/>
                        </a:rPr>
                        <a:t>rational</a:t>
                      </a:r>
                      <a:r>
                        <a:rPr sz="1800" spc="-130" dirty="0">
                          <a:latin typeface="Trebuchet MS"/>
                          <a:cs typeface="Trebuchet MS"/>
                        </a:rPr>
                        <a:t> </a:t>
                      </a:r>
                      <a:r>
                        <a:rPr sz="1800" dirty="0">
                          <a:latin typeface="Trebuchet MS"/>
                          <a:cs typeface="Trebuchet MS"/>
                        </a:rPr>
                        <a:t>use</a:t>
                      </a:r>
                      <a:r>
                        <a:rPr sz="1800" spc="-160" dirty="0">
                          <a:latin typeface="Trebuchet MS"/>
                          <a:cs typeface="Trebuchet MS"/>
                        </a:rPr>
                        <a:t> </a:t>
                      </a:r>
                      <a:r>
                        <a:rPr sz="1800" spc="-55" dirty="0">
                          <a:latin typeface="Trebuchet MS"/>
                          <a:cs typeface="Trebuchet MS"/>
                        </a:rPr>
                        <a:t>into</a:t>
                      </a:r>
                      <a:r>
                        <a:rPr sz="1800" spc="-130" dirty="0">
                          <a:latin typeface="Trebuchet MS"/>
                          <a:cs typeface="Trebuchet MS"/>
                        </a:rPr>
                        <a:t> </a:t>
                      </a:r>
                      <a:r>
                        <a:rPr sz="1800" spc="-30" dirty="0">
                          <a:latin typeface="Trebuchet MS"/>
                          <a:cs typeface="Trebuchet MS"/>
                        </a:rPr>
                        <a:t>medical</a:t>
                      </a:r>
                      <a:r>
                        <a:rPr sz="1800" spc="-125" dirty="0">
                          <a:latin typeface="Trebuchet MS"/>
                          <a:cs typeface="Trebuchet MS"/>
                        </a:rPr>
                        <a:t> </a:t>
                      </a:r>
                      <a:r>
                        <a:rPr sz="1800" spc="-10" dirty="0">
                          <a:latin typeface="Trebuchet MS"/>
                          <a:cs typeface="Trebuchet MS"/>
                        </a:rPr>
                        <a:t>education.</a:t>
                      </a:r>
                      <a:endParaRPr sz="1800">
                        <a:latin typeface="Trebuchet MS"/>
                        <a:cs typeface="Trebuchet MS"/>
                      </a:endParaRPr>
                    </a:p>
                  </a:txBody>
                  <a:tcPr marL="0" marR="0" marT="127635" marB="0">
                    <a:lnL w="12700">
                      <a:solidFill>
                        <a:srgbClr val="000000"/>
                      </a:solidFill>
                      <a:prstDash val="solid"/>
                    </a:lnL>
                    <a:lnR w="635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225040">
                <a:tc>
                  <a:txBody>
                    <a:bodyPr/>
                    <a:lstStyle/>
                    <a:p>
                      <a:pPr>
                        <a:lnSpc>
                          <a:spcPct val="100000"/>
                        </a:lnSpc>
                      </a:pPr>
                      <a:endParaRPr sz="1550">
                        <a:latin typeface="Times New Roman"/>
                        <a:cs typeface="Times New Roman"/>
                      </a:endParaRPr>
                    </a:p>
                    <a:p>
                      <a:pPr>
                        <a:lnSpc>
                          <a:spcPct val="100000"/>
                        </a:lnSpc>
                      </a:pPr>
                      <a:endParaRPr sz="1550">
                        <a:latin typeface="Times New Roman"/>
                        <a:cs typeface="Times New Roman"/>
                      </a:endParaRPr>
                    </a:p>
                    <a:p>
                      <a:pPr>
                        <a:lnSpc>
                          <a:spcPct val="100000"/>
                        </a:lnSpc>
                      </a:pPr>
                      <a:endParaRPr sz="1550">
                        <a:latin typeface="Times New Roman"/>
                        <a:cs typeface="Times New Roman"/>
                      </a:endParaRPr>
                    </a:p>
                    <a:p>
                      <a:pPr>
                        <a:lnSpc>
                          <a:spcPct val="100000"/>
                        </a:lnSpc>
                        <a:spcBef>
                          <a:spcPts val="735"/>
                        </a:spcBef>
                      </a:pPr>
                      <a:endParaRPr sz="1550">
                        <a:latin typeface="Times New Roman"/>
                        <a:cs typeface="Times New Roman"/>
                      </a:endParaRPr>
                    </a:p>
                    <a:p>
                      <a:pPr marR="316865" algn="r">
                        <a:lnSpc>
                          <a:spcPct val="100000"/>
                        </a:lnSpc>
                        <a:spcBef>
                          <a:spcPts val="5"/>
                        </a:spcBef>
                      </a:pPr>
                      <a:r>
                        <a:rPr sz="1550" spc="-25" dirty="0">
                          <a:latin typeface="Times New Roman"/>
                          <a:cs typeface="Times New Roman"/>
                        </a:rPr>
                        <a:t>5.</a:t>
                      </a:r>
                      <a:endParaRPr sz="1550">
                        <a:latin typeface="Times New Roman"/>
                        <a:cs typeface="Times New Roman"/>
                      </a:endParaRPr>
                    </a:p>
                  </a:txBody>
                  <a:tcPr marL="0" marR="0" marT="0" marB="0">
                    <a:lnL w="63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265"/>
                        </a:spcBef>
                      </a:pPr>
                      <a:endParaRPr sz="1800">
                        <a:latin typeface="Times New Roman"/>
                        <a:cs typeface="Times New Roman"/>
                      </a:endParaRPr>
                    </a:p>
                    <a:p>
                      <a:pPr marL="60960" marR="99695">
                        <a:lnSpc>
                          <a:spcPct val="100800"/>
                        </a:lnSpc>
                      </a:pPr>
                      <a:r>
                        <a:rPr sz="1800" dirty="0">
                          <a:latin typeface="Trebuchet MS"/>
                          <a:cs typeface="Trebuchet MS"/>
                        </a:rPr>
                        <a:t>Bianco</a:t>
                      </a:r>
                      <a:r>
                        <a:rPr sz="1800" spc="-155" dirty="0">
                          <a:latin typeface="Trebuchet MS"/>
                          <a:cs typeface="Trebuchet MS"/>
                        </a:rPr>
                        <a:t> </a:t>
                      </a:r>
                      <a:r>
                        <a:rPr sz="1800" spc="-95" dirty="0">
                          <a:latin typeface="Trebuchet MS"/>
                          <a:cs typeface="Trebuchet MS"/>
                        </a:rPr>
                        <a:t>A,</a:t>
                      </a:r>
                      <a:r>
                        <a:rPr sz="1800" spc="-125" dirty="0">
                          <a:latin typeface="Trebuchet MS"/>
                          <a:cs typeface="Trebuchet MS"/>
                        </a:rPr>
                        <a:t> </a:t>
                      </a:r>
                      <a:r>
                        <a:rPr sz="1800" spc="-55" dirty="0">
                          <a:latin typeface="Trebuchet MS"/>
                          <a:cs typeface="Trebuchet MS"/>
                        </a:rPr>
                        <a:t>et </a:t>
                      </a:r>
                      <a:r>
                        <a:rPr sz="1800" spc="-25" dirty="0">
                          <a:latin typeface="Trebuchet MS"/>
                          <a:cs typeface="Trebuchet MS"/>
                        </a:rPr>
                        <a:t>al.</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360"/>
                        </a:spcBef>
                      </a:pPr>
                      <a:endParaRPr sz="1800">
                        <a:latin typeface="Times New Roman"/>
                        <a:cs typeface="Times New Roman"/>
                      </a:endParaRPr>
                    </a:p>
                    <a:p>
                      <a:pPr marL="62230">
                        <a:lnSpc>
                          <a:spcPct val="100000"/>
                        </a:lnSpc>
                      </a:pPr>
                      <a:r>
                        <a:rPr sz="1800" spc="-20" dirty="0">
                          <a:latin typeface="Trebuchet MS"/>
                          <a:cs typeface="Trebuchet MS"/>
                        </a:rPr>
                        <a:t>2020</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250"/>
                        </a:spcBef>
                      </a:pPr>
                      <a:endParaRPr sz="1800">
                        <a:latin typeface="Times New Roman"/>
                        <a:cs typeface="Times New Roman"/>
                      </a:endParaRPr>
                    </a:p>
                    <a:p>
                      <a:pPr marL="62865" marR="503555">
                        <a:lnSpc>
                          <a:spcPct val="100899"/>
                        </a:lnSpc>
                      </a:pPr>
                      <a:r>
                        <a:rPr sz="1800" spc="-55" dirty="0">
                          <a:latin typeface="Trebuchet MS"/>
                          <a:cs typeface="Trebuchet MS"/>
                        </a:rPr>
                        <a:t>Antibiotic</a:t>
                      </a:r>
                      <a:r>
                        <a:rPr sz="1800" spc="-155" dirty="0">
                          <a:latin typeface="Trebuchet MS"/>
                          <a:cs typeface="Trebuchet MS"/>
                        </a:rPr>
                        <a:t> </a:t>
                      </a:r>
                      <a:r>
                        <a:rPr sz="1800" spc="-35" dirty="0">
                          <a:latin typeface="Trebuchet MS"/>
                          <a:cs typeface="Trebuchet MS"/>
                        </a:rPr>
                        <a:t>Knowledge</a:t>
                      </a:r>
                      <a:r>
                        <a:rPr sz="1800" spc="-70" dirty="0">
                          <a:latin typeface="Trebuchet MS"/>
                          <a:cs typeface="Trebuchet MS"/>
                        </a:rPr>
                        <a:t> </a:t>
                      </a:r>
                      <a:r>
                        <a:rPr sz="1800" spc="-25" dirty="0">
                          <a:latin typeface="Trebuchet MS"/>
                          <a:cs typeface="Trebuchet MS"/>
                        </a:rPr>
                        <a:t>and Practices</a:t>
                      </a:r>
                      <a:r>
                        <a:rPr sz="1800" spc="-114" dirty="0">
                          <a:latin typeface="Trebuchet MS"/>
                          <a:cs typeface="Trebuchet MS"/>
                        </a:rPr>
                        <a:t> </a:t>
                      </a:r>
                      <a:r>
                        <a:rPr sz="1800" spc="-80" dirty="0">
                          <a:latin typeface="Trebuchet MS"/>
                          <a:cs typeface="Trebuchet MS"/>
                        </a:rPr>
                        <a:t>in</a:t>
                      </a:r>
                      <a:r>
                        <a:rPr sz="1800" spc="-160" dirty="0">
                          <a:latin typeface="Trebuchet MS"/>
                          <a:cs typeface="Trebuchet MS"/>
                        </a:rPr>
                        <a:t> </a:t>
                      </a:r>
                      <a:r>
                        <a:rPr sz="1800" spc="-25" dirty="0">
                          <a:latin typeface="Trebuchet MS"/>
                          <a:cs typeface="Trebuchet MS"/>
                        </a:rPr>
                        <a:t>Public</a:t>
                      </a:r>
                      <a:r>
                        <a:rPr sz="1800" spc="-110" dirty="0">
                          <a:latin typeface="Trebuchet MS"/>
                          <a:cs typeface="Trebuchet MS"/>
                        </a:rPr>
                        <a:t> </a:t>
                      </a:r>
                      <a:r>
                        <a:rPr sz="1800" spc="-25" dirty="0">
                          <a:latin typeface="Trebuchet MS"/>
                          <a:cs typeface="Trebuchet MS"/>
                        </a:rPr>
                        <a:t>and </a:t>
                      </a:r>
                      <a:r>
                        <a:rPr sz="1800" spc="-10" dirty="0">
                          <a:latin typeface="Trebuchet MS"/>
                          <a:cs typeface="Trebuchet MS"/>
                        </a:rPr>
                        <a:t>Students</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70"/>
                        </a:spcBef>
                      </a:pPr>
                      <a:endParaRPr sz="1800">
                        <a:latin typeface="Times New Roman"/>
                        <a:cs typeface="Times New Roman"/>
                      </a:endParaRPr>
                    </a:p>
                    <a:p>
                      <a:pPr marL="65405" marR="513715" indent="122555">
                        <a:lnSpc>
                          <a:spcPct val="100800"/>
                        </a:lnSpc>
                        <a:spcBef>
                          <a:spcPts val="5"/>
                        </a:spcBef>
                        <a:buChar char="-"/>
                        <a:tabLst>
                          <a:tab pos="187960" algn="l"/>
                        </a:tabLst>
                      </a:pPr>
                      <a:r>
                        <a:rPr sz="1800" spc="-10" dirty="0">
                          <a:latin typeface="Trebuchet MS"/>
                          <a:cs typeface="Trebuchet MS"/>
                        </a:rPr>
                        <a:t>Reports</a:t>
                      </a:r>
                      <a:r>
                        <a:rPr sz="1800" spc="-185" dirty="0">
                          <a:latin typeface="Trebuchet MS"/>
                          <a:cs typeface="Trebuchet MS"/>
                        </a:rPr>
                        <a:t> </a:t>
                      </a:r>
                      <a:r>
                        <a:rPr sz="1800" spc="-10" dirty="0">
                          <a:latin typeface="Trebuchet MS"/>
                          <a:cs typeface="Trebuchet MS"/>
                        </a:rPr>
                        <a:t>poor</a:t>
                      </a:r>
                      <a:r>
                        <a:rPr sz="1800" spc="-120" dirty="0">
                          <a:latin typeface="Trebuchet MS"/>
                          <a:cs typeface="Trebuchet MS"/>
                        </a:rPr>
                        <a:t> </a:t>
                      </a:r>
                      <a:r>
                        <a:rPr sz="1800" spc="-35" dirty="0">
                          <a:latin typeface="Trebuchet MS"/>
                          <a:cs typeface="Trebuchet MS"/>
                        </a:rPr>
                        <a:t>knowledge</a:t>
                      </a:r>
                      <a:r>
                        <a:rPr sz="1800" spc="-175" dirty="0">
                          <a:latin typeface="Trebuchet MS"/>
                          <a:cs typeface="Trebuchet MS"/>
                        </a:rPr>
                        <a:t> </a:t>
                      </a:r>
                      <a:r>
                        <a:rPr sz="1800" dirty="0">
                          <a:latin typeface="Trebuchet MS"/>
                          <a:cs typeface="Trebuchet MS"/>
                        </a:rPr>
                        <a:t>and</a:t>
                      </a:r>
                      <a:r>
                        <a:rPr sz="1800" spc="-80" dirty="0">
                          <a:latin typeface="Trebuchet MS"/>
                          <a:cs typeface="Trebuchet MS"/>
                        </a:rPr>
                        <a:t> </a:t>
                      </a:r>
                      <a:r>
                        <a:rPr sz="1800" spc="-50" dirty="0">
                          <a:latin typeface="Trebuchet MS"/>
                          <a:cs typeface="Trebuchet MS"/>
                        </a:rPr>
                        <a:t>inappropriate</a:t>
                      </a:r>
                      <a:r>
                        <a:rPr sz="1800" spc="-175" dirty="0">
                          <a:latin typeface="Trebuchet MS"/>
                          <a:cs typeface="Trebuchet MS"/>
                        </a:rPr>
                        <a:t> </a:t>
                      </a:r>
                      <a:r>
                        <a:rPr sz="1800" spc="-25" dirty="0">
                          <a:latin typeface="Trebuchet MS"/>
                          <a:cs typeface="Trebuchet MS"/>
                        </a:rPr>
                        <a:t>practices</a:t>
                      </a:r>
                      <a:r>
                        <a:rPr sz="1800" spc="-95" dirty="0">
                          <a:latin typeface="Trebuchet MS"/>
                          <a:cs typeface="Trebuchet MS"/>
                        </a:rPr>
                        <a:t> </a:t>
                      </a:r>
                      <a:r>
                        <a:rPr sz="1800" spc="-20" dirty="0">
                          <a:latin typeface="Trebuchet MS"/>
                          <a:cs typeface="Trebuchet MS"/>
                        </a:rPr>
                        <a:t>(self- </a:t>
                      </a:r>
                      <a:r>
                        <a:rPr sz="1800" spc="-50" dirty="0">
                          <a:latin typeface="Trebuchet MS"/>
                          <a:cs typeface="Trebuchet MS"/>
                        </a:rPr>
                        <a:t>medication,</a:t>
                      </a:r>
                      <a:r>
                        <a:rPr sz="1800" spc="-90" dirty="0">
                          <a:latin typeface="Trebuchet MS"/>
                          <a:cs typeface="Trebuchet MS"/>
                        </a:rPr>
                        <a:t> </a:t>
                      </a:r>
                      <a:r>
                        <a:rPr sz="1800" spc="-55" dirty="0">
                          <a:latin typeface="Trebuchet MS"/>
                          <a:cs typeface="Trebuchet MS"/>
                        </a:rPr>
                        <a:t>unwarranted</a:t>
                      </a:r>
                      <a:r>
                        <a:rPr sz="1800" spc="-130" dirty="0">
                          <a:latin typeface="Trebuchet MS"/>
                          <a:cs typeface="Trebuchet MS"/>
                        </a:rPr>
                        <a:t> </a:t>
                      </a:r>
                      <a:r>
                        <a:rPr sz="1800" spc="-20" dirty="0">
                          <a:latin typeface="Trebuchet MS"/>
                          <a:cs typeface="Trebuchet MS"/>
                        </a:rPr>
                        <a:t>demand)</a:t>
                      </a:r>
                      <a:r>
                        <a:rPr sz="1800" spc="-185" dirty="0">
                          <a:latin typeface="Trebuchet MS"/>
                          <a:cs typeface="Trebuchet MS"/>
                        </a:rPr>
                        <a:t> </a:t>
                      </a:r>
                      <a:r>
                        <a:rPr sz="1800" spc="-55" dirty="0">
                          <a:latin typeface="Trebuchet MS"/>
                          <a:cs typeface="Trebuchet MS"/>
                        </a:rPr>
                        <a:t>regarding</a:t>
                      </a:r>
                      <a:r>
                        <a:rPr sz="1800" spc="-60" dirty="0">
                          <a:latin typeface="Trebuchet MS"/>
                          <a:cs typeface="Trebuchet MS"/>
                        </a:rPr>
                        <a:t> </a:t>
                      </a:r>
                      <a:r>
                        <a:rPr sz="1800" spc="-10" dirty="0">
                          <a:latin typeface="Trebuchet MS"/>
                          <a:cs typeface="Trebuchet MS"/>
                        </a:rPr>
                        <a:t>antibiotics.</a:t>
                      </a:r>
                      <a:endParaRPr sz="1800">
                        <a:latin typeface="Trebuchet MS"/>
                        <a:cs typeface="Trebuchet MS"/>
                      </a:endParaRPr>
                    </a:p>
                    <a:p>
                      <a:pPr marL="65405" marR="608965" indent="122555">
                        <a:lnSpc>
                          <a:spcPct val="100800"/>
                        </a:lnSpc>
                        <a:buChar char="-"/>
                        <a:tabLst>
                          <a:tab pos="187960" algn="l"/>
                        </a:tabLst>
                      </a:pPr>
                      <a:r>
                        <a:rPr sz="1800" dirty="0">
                          <a:latin typeface="Trebuchet MS"/>
                          <a:cs typeface="Trebuchet MS"/>
                        </a:rPr>
                        <a:t>Stresses</a:t>
                      </a:r>
                      <a:r>
                        <a:rPr sz="1800" spc="-150" dirty="0">
                          <a:latin typeface="Trebuchet MS"/>
                          <a:cs typeface="Trebuchet MS"/>
                        </a:rPr>
                        <a:t> </a:t>
                      </a:r>
                      <a:r>
                        <a:rPr sz="1800" spc="-60" dirty="0">
                          <a:latin typeface="Trebuchet MS"/>
                          <a:cs typeface="Trebuchet MS"/>
                        </a:rPr>
                        <a:t>the</a:t>
                      </a:r>
                      <a:r>
                        <a:rPr sz="1800" spc="-50" dirty="0">
                          <a:latin typeface="Trebuchet MS"/>
                          <a:cs typeface="Trebuchet MS"/>
                        </a:rPr>
                        <a:t> </a:t>
                      </a:r>
                      <a:r>
                        <a:rPr sz="1800" spc="-35" dirty="0">
                          <a:latin typeface="Trebuchet MS"/>
                          <a:cs typeface="Trebuchet MS"/>
                        </a:rPr>
                        <a:t>need </a:t>
                      </a:r>
                      <a:r>
                        <a:rPr sz="1800" spc="-85" dirty="0">
                          <a:latin typeface="Trebuchet MS"/>
                          <a:cs typeface="Trebuchet MS"/>
                        </a:rPr>
                        <a:t>for</a:t>
                      </a:r>
                      <a:r>
                        <a:rPr sz="1800" spc="-175" dirty="0">
                          <a:latin typeface="Trebuchet MS"/>
                          <a:cs typeface="Trebuchet MS"/>
                        </a:rPr>
                        <a:t> </a:t>
                      </a:r>
                      <a:r>
                        <a:rPr sz="1800" spc="-30" dirty="0">
                          <a:latin typeface="Trebuchet MS"/>
                          <a:cs typeface="Trebuchet MS"/>
                        </a:rPr>
                        <a:t>broad-</a:t>
                      </a:r>
                      <a:r>
                        <a:rPr sz="1800" dirty="0">
                          <a:latin typeface="Trebuchet MS"/>
                          <a:cs typeface="Trebuchet MS"/>
                        </a:rPr>
                        <a:t>based</a:t>
                      </a:r>
                      <a:r>
                        <a:rPr sz="1800" spc="-130" dirty="0">
                          <a:latin typeface="Trebuchet MS"/>
                          <a:cs typeface="Trebuchet MS"/>
                        </a:rPr>
                        <a:t> </a:t>
                      </a:r>
                      <a:r>
                        <a:rPr sz="1800" spc="-30" dirty="0">
                          <a:latin typeface="Trebuchet MS"/>
                          <a:cs typeface="Trebuchet MS"/>
                        </a:rPr>
                        <a:t>education</a:t>
                      </a:r>
                      <a:r>
                        <a:rPr sz="1800" spc="-105" dirty="0">
                          <a:latin typeface="Trebuchet MS"/>
                          <a:cs typeface="Trebuchet MS"/>
                        </a:rPr>
                        <a:t> </a:t>
                      </a:r>
                      <a:r>
                        <a:rPr sz="1800" dirty="0">
                          <a:latin typeface="Trebuchet MS"/>
                          <a:cs typeface="Trebuchet MS"/>
                        </a:rPr>
                        <a:t>and</a:t>
                      </a:r>
                      <a:r>
                        <a:rPr sz="1800" spc="-35" dirty="0">
                          <a:latin typeface="Trebuchet MS"/>
                          <a:cs typeface="Trebuchet MS"/>
                        </a:rPr>
                        <a:t> </a:t>
                      </a:r>
                      <a:r>
                        <a:rPr sz="1800" spc="-25" dirty="0">
                          <a:latin typeface="Trebuchet MS"/>
                          <a:cs typeface="Trebuchet MS"/>
                        </a:rPr>
                        <a:t>stricter </a:t>
                      </a:r>
                      <a:r>
                        <a:rPr sz="1800" dirty="0">
                          <a:latin typeface="Trebuchet MS"/>
                          <a:cs typeface="Trebuchet MS"/>
                        </a:rPr>
                        <a:t>dispensing</a:t>
                      </a:r>
                      <a:r>
                        <a:rPr sz="1800" spc="-185" dirty="0">
                          <a:latin typeface="Trebuchet MS"/>
                          <a:cs typeface="Trebuchet MS"/>
                        </a:rPr>
                        <a:t> </a:t>
                      </a:r>
                      <a:r>
                        <a:rPr sz="1800" spc="-10" dirty="0">
                          <a:latin typeface="Trebuchet MS"/>
                          <a:cs typeface="Trebuchet MS"/>
                        </a:rPr>
                        <a:t>policies.</a:t>
                      </a:r>
                      <a:endParaRPr sz="1800">
                        <a:latin typeface="Trebuchet MS"/>
                        <a:cs typeface="Trebuchet MS"/>
                      </a:endParaRPr>
                    </a:p>
                  </a:txBody>
                  <a:tcPr marL="0" marR="0" marT="0" marB="0">
                    <a:lnL w="12700">
                      <a:solidFill>
                        <a:srgbClr val="000000"/>
                      </a:solidFill>
                      <a:prstDash val="solid"/>
                    </a:lnL>
                    <a:lnR w="635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758950">
                <a:tc>
                  <a:txBody>
                    <a:bodyPr/>
                    <a:lstStyle/>
                    <a:p>
                      <a:pPr>
                        <a:lnSpc>
                          <a:spcPct val="100000"/>
                        </a:lnSpc>
                      </a:pPr>
                      <a:endParaRPr sz="1550">
                        <a:latin typeface="Times New Roman"/>
                        <a:cs typeface="Times New Roman"/>
                      </a:endParaRPr>
                    </a:p>
                    <a:p>
                      <a:pPr>
                        <a:lnSpc>
                          <a:spcPct val="100000"/>
                        </a:lnSpc>
                      </a:pPr>
                      <a:endParaRPr sz="1550">
                        <a:latin typeface="Times New Roman"/>
                        <a:cs typeface="Times New Roman"/>
                      </a:endParaRPr>
                    </a:p>
                    <a:p>
                      <a:pPr>
                        <a:lnSpc>
                          <a:spcPct val="100000"/>
                        </a:lnSpc>
                        <a:spcBef>
                          <a:spcPts val="720"/>
                        </a:spcBef>
                      </a:pPr>
                      <a:endParaRPr sz="1550">
                        <a:latin typeface="Times New Roman"/>
                        <a:cs typeface="Times New Roman"/>
                      </a:endParaRPr>
                    </a:p>
                    <a:p>
                      <a:pPr marR="316865" algn="r">
                        <a:lnSpc>
                          <a:spcPct val="100000"/>
                        </a:lnSpc>
                      </a:pPr>
                      <a:r>
                        <a:rPr sz="1550" spc="-25" dirty="0">
                          <a:latin typeface="Times New Roman"/>
                          <a:cs typeface="Times New Roman"/>
                        </a:rPr>
                        <a:t>6.</a:t>
                      </a:r>
                      <a:endParaRPr sz="1550">
                        <a:latin typeface="Times New Roman"/>
                        <a:cs typeface="Times New Roman"/>
                      </a:endParaRPr>
                    </a:p>
                  </a:txBody>
                  <a:tcPr marL="0" marR="0" marT="0" marB="0">
                    <a:lnL w="635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535"/>
                        </a:spcBef>
                      </a:pPr>
                      <a:endParaRPr sz="1800">
                        <a:latin typeface="Times New Roman"/>
                        <a:cs typeface="Times New Roman"/>
                      </a:endParaRPr>
                    </a:p>
                    <a:p>
                      <a:pPr marL="60960" marR="99695">
                        <a:lnSpc>
                          <a:spcPct val="100800"/>
                        </a:lnSpc>
                      </a:pPr>
                      <a:r>
                        <a:rPr sz="1800" dirty="0">
                          <a:latin typeface="Trebuchet MS"/>
                          <a:cs typeface="Trebuchet MS"/>
                        </a:rPr>
                        <a:t>ElMahi</a:t>
                      </a:r>
                      <a:r>
                        <a:rPr sz="1800" spc="-185" dirty="0">
                          <a:latin typeface="Trebuchet MS"/>
                          <a:cs typeface="Trebuchet MS"/>
                        </a:rPr>
                        <a:t> </a:t>
                      </a:r>
                      <a:r>
                        <a:rPr sz="1800" spc="-60" dirty="0">
                          <a:latin typeface="Trebuchet MS"/>
                          <a:cs typeface="Trebuchet MS"/>
                        </a:rPr>
                        <a:t>O,</a:t>
                      </a:r>
                      <a:r>
                        <a:rPr sz="1800" spc="-195" dirty="0">
                          <a:latin typeface="Trebuchet MS"/>
                          <a:cs typeface="Trebuchet MS"/>
                        </a:rPr>
                        <a:t> </a:t>
                      </a:r>
                      <a:r>
                        <a:rPr sz="1800" spc="-65" dirty="0">
                          <a:latin typeface="Trebuchet MS"/>
                          <a:cs typeface="Trebuchet MS"/>
                        </a:rPr>
                        <a:t>et </a:t>
                      </a:r>
                      <a:r>
                        <a:rPr sz="1800" spc="-25" dirty="0">
                          <a:latin typeface="Trebuchet MS"/>
                          <a:cs typeface="Trebuchet MS"/>
                        </a:rPr>
                        <a:t>al.</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630"/>
                        </a:spcBef>
                      </a:pPr>
                      <a:endParaRPr sz="1800">
                        <a:latin typeface="Times New Roman"/>
                        <a:cs typeface="Times New Roman"/>
                      </a:endParaRPr>
                    </a:p>
                    <a:p>
                      <a:pPr marL="62230">
                        <a:lnSpc>
                          <a:spcPct val="100000"/>
                        </a:lnSpc>
                      </a:pPr>
                      <a:r>
                        <a:rPr sz="1800" spc="-20" dirty="0">
                          <a:latin typeface="Trebuchet MS"/>
                          <a:cs typeface="Trebuchet MS"/>
                        </a:rPr>
                        <a:t>2021</a:t>
                      </a:r>
                      <a:endParaRPr sz="18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spcBef>
                          <a:spcPts val="1520"/>
                        </a:spcBef>
                      </a:pPr>
                      <a:endParaRPr sz="1800">
                        <a:latin typeface="Times New Roman"/>
                        <a:cs typeface="Times New Roman"/>
                      </a:endParaRPr>
                    </a:p>
                    <a:p>
                      <a:pPr marL="62865" marR="207010">
                        <a:lnSpc>
                          <a:spcPct val="100800"/>
                        </a:lnSpc>
                      </a:pPr>
                      <a:r>
                        <a:rPr sz="1800" spc="-40" dirty="0">
                          <a:latin typeface="Trebuchet MS"/>
                          <a:cs typeface="Trebuchet MS"/>
                        </a:rPr>
                        <a:t>Self-</a:t>
                      </a:r>
                      <a:r>
                        <a:rPr sz="1800" spc="-35" dirty="0">
                          <a:latin typeface="Trebuchet MS"/>
                          <a:cs typeface="Trebuchet MS"/>
                        </a:rPr>
                        <a:t>medication</a:t>
                      </a:r>
                      <a:r>
                        <a:rPr sz="1800" spc="-105" dirty="0">
                          <a:latin typeface="Trebuchet MS"/>
                          <a:cs typeface="Trebuchet MS"/>
                        </a:rPr>
                        <a:t> </a:t>
                      </a:r>
                      <a:r>
                        <a:rPr sz="1800" spc="-20" dirty="0">
                          <a:latin typeface="Trebuchet MS"/>
                          <a:cs typeface="Trebuchet MS"/>
                        </a:rPr>
                        <a:t>with </a:t>
                      </a:r>
                      <a:r>
                        <a:rPr sz="1800" spc="-40" dirty="0">
                          <a:latin typeface="Trebuchet MS"/>
                          <a:cs typeface="Trebuchet MS"/>
                        </a:rPr>
                        <a:t>antibiotics</a:t>
                      </a:r>
                      <a:r>
                        <a:rPr sz="1800" spc="-90" dirty="0">
                          <a:latin typeface="Trebuchet MS"/>
                          <a:cs typeface="Trebuchet MS"/>
                        </a:rPr>
                        <a:t> </a:t>
                      </a:r>
                      <a:r>
                        <a:rPr sz="1800" spc="-10" dirty="0">
                          <a:latin typeface="Trebuchet MS"/>
                          <a:cs typeface="Trebuchet MS"/>
                        </a:rPr>
                        <a:t>among</a:t>
                      </a:r>
                      <a:r>
                        <a:rPr sz="1800" spc="-85" dirty="0">
                          <a:latin typeface="Trebuchet MS"/>
                          <a:cs typeface="Trebuchet MS"/>
                        </a:rPr>
                        <a:t> </a:t>
                      </a:r>
                      <a:r>
                        <a:rPr sz="1800" spc="-10" dirty="0">
                          <a:latin typeface="Trebuchet MS"/>
                          <a:cs typeface="Trebuchet MS"/>
                        </a:rPr>
                        <a:t>Sudanese </a:t>
                      </a:r>
                      <a:r>
                        <a:rPr sz="1800" spc="-20" dirty="0">
                          <a:latin typeface="Trebuchet MS"/>
                          <a:cs typeface="Trebuchet MS"/>
                        </a:rPr>
                        <a:t>medical</a:t>
                      </a:r>
                      <a:r>
                        <a:rPr sz="1800" spc="-150" dirty="0">
                          <a:latin typeface="Trebuchet MS"/>
                          <a:cs typeface="Trebuchet MS"/>
                        </a:rPr>
                        <a:t> </a:t>
                      </a:r>
                      <a:r>
                        <a:rPr sz="1800" spc="-10" dirty="0">
                          <a:latin typeface="Trebuchet MS"/>
                          <a:cs typeface="Trebuchet MS"/>
                        </a:rPr>
                        <a:t>students</a:t>
                      </a:r>
                      <a:endParaRPr sz="1800">
                        <a:latin typeface="Trebuchet MS"/>
                        <a:cs typeface="Trebuchet MS"/>
                      </a:endParaRPr>
                    </a:p>
                  </a:txBody>
                  <a:tcPr marL="0" marR="0" marT="19304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marL="65405" marR="280670" indent="122555">
                        <a:lnSpc>
                          <a:spcPct val="100800"/>
                        </a:lnSpc>
                        <a:spcBef>
                          <a:spcPts val="1430"/>
                        </a:spcBef>
                        <a:buChar char="-"/>
                        <a:tabLst>
                          <a:tab pos="187960" algn="l"/>
                        </a:tabLst>
                      </a:pPr>
                      <a:r>
                        <a:rPr sz="1800" spc="-20" dirty="0">
                          <a:latin typeface="Trebuchet MS"/>
                          <a:cs typeface="Trebuchet MS"/>
                        </a:rPr>
                        <a:t>High</a:t>
                      </a:r>
                      <a:r>
                        <a:rPr sz="1800" spc="-145" dirty="0">
                          <a:latin typeface="Trebuchet MS"/>
                          <a:cs typeface="Trebuchet MS"/>
                        </a:rPr>
                        <a:t> </a:t>
                      </a:r>
                      <a:r>
                        <a:rPr sz="1800" spc="-40" dirty="0">
                          <a:latin typeface="Trebuchet MS"/>
                          <a:cs typeface="Trebuchet MS"/>
                        </a:rPr>
                        <a:t>prevalence</a:t>
                      </a:r>
                      <a:r>
                        <a:rPr sz="1800" spc="-95" dirty="0">
                          <a:latin typeface="Trebuchet MS"/>
                          <a:cs typeface="Trebuchet MS"/>
                        </a:rPr>
                        <a:t> </a:t>
                      </a:r>
                      <a:r>
                        <a:rPr sz="1800" spc="-65" dirty="0">
                          <a:latin typeface="Trebuchet MS"/>
                          <a:cs typeface="Trebuchet MS"/>
                        </a:rPr>
                        <a:t>of</a:t>
                      </a:r>
                      <a:r>
                        <a:rPr sz="1800" spc="-145" dirty="0">
                          <a:latin typeface="Trebuchet MS"/>
                          <a:cs typeface="Trebuchet MS"/>
                        </a:rPr>
                        <a:t> </a:t>
                      </a:r>
                      <a:r>
                        <a:rPr sz="1800" spc="-45" dirty="0">
                          <a:latin typeface="Trebuchet MS"/>
                          <a:cs typeface="Trebuchet MS"/>
                        </a:rPr>
                        <a:t>self-</a:t>
                      </a:r>
                      <a:r>
                        <a:rPr sz="1800" spc="-35" dirty="0">
                          <a:latin typeface="Trebuchet MS"/>
                          <a:cs typeface="Trebuchet MS"/>
                        </a:rPr>
                        <a:t>medication</a:t>
                      </a:r>
                      <a:r>
                        <a:rPr sz="1800" spc="-145" dirty="0">
                          <a:latin typeface="Trebuchet MS"/>
                          <a:cs typeface="Trebuchet MS"/>
                        </a:rPr>
                        <a:t> </a:t>
                      </a:r>
                      <a:r>
                        <a:rPr sz="1800" spc="-10" dirty="0">
                          <a:latin typeface="Trebuchet MS"/>
                          <a:cs typeface="Trebuchet MS"/>
                        </a:rPr>
                        <a:t>due</a:t>
                      </a:r>
                      <a:r>
                        <a:rPr sz="1800" spc="-180" dirty="0">
                          <a:latin typeface="Trebuchet MS"/>
                          <a:cs typeface="Trebuchet MS"/>
                        </a:rPr>
                        <a:t> </a:t>
                      </a:r>
                      <a:r>
                        <a:rPr sz="1800" spc="-55" dirty="0">
                          <a:latin typeface="Trebuchet MS"/>
                          <a:cs typeface="Trebuchet MS"/>
                        </a:rPr>
                        <a:t>to</a:t>
                      </a:r>
                      <a:r>
                        <a:rPr sz="1800" spc="-150" dirty="0">
                          <a:latin typeface="Trebuchet MS"/>
                          <a:cs typeface="Trebuchet MS"/>
                        </a:rPr>
                        <a:t> </a:t>
                      </a:r>
                      <a:r>
                        <a:rPr sz="1800" spc="-60" dirty="0">
                          <a:latin typeface="Trebuchet MS"/>
                          <a:cs typeface="Trebuchet MS"/>
                        </a:rPr>
                        <a:t>limited</a:t>
                      </a:r>
                      <a:r>
                        <a:rPr sz="1800" spc="-165" dirty="0">
                          <a:latin typeface="Trebuchet MS"/>
                          <a:cs typeface="Trebuchet MS"/>
                        </a:rPr>
                        <a:t> </a:t>
                      </a:r>
                      <a:r>
                        <a:rPr sz="1800" spc="-10" dirty="0">
                          <a:latin typeface="Trebuchet MS"/>
                          <a:cs typeface="Trebuchet MS"/>
                        </a:rPr>
                        <a:t>knowledge </a:t>
                      </a:r>
                      <a:r>
                        <a:rPr sz="1800" dirty="0">
                          <a:latin typeface="Trebuchet MS"/>
                          <a:cs typeface="Trebuchet MS"/>
                        </a:rPr>
                        <a:t>and</a:t>
                      </a:r>
                      <a:r>
                        <a:rPr sz="1800" spc="-200" dirty="0">
                          <a:latin typeface="Trebuchet MS"/>
                          <a:cs typeface="Trebuchet MS"/>
                        </a:rPr>
                        <a:t> </a:t>
                      </a:r>
                      <a:r>
                        <a:rPr sz="1800" spc="-10" dirty="0">
                          <a:latin typeface="Trebuchet MS"/>
                          <a:cs typeface="Trebuchet MS"/>
                        </a:rPr>
                        <a:t>training.</a:t>
                      </a:r>
                      <a:endParaRPr sz="1800">
                        <a:latin typeface="Trebuchet MS"/>
                        <a:cs typeface="Trebuchet MS"/>
                      </a:endParaRPr>
                    </a:p>
                    <a:p>
                      <a:pPr marL="187960" indent="-122555">
                        <a:lnSpc>
                          <a:spcPct val="100000"/>
                        </a:lnSpc>
                        <a:spcBef>
                          <a:spcPts val="15"/>
                        </a:spcBef>
                        <a:buChar char="-"/>
                        <a:tabLst>
                          <a:tab pos="187960" algn="l"/>
                        </a:tabLst>
                      </a:pPr>
                      <a:r>
                        <a:rPr sz="1800" spc="-10" dirty="0">
                          <a:latin typeface="Trebuchet MS"/>
                          <a:cs typeface="Trebuchet MS"/>
                        </a:rPr>
                        <a:t>Medical</a:t>
                      </a:r>
                      <a:r>
                        <a:rPr sz="1800" spc="-80" dirty="0">
                          <a:latin typeface="Trebuchet MS"/>
                          <a:cs typeface="Trebuchet MS"/>
                        </a:rPr>
                        <a:t> </a:t>
                      </a:r>
                      <a:r>
                        <a:rPr sz="1800" spc="-10" dirty="0">
                          <a:latin typeface="Trebuchet MS"/>
                          <a:cs typeface="Trebuchet MS"/>
                        </a:rPr>
                        <a:t>students</a:t>
                      </a:r>
                      <a:r>
                        <a:rPr sz="1800" spc="-120" dirty="0">
                          <a:latin typeface="Trebuchet MS"/>
                          <a:cs typeface="Trebuchet MS"/>
                        </a:rPr>
                        <a:t> </a:t>
                      </a:r>
                      <a:r>
                        <a:rPr sz="1800" spc="-35" dirty="0">
                          <a:latin typeface="Trebuchet MS"/>
                          <a:cs typeface="Trebuchet MS"/>
                        </a:rPr>
                        <a:t>underestimated</a:t>
                      </a:r>
                      <a:r>
                        <a:rPr sz="1800" spc="-100" dirty="0">
                          <a:latin typeface="Trebuchet MS"/>
                          <a:cs typeface="Trebuchet MS"/>
                        </a:rPr>
                        <a:t> </a:t>
                      </a:r>
                      <a:r>
                        <a:rPr sz="1800" dirty="0">
                          <a:latin typeface="Trebuchet MS"/>
                          <a:cs typeface="Trebuchet MS"/>
                        </a:rPr>
                        <a:t>misuse</a:t>
                      </a:r>
                      <a:r>
                        <a:rPr sz="1800" spc="-30" dirty="0">
                          <a:latin typeface="Trebuchet MS"/>
                          <a:cs typeface="Trebuchet MS"/>
                        </a:rPr>
                        <a:t> </a:t>
                      </a:r>
                      <a:r>
                        <a:rPr sz="1800" spc="-10" dirty="0">
                          <a:latin typeface="Trebuchet MS"/>
                          <a:cs typeface="Trebuchet MS"/>
                        </a:rPr>
                        <a:t>risks.</a:t>
                      </a:r>
                      <a:endParaRPr sz="1800">
                        <a:latin typeface="Trebuchet MS"/>
                        <a:cs typeface="Trebuchet MS"/>
                      </a:endParaRPr>
                    </a:p>
                    <a:p>
                      <a:pPr marL="65405" marR="280670" indent="122555">
                        <a:lnSpc>
                          <a:spcPts val="2110"/>
                        </a:lnSpc>
                        <a:spcBef>
                          <a:spcPts val="130"/>
                        </a:spcBef>
                        <a:buChar char="-"/>
                        <a:tabLst>
                          <a:tab pos="187960" algn="l"/>
                        </a:tabLst>
                      </a:pPr>
                      <a:r>
                        <a:rPr sz="1800" dirty="0">
                          <a:latin typeface="Trebuchet MS"/>
                          <a:cs typeface="Trebuchet MS"/>
                        </a:rPr>
                        <a:t>Recommends</a:t>
                      </a:r>
                      <a:r>
                        <a:rPr sz="1800" spc="-60" dirty="0">
                          <a:latin typeface="Trebuchet MS"/>
                          <a:cs typeface="Trebuchet MS"/>
                        </a:rPr>
                        <a:t> </a:t>
                      </a:r>
                      <a:r>
                        <a:rPr sz="1800" spc="-75" dirty="0">
                          <a:latin typeface="Trebuchet MS"/>
                          <a:cs typeface="Trebuchet MS"/>
                        </a:rPr>
                        <a:t>integrating</a:t>
                      </a:r>
                      <a:r>
                        <a:rPr sz="1800" spc="-50" dirty="0">
                          <a:latin typeface="Trebuchet MS"/>
                          <a:cs typeface="Trebuchet MS"/>
                        </a:rPr>
                        <a:t> </a:t>
                      </a:r>
                      <a:r>
                        <a:rPr sz="1800" spc="-55" dirty="0">
                          <a:latin typeface="Trebuchet MS"/>
                          <a:cs typeface="Trebuchet MS"/>
                        </a:rPr>
                        <a:t>antibiotic</a:t>
                      </a:r>
                      <a:r>
                        <a:rPr sz="1800" spc="-45" dirty="0">
                          <a:latin typeface="Trebuchet MS"/>
                          <a:cs typeface="Trebuchet MS"/>
                        </a:rPr>
                        <a:t> </a:t>
                      </a:r>
                      <a:r>
                        <a:rPr sz="1800" spc="-25" dirty="0">
                          <a:latin typeface="Trebuchet MS"/>
                          <a:cs typeface="Trebuchet MS"/>
                        </a:rPr>
                        <a:t>stewardship</a:t>
                      </a:r>
                      <a:r>
                        <a:rPr sz="1800" spc="-40" dirty="0">
                          <a:latin typeface="Trebuchet MS"/>
                          <a:cs typeface="Trebuchet MS"/>
                        </a:rPr>
                        <a:t> </a:t>
                      </a:r>
                      <a:r>
                        <a:rPr sz="1800" dirty="0">
                          <a:latin typeface="Trebuchet MS"/>
                          <a:cs typeface="Trebuchet MS"/>
                        </a:rPr>
                        <a:t>and</a:t>
                      </a:r>
                      <a:r>
                        <a:rPr sz="1800" spc="-130" dirty="0">
                          <a:latin typeface="Trebuchet MS"/>
                          <a:cs typeface="Trebuchet MS"/>
                        </a:rPr>
                        <a:t> </a:t>
                      </a:r>
                      <a:r>
                        <a:rPr sz="1800" spc="-10" dirty="0">
                          <a:latin typeface="Trebuchet MS"/>
                          <a:cs typeface="Trebuchet MS"/>
                        </a:rPr>
                        <a:t>rational </a:t>
                      </a:r>
                      <a:r>
                        <a:rPr sz="1800" spc="-35" dirty="0">
                          <a:latin typeface="Trebuchet MS"/>
                          <a:cs typeface="Trebuchet MS"/>
                        </a:rPr>
                        <a:t>prescribing</a:t>
                      </a:r>
                      <a:r>
                        <a:rPr sz="1800" spc="-90" dirty="0">
                          <a:latin typeface="Trebuchet MS"/>
                          <a:cs typeface="Trebuchet MS"/>
                        </a:rPr>
                        <a:t> </a:t>
                      </a:r>
                      <a:r>
                        <a:rPr sz="1800" spc="-70" dirty="0">
                          <a:latin typeface="Trebuchet MS"/>
                          <a:cs typeface="Trebuchet MS"/>
                        </a:rPr>
                        <a:t>into</a:t>
                      </a:r>
                      <a:r>
                        <a:rPr sz="1800" spc="-140" dirty="0">
                          <a:latin typeface="Trebuchet MS"/>
                          <a:cs typeface="Trebuchet MS"/>
                        </a:rPr>
                        <a:t> </a:t>
                      </a:r>
                      <a:r>
                        <a:rPr sz="1800" spc="-35" dirty="0">
                          <a:latin typeface="Trebuchet MS"/>
                          <a:cs typeface="Trebuchet MS"/>
                        </a:rPr>
                        <a:t>curricula</a:t>
                      </a:r>
                      <a:r>
                        <a:rPr sz="1800" spc="-95" dirty="0">
                          <a:latin typeface="Trebuchet MS"/>
                          <a:cs typeface="Trebuchet MS"/>
                        </a:rPr>
                        <a:t> </a:t>
                      </a:r>
                      <a:r>
                        <a:rPr sz="1800" spc="-85" dirty="0">
                          <a:latin typeface="Trebuchet MS"/>
                          <a:cs typeface="Trebuchet MS"/>
                        </a:rPr>
                        <a:t>for</a:t>
                      </a:r>
                      <a:r>
                        <a:rPr sz="1800" spc="-125" dirty="0">
                          <a:latin typeface="Trebuchet MS"/>
                          <a:cs typeface="Trebuchet MS"/>
                        </a:rPr>
                        <a:t> </a:t>
                      </a:r>
                      <a:r>
                        <a:rPr sz="1800" spc="-55" dirty="0">
                          <a:latin typeface="Trebuchet MS"/>
                          <a:cs typeface="Trebuchet MS"/>
                        </a:rPr>
                        <a:t>improved</a:t>
                      </a:r>
                      <a:r>
                        <a:rPr sz="1800" spc="-155" dirty="0">
                          <a:latin typeface="Trebuchet MS"/>
                          <a:cs typeface="Trebuchet MS"/>
                        </a:rPr>
                        <a:t> </a:t>
                      </a:r>
                      <a:r>
                        <a:rPr sz="1800" spc="-70" dirty="0">
                          <a:latin typeface="Trebuchet MS"/>
                          <a:cs typeface="Trebuchet MS"/>
                        </a:rPr>
                        <a:t>future</a:t>
                      </a:r>
                      <a:r>
                        <a:rPr sz="1800" spc="-180" dirty="0">
                          <a:latin typeface="Trebuchet MS"/>
                          <a:cs typeface="Trebuchet MS"/>
                        </a:rPr>
                        <a:t> </a:t>
                      </a:r>
                      <a:r>
                        <a:rPr sz="1800" spc="-10" dirty="0">
                          <a:latin typeface="Trebuchet MS"/>
                          <a:cs typeface="Trebuchet MS"/>
                        </a:rPr>
                        <a:t>practice</a:t>
                      </a:r>
                      <a:endParaRPr sz="1800">
                        <a:latin typeface="Trebuchet MS"/>
                        <a:cs typeface="Trebuchet MS"/>
                      </a:endParaRPr>
                    </a:p>
                  </a:txBody>
                  <a:tcPr marL="0" marR="0" marT="181610" marB="0">
                    <a:lnL w="12700">
                      <a:solidFill>
                        <a:srgbClr val="000000"/>
                      </a:solidFill>
                      <a:prstDash val="solid"/>
                    </a:lnL>
                    <a:lnR w="635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954" y="1378585"/>
            <a:ext cx="869950" cy="518159"/>
          </a:xfrm>
          <a:prstGeom prst="rect">
            <a:avLst/>
          </a:prstGeom>
        </p:spPr>
        <p:txBody>
          <a:bodyPr vert="horz" wrap="square" lIns="0" tIns="16510" rIns="0" bIns="0" rtlCol="0">
            <a:spAutoFit/>
          </a:bodyPr>
          <a:lstStyle/>
          <a:p>
            <a:pPr marL="12700">
              <a:lnSpc>
                <a:spcPct val="100000"/>
              </a:lnSpc>
              <a:spcBef>
                <a:spcPts val="130"/>
              </a:spcBef>
            </a:pPr>
            <a:r>
              <a:rPr sz="3200" spc="-25" dirty="0"/>
              <a:t>AIM</a:t>
            </a:r>
            <a:endParaRPr sz="3200"/>
          </a:p>
        </p:txBody>
      </p:sp>
      <p:sp>
        <p:nvSpPr>
          <p:cNvPr id="3" name="object 3"/>
          <p:cNvSpPr txBox="1"/>
          <p:nvPr/>
        </p:nvSpPr>
        <p:spPr>
          <a:xfrm>
            <a:off x="198754" y="2490406"/>
            <a:ext cx="6472555" cy="1555750"/>
          </a:xfrm>
          <a:prstGeom prst="rect">
            <a:avLst/>
          </a:prstGeom>
        </p:spPr>
        <p:txBody>
          <a:bodyPr vert="horz" wrap="square" lIns="0" tIns="15240" rIns="0" bIns="0" rtlCol="0">
            <a:spAutoFit/>
          </a:bodyPr>
          <a:lstStyle/>
          <a:p>
            <a:pPr marL="12700" marR="5080">
              <a:lnSpc>
                <a:spcPct val="100200"/>
              </a:lnSpc>
              <a:spcBef>
                <a:spcPts val="120"/>
              </a:spcBef>
            </a:pPr>
            <a:r>
              <a:rPr sz="2000" b="1" spc="-35" dirty="0">
                <a:latin typeface="Times New Roman"/>
                <a:cs typeface="Times New Roman"/>
              </a:rPr>
              <a:t>TO</a:t>
            </a:r>
            <a:r>
              <a:rPr sz="2000" b="1" spc="-110" dirty="0">
                <a:latin typeface="Times New Roman"/>
                <a:cs typeface="Times New Roman"/>
              </a:rPr>
              <a:t> </a:t>
            </a:r>
            <a:r>
              <a:rPr sz="2000" b="1" dirty="0">
                <a:latin typeface="Times New Roman"/>
                <a:cs typeface="Times New Roman"/>
              </a:rPr>
              <a:t>ASSESS</a:t>
            </a:r>
            <a:r>
              <a:rPr sz="2000" b="1" spc="-30" dirty="0">
                <a:latin typeface="Times New Roman"/>
                <a:cs typeface="Times New Roman"/>
              </a:rPr>
              <a:t> </a:t>
            </a:r>
            <a:r>
              <a:rPr sz="2000" b="1" spc="-10" dirty="0">
                <a:latin typeface="Times New Roman"/>
                <a:cs typeface="Times New Roman"/>
              </a:rPr>
              <a:t>KNOWLEDGE,</a:t>
            </a:r>
            <a:r>
              <a:rPr sz="2000" b="1" spc="-95" dirty="0">
                <a:latin typeface="Times New Roman"/>
                <a:cs typeface="Times New Roman"/>
              </a:rPr>
              <a:t> </a:t>
            </a:r>
            <a:r>
              <a:rPr sz="2000" b="1" spc="-25" dirty="0">
                <a:latin typeface="Times New Roman"/>
                <a:cs typeface="Times New Roman"/>
              </a:rPr>
              <a:t>ATTITUDE,</a:t>
            </a:r>
            <a:r>
              <a:rPr sz="2000" b="1" spc="-90" dirty="0">
                <a:latin typeface="Times New Roman"/>
                <a:cs typeface="Times New Roman"/>
              </a:rPr>
              <a:t> </a:t>
            </a:r>
            <a:r>
              <a:rPr sz="2000" b="1" spc="-25" dirty="0">
                <a:latin typeface="Times New Roman"/>
                <a:cs typeface="Times New Roman"/>
              </a:rPr>
              <a:t>AND </a:t>
            </a:r>
            <a:r>
              <a:rPr sz="2000" b="1" dirty="0">
                <a:latin typeface="Times New Roman"/>
                <a:cs typeface="Times New Roman"/>
              </a:rPr>
              <a:t>PRACTICE</a:t>
            </a:r>
            <a:r>
              <a:rPr sz="2000" b="1" spc="290" dirty="0">
                <a:latin typeface="Times New Roman"/>
                <a:cs typeface="Times New Roman"/>
              </a:rPr>
              <a:t> </a:t>
            </a:r>
            <a:r>
              <a:rPr sz="2000" b="1" dirty="0">
                <a:latin typeface="Times New Roman"/>
                <a:cs typeface="Times New Roman"/>
              </a:rPr>
              <a:t>OF</a:t>
            </a:r>
            <a:r>
              <a:rPr sz="2000" b="1" spc="-95" dirty="0">
                <a:latin typeface="Times New Roman"/>
                <a:cs typeface="Times New Roman"/>
              </a:rPr>
              <a:t> </a:t>
            </a:r>
            <a:r>
              <a:rPr sz="2000" b="1" dirty="0">
                <a:latin typeface="Times New Roman"/>
                <a:cs typeface="Times New Roman"/>
              </a:rPr>
              <a:t>STUDENTS</a:t>
            </a:r>
            <a:r>
              <a:rPr sz="2000" b="1" spc="15" dirty="0">
                <a:latin typeface="Times New Roman"/>
                <a:cs typeface="Times New Roman"/>
              </a:rPr>
              <a:t> </a:t>
            </a:r>
            <a:r>
              <a:rPr sz="2000" b="1" spc="-20" dirty="0">
                <a:latin typeface="Times New Roman"/>
                <a:cs typeface="Times New Roman"/>
              </a:rPr>
              <a:t>REGARDING</a:t>
            </a:r>
            <a:r>
              <a:rPr sz="2000" b="1" spc="-125" dirty="0">
                <a:latin typeface="Times New Roman"/>
                <a:cs typeface="Times New Roman"/>
              </a:rPr>
              <a:t> </a:t>
            </a:r>
            <a:r>
              <a:rPr sz="2000" b="1" spc="-10" dirty="0">
                <a:latin typeface="Times New Roman"/>
                <a:cs typeface="Times New Roman"/>
              </a:rPr>
              <a:t>ANTIBIOTIC </a:t>
            </a:r>
            <a:r>
              <a:rPr sz="2000" b="1" dirty="0">
                <a:latin typeface="Times New Roman"/>
                <a:cs typeface="Times New Roman"/>
              </a:rPr>
              <a:t>MISUSE</a:t>
            </a:r>
            <a:r>
              <a:rPr sz="2000" b="1" spc="-30" dirty="0">
                <a:latin typeface="Times New Roman"/>
                <a:cs typeface="Times New Roman"/>
              </a:rPr>
              <a:t> </a:t>
            </a:r>
            <a:r>
              <a:rPr sz="2000" b="1" dirty="0">
                <a:latin typeface="Times New Roman"/>
                <a:cs typeface="Times New Roman"/>
              </a:rPr>
              <a:t>:</a:t>
            </a:r>
            <a:r>
              <a:rPr sz="2000" b="1" spc="-100" dirty="0">
                <a:latin typeface="Times New Roman"/>
                <a:cs typeface="Times New Roman"/>
              </a:rPr>
              <a:t> </a:t>
            </a:r>
            <a:r>
              <a:rPr sz="2000" b="1" dirty="0">
                <a:latin typeface="Times New Roman"/>
                <a:cs typeface="Times New Roman"/>
              </a:rPr>
              <a:t>A</a:t>
            </a:r>
            <a:r>
              <a:rPr sz="2000" b="1" spc="-65" dirty="0">
                <a:latin typeface="Times New Roman"/>
                <a:cs typeface="Times New Roman"/>
              </a:rPr>
              <a:t> </a:t>
            </a:r>
            <a:r>
              <a:rPr sz="2000" b="1" spc="-20" dirty="0">
                <a:latin typeface="Times New Roman"/>
                <a:cs typeface="Times New Roman"/>
              </a:rPr>
              <a:t>CROSS-</a:t>
            </a:r>
            <a:r>
              <a:rPr sz="2000" b="1" spc="-10" dirty="0">
                <a:latin typeface="Times New Roman"/>
                <a:cs typeface="Times New Roman"/>
              </a:rPr>
              <a:t>SECTIONAL</a:t>
            </a:r>
            <a:r>
              <a:rPr sz="2000" b="1" spc="-105" dirty="0">
                <a:latin typeface="Times New Roman"/>
                <a:cs typeface="Times New Roman"/>
              </a:rPr>
              <a:t> </a:t>
            </a:r>
            <a:r>
              <a:rPr sz="2000" b="1" spc="-10" dirty="0">
                <a:latin typeface="Times New Roman"/>
                <a:cs typeface="Times New Roman"/>
              </a:rPr>
              <a:t>INVESTIGATIONAL </a:t>
            </a:r>
            <a:r>
              <a:rPr sz="2000" b="1" spc="-20" dirty="0">
                <a:latin typeface="Times New Roman"/>
                <a:cs typeface="Times New Roman"/>
              </a:rPr>
              <a:t>STUDY</a:t>
            </a:r>
            <a:r>
              <a:rPr sz="2000" b="1" spc="-165" dirty="0">
                <a:latin typeface="Times New Roman"/>
                <a:cs typeface="Times New Roman"/>
              </a:rPr>
              <a:t> </a:t>
            </a:r>
            <a:r>
              <a:rPr sz="2000" b="1" dirty="0">
                <a:latin typeface="Times New Roman"/>
                <a:cs typeface="Times New Roman"/>
              </a:rPr>
              <a:t>AMONG</a:t>
            </a:r>
            <a:r>
              <a:rPr sz="2000" b="1" spc="-40" dirty="0">
                <a:latin typeface="Times New Roman"/>
                <a:cs typeface="Times New Roman"/>
              </a:rPr>
              <a:t> </a:t>
            </a:r>
            <a:r>
              <a:rPr sz="2000" b="1" dirty="0">
                <a:latin typeface="Times New Roman"/>
                <a:cs typeface="Times New Roman"/>
              </a:rPr>
              <a:t>STUDENTS</a:t>
            </a:r>
            <a:r>
              <a:rPr sz="2000" b="1" spc="-20" dirty="0">
                <a:latin typeface="Times New Roman"/>
                <a:cs typeface="Times New Roman"/>
              </a:rPr>
              <a:t> OF</a:t>
            </a:r>
            <a:r>
              <a:rPr sz="2000" b="1" spc="-105" dirty="0">
                <a:latin typeface="Times New Roman"/>
                <a:cs typeface="Times New Roman"/>
              </a:rPr>
              <a:t> </a:t>
            </a:r>
            <a:r>
              <a:rPr sz="2000" b="1" spc="-20" dirty="0">
                <a:latin typeface="Times New Roman"/>
                <a:cs typeface="Times New Roman"/>
              </a:rPr>
              <a:t>KRUPANIDHI</a:t>
            </a:r>
            <a:r>
              <a:rPr sz="2000" b="1" spc="-45" dirty="0">
                <a:latin typeface="Times New Roman"/>
                <a:cs typeface="Times New Roman"/>
              </a:rPr>
              <a:t> </a:t>
            </a:r>
            <a:r>
              <a:rPr sz="2000" b="1" spc="-10" dirty="0">
                <a:latin typeface="Times New Roman"/>
                <a:cs typeface="Times New Roman"/>
              </a:rPr>
              <a:t>GROUP </a:t>
            </a:r>
            <a:r>
              <a:rPr sz="2000" b="1" dirty="0">
                <a:latin typeface="Times New Roman"/>
                <a:cs typeface="Times New Roman"/>
              </a:rPr>
              <a:t>OF</a:t>
            </a:r>
            <a:r>
              <a:rPr sz="2000" b="1" spc="-70" dirty="0">
                <a:latin typeface="Times New Roman"/>
                <a:cs typeface="Times New Roman"/>
              </a:rPr>
              <a:t> </a:t>
            </a:r>
            <a:r>
              <a:rPr sz="2000" b="1" spc="-10" dirty="0">
                <a:latin typeface="Times New Roman"/>
                <a:cs typeface="Times New Roman"/>
              </a:rPr>
              <a:t>INSTITUTIONS</a:t>
            </a:r>
            <a:endParaRPr sz="2000">
              <a:latin typeface="Times New Roman"/>
              <a:cs typeface="Times New Roman"/>
            </a:endParaRPr>
          </a:p>
        </p:txBody>
      </p:sp>
      <p:pic>
        <p:nvPicPr>
          <p:cNvPr id="4" name="object 4"/>
          <p:cNvPicPr/>
          <p:nvPr/>
        </p:nvPicPr>
        <p:blipFill>
          <a:blip r:embed="rId2" cstate="print"/>
          <a:stretch>
            <a:fillRect/>
          </a:stretch>
        </p:blipFill>
        <p:spPr>
          <a:xfrm>
            <a:off x="6991350" y="0"/>
            <a:ext cx="520065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8602" y="1172591"/>
            <a:ext cx="11123930" cy="5379720"/>
            <a:chOff x="248602" y="1172591"/>
            <a:chExt cx="11123930" cy="5379720"/>
          </a:xfrm>
        </p:grpSpPr>
        <p:sp>
          <p:nvSpPr>
            <p:cNvPr id="3" name="object 3"/>
            <p:cNvSpPr/>
            <p:nvPr/>
          </p:nvSpPr>
          <p:spPr>
            <a:xfrm>
              <a:off x="252412" y="1176401"/>
              <a:ext cx="11116310" cy="5372100"/>
            </a:xfrm>
            <a:custGeom>
              <a:avLst/>
              <a:gdLst/>
              <a:ahLst/>
              <a:cxnLst/>
              <a:rect l="l" t="t" r="r" b="b"/>
              <a:pathLst>
                <a:path w="11116310" h="5372100">
                  <a:moveTo>
                    <a:pt x="10484040" y="0"/>
                  </a:moveTo>
                  <a:lnTo>
                    <a:pt x="631647" y="0"/>
                  </a:lnTo>
                  <a:lnTo>
                    <a:pt x="584507" y="1731"/>
                  </a:lnTo>
                  <a:lnTo>
                    <a:pt x="538308" y="6846"/>
                  </a:lnTo>
                  <a:lnTo>
                    <a:pt x="493172" y="15221"/>
                  </a:lnTo>
                  <a:lnTo>
                    <a:pt x="449221" y="26735"/>
                  </a:lnTo>
                  <a:lnTo>
                    <a:pt x="406577" y="41265"/>
                  </a:lnTo>
                  <a:lnTo>
                    <a:pt x="365363" y="58689"/>
                  </a:lnTo>
                  <a:lnTo>
                    <a:pt x="325700" y="78886"/>
                  </a:lnTo>
                  <a:lnTo>
                    <a:pt x="287711" y="101734"/>
                  </a:lnTo>
                  <a:lnTo>
                    <a:pt x="251517" y="127110"/>
                  </a:lnTo>
                  <a:lnTo>
                    <a:pt x="217242" y="154892"/>
                  </a:lnTo>
                  <a:lnTo>
                    <a:pt x="185007" y="184959"/>
                  </a:lnTo>
                  <a:lnTo>
                    <a:pt x="154934" y="217188"/>
                  </a:lnTo>
                  <a:lnTo>
                    <a:pt x="127145" y="251458"/>
                  </a:lnTo>
                  <a:lnTo>
                    <a:pt x="101763" y="287646"/>
                  </a:lnTo>
                  <a:lnTo>
                    <a:pt x="78910" y="325631"/>
                  </a:lnTo>
                  <a:lnTo>
                    <a:pt x="58707" y="365289"/>
                  </a:lnTo>
                  <a:lnTo>
                    <a:pt x="41278" y="406500"/>
                  </a:lnTo>
                  <a:lnTo>
                    <a:pt x="26743" y="449142"/>
                  </a:lnTo>
                  <a:lnTo>
                    <a:pt x="15226" y="493092"/>
                  </a:lnTo>
                  <a:lnTo>
                    <a:pt x="6848" y="538228"/>
                  </a:lnTo>
                  <a:lnTo>
                    <a:pt x="1732" y="584428"/>
                  </a:lnTo>
                  <a:lnTo>
                    <a:pt x="0" y="631571"/>
                  </a:lnTo>
                  <a:lnTo>
                    <a:pt x="0" y="4740389"/>
                  </a:lnTo>
                  <a:lnTo>
                    <a:pt x="1732" y="4787529"/>
                  </a:lnTo>
                  <a:lnTo>
                    <a:pt x="6848" y="4833728"/>
                  </a:lnTo>
                  <a:lnTo>
                    <a:pt x="15226" y="4878864"/>
                  </a:lnTo>
                  <a:lnTo>
                    <a:pt x="26743" y="4922815"/>
                  </a:lnTo>
                  <a:lnTo>
                    <a:pt x="41278" y="4965459"/>
                  </a:lnTo>
                  <a:lnTo>
                    <a:pt x="58707" y="5006673"/>
                  </a:lnTo>
                  <a:lnTo>
                    <a:pt x="78910" y="5046336"/>
                  </a:lnTo>
                  <a:lnTo>
                    <a:pt x="101763" y="5084325"/>
                  </a:lnTo>
                  <a:lnTo>
                    <a:pt x="127145" y="5120518"/>
                  </a:lnTo>
                  <a:lnTo>
                    <a:pt x="154934" y="5154794"/>
                  </a:lnTo>
                  <a:lnTo>
                    <a:pt x="185007" y="5187029"/>
                  </a:lnTo>
                  <a:lnTo>
                    <a:pt x="217242" y="5217102"/>
                  </a:lnTo>
                  <a:lnTo>
                    <a:pt x="251517" y="5244890"/>
                  </a:lnTo>
                  <a:lnTo>
                    <a:pt x="287711" y="5270272"/>
                  </a:lnTo>
                  <a:lnTo>
                    <a:pt x="325700" y="5293126"/>
                  </a:lnTo>
                  <a:lnTo>
                    <a:pt x="365363" y="5313328"/>
                  </a:lnTo>
                  <a:lnTo>
                    <a:pt x="406577" y="5330758"/>
                  </a:lnTo>
                  <a:lnTo>
                    <a:pt x="449221" y="5345292"/>
                  </a:lnTo>
                  <a:lnTo>
                    <a:pt x="493172" y="5356809"/>
                  </a:lnTo>
                  <a:lnTo>
                    <a:pt x="538308" y="5365187"/>
                  </a:lnTo>
                  <a:lnTo>
                    <a:pt x="584507" y="5370303"/>
                  </a:lnTo>
                  <a:lnTo>
                    <a:pt x="631647" y="5372036"/>
                  </a:lnTo>
                  <a:lnTo>
                    <a:pt x="10484040" y="5372036"/>
                  </a:lnTo>
                  <a:lnTo>
                    <a:pt x="10531183" y="5370303"/>
                  </a:lnTo>
                  <a:lnTo>
                    <a:pt x="10577386" y="5365187"/>
                  </a:lnTo>
                  <a:lnTo>
                    <a:pt x="10622525" y="5356809"/>
                  </a:lnTo>
                  <a:lnTo>
                    <a:pt x="10666480" y="5345292"/>
                  </a:lnTo>
                  <a:lnTo>
                    <a:pt x="10709127" y="5330758"/>
                  </a:lnTo>
                  <a:lnTo>
                    <a:pt x="10750344" y="5313328"/>
                  </a:lnTo>
                  <a:lnTo>
                    <a:pt x="10790010" y="5293126"/>
                  </a:lnTo>
                  <a:lnTo>
                    <a:pt x="10828003" y="5270272"/>
                  </a:lnTo>
                  <a:lnTo>
                    <a:pt x="10864199" y="5244890"/>
                  </a:lnTo>
                  <a:lnTo>
                    <a:pt x="10898477" y="5217102"/>
                  </a:lnTo>
                  <a:lnTo>
                    <a:pt x="10930715" y="5187029"/>
                  </a:lnTo>
                  <a:lnTo>
                    <a:pt x="10960790" y="5154794"/>
                  </a:lnTo>
                  <a:lnTo>
                    <a:pt x="10988581" y="5120518"/>
                  </a:lnTo>
                  <a:lnTo>
                    <a:pt x="11013965" y="5084325"/>
                  </a:lnTo>
                  <a:lnTo>
                    <a:pt x="11036821" y="5046336"/>
                  </a:lnTo>
                  <a:lnTo>
                    <a:pt x="11057025" y="5006673"/>
                  </a:lnTo>
                  <a:lnTo>
                    <a:pt x="11074456" y="4965459"/>
                  </a:lnTo>
                  <a:lnTo>
                    <a:pt x="11088992" y="4922815"/>
                  </a:lnTo>
                  <a:lnTo>
                    <a:pt x="11100510" y="4878864"/>
                  </a:lnTo>
                  <a:lnTo>
                    <a:pt x="11108889" y="4833728"/>
                  </a:lnTo>
                  <a:lnTo>
                    <a:pt x="11114005" y="4787529"/>
                  </a:lnTo>
                  <a:lnTo>
                    <a:pt x="11115738" y="4740389"/>
                  </a:lnTo>
                  <a:lnTo>
                    <a:pt x="11115738" y="631571"/>
                  </a:lnTo>
                  <a:lnTo>
                    <a:pt x="11114005" y="584428"/>
                  </a:lnTo>
                  <a:lnTo>
                    <a:pt x="11108889" y="538228"/>
                  </a:lnTo>
                  <a:lnTo>
                    <a:pt x="11100510" y="493092"/>
                  </a:lnTo>
                  <a:lnTo>
                    <a:pt x="11088992" y="449142"/>
                  </a:lnTo>
                  <a:lnTo>
                    <a:pt x="11074456" y="406500"/>
                  </a:lnTo>
                  <a:lnTo>
                    <a:pt x="11057025" y="365289"/>
                  </a:lnTo>
                  <a:lnTo>
                    <a:pt x="11036821" y="325631"/>
                  </a:lnTo>
                  <a:lnTo>
                    <a:pt x="11013965" y="287646"/>
                  </a:lnTo>
                  <a:lnTo>
                    <a:pt x="10988581" y="251458"/>
                  </a:lnTo>
                  <a:lnTo>
                    <a:pt x="10960790" y="217188"/>
                  </a:lnTo>
                  <a:lnTo>
                    <a:pt x="10930715" y="184959"/>
                  </a:lnTo>
                  <a:lnTo>
                    <a:pt x="10898477" y="154892"/>
                  </a:lnTo>
                  <a:lnTo>
                    <a:pt x="10864199" y="127110"/>
                  </a:lnTo>
                  <a:lnTo>
                    <a:pt x="10828003" y="101734"/>
                  </a:lnTo>
                  <a:lnTo>
                    <a:pt x="10790010" y="78886"/>
                  </a:lnTo>
                  <a:lnTo>
                    <a:pt x="10750344" y="58689"/>
                  </a:lnTo>
                  <a:lnTo>
                    <a:pt x="10709127" y="41265"/>
                  </a:lnTo>
                  <a:lnTo>
                    <a:pt x="10666480" y="26735"/>
                  </a:lnTo>
                  <a:lnTo>
                    <a:pt x="10622525" y="15221"/>
                  </a:lnTo>
                  <a:lnTo>
                    <a:pt x="10577386" y="6846"/>
                  </a:lnTo>
                  <a:lnTo>
                    <a:pt x="10531183" y="1731"/>
                  </a:lnTo>
                  <a:lnTo>
                    <a:pt x="10484040" y="0"/>
                  </a:lnTo>
                  <a:close/>
                </a:path>
              </a:pathLst>
            </a:custGeom>
            <a:solidFill>
              <a:srgbClr val="C1E4F5"/>
            </a:solidFill>
          </p:spPr>
          <p:txBody>
            <a:bodyPr wrap="square" lIns="0" tIns="0" rIns="0" bIns="0" rtlCol="0"/>
            <a:lstStyle/>
            <a:p>
              <a:endParaRPr/>
            </a:p>
          </p:txBody>
        </p:sp>
        <p:sp>
          <p:nvSpPr>
            <p:cNvPr id="4" name="object 4"/>
            <p:cNvSpPr/>
            <p:nvPr/>
          </p:nvSpPr>
          <p:spPr>
            <a:xfrm>
              <a:off x="252412" y="1176401"/>
              <a:ext cx="11116310" cy="5372100"/>
            </a:xfrm>
            <a:custGeom>
              <a:avLst/>
              <a:gdLst/>
              <a:ahLst/>
              <a:cxnLst/>
              <a:rect l="l" t="t" r="r" b="b"/>
              <a:pathLst>
                <a:path w="11116310" h="5372100">
                  <a:moveTo>
                    <a:pt x="0" y="631571"/>
                  </a:moveTo>
                  <a:lnTo>
                    <a:pt x="1732" y="584428"/>
                  </a:lnTo>
                  <a:lnTo>
                    <a:pt x="6848" y="538228"/>
                  </a:lnTo>
                  <a:lnTo>
                    <a:pt x="15226" y="493092"/>
                  </a:lnTo>
                  <a:lnTo>
                    <a:pt x="26743" y="449142"/>
                  </a:lnTo>
                  <a:lnTo>
                    <a:pt x="41278" y="406500"/>
                  </a:lnTo>
                  <a:lnTo>
                    <a:pt x="58707" y="365289"/>
                  </a:lnTo>
                  <a:lnTo>
                    <a:pt x="78910" y="325631"/>
                  </a:lnTo>
                  <a:lnTo>
                    <a:pt x="101763" y="287646"/>
                  </a:lnTo>
                  <a:lnTo>
                    <a:pt x="127145" y="251458"/>
                  </a:lnTo>
                  <a:lnTo>
                    <a:pt x="154934" y="217188"/>
                  </a:lnTo>
                  <a:lnTo>
                    <a:pt x="185007" y="184959"/>
                  </a:lnTo>
                  <a:lnTo>
                    <a:pt x="217242" y="154892"/>
                  </a:lnTo>
                  <a:lnTo>
                    <a:pt x="251517" y="127110"/>
                  </a:lnTo>
                  <a:lnTo>
                    <a:pt x="287711" y="101734"/>
                  </a:lnTo>
                  <a:lnTo>
                    <a:pt x="325700" y="78886"/>
                  </a:lnTo>
                  <a:lnTo>
                    <a:pt x="365363" y="58689"/>
                  </a:lnTo>
                  <a:lnTo>
                    <a:pt x="406577" y="41265"/>
                  </a:lnTo>
                  <a:lnTo>
                    <a:pt x="449221" y="26735"/>
                  </a:lnTo>
                  <a:lnTo>
                    <a:pt x="493172" y="15221"/>
                  </a:lnTo>
                  <a:lnTo>
                    <a:pt x="538308" y="6846"/>
                  </a:lnTo>
                  <a:lnTo>
                    <a:pt x="584507" y="1731"/>
                  </a:lnTo>
                  <a:lnTo>
                    <a:pt x="631647" y="0"/>
                  </a:lnTo>
                  <a:lnTo>
                    <a:pt x="10484040" y="0"/>
                  </a:lnTo>
                  <a:lnTo>
                    <a:pt x="10531183" y="1731"/>
                  </a:lnTo>
                  <a:lnTo>
                    <a:pt x="10577386" y="6846"/>
                  </a:lnTo>
                  <a:lnTo>
                    <a:pt x="10622525" y="15221"/>
                  </a:lnTo>
                  <a:lnTo>
                    <a:pt x="10666480" y="26735"/>
                  </a:lnTo>
                  <a:lnTo>
                    <a:pt x="10709127" y="41265"/>
                  </a:lnTo>
                  <a:lnTo>
                    <a:pt x="10750344" y="58689"/>
                  </a:lnTo>
                  <a:lnTo>
                    <a:pt x="10790010" y="78886"/>
                  </a:lnTo>
                  <a:lnTo>
                    <a:pt x="10828003" y="101734"/>
                  </a:lnTo>
                  <a:lnTo>
                    <a:pt x="10864199" y="127110"/>
                  </a:lnTo>
                  <a:lnTo>
                    <a:pt x="10898477" y="154892"/>
                  </a:lnTo>
                  <a:lnTo>
                    <a:pt x="10930715" y="184959"/>
                  </a:lnTo>
                  <a:lnTo>
                    <a:pt x="10960790" y="217188"/>
                  </a:lnTo>
                  <a:lnTo>
                    <a:pt x="10988581" y="251458"/>
                  </a:lnTo>
                  <a:lnTo>
                    <a:pt x="11013965" y="287646"/>
                  </a:lnTo>
                  <a:lnTo>
                    <a:pt x="11036821" y="325631"/>
                  </a:lnTo>
                  <a:lnTo>
                    <a:pt x="11057025" y="365289"/>
                  </a:lnTo>
                  <a:lnTo>
                    <a:pt x="11074456" y="406500"/>
                  </a:lnTo>
                  <a:lnTo>
                    <a:pt x="11088992" y="449142"/>
                  </a:lnTo>
                  <a:lnTo>
                    <a:pt x="11100510" y="493092"/>
                  </a:lnTo>
                  <a:lnTo>
                    <a:pt x="11108889" y="538228"/>
                  </a:lnTo>
                  <a:lnTo>
                    <a:pt x="11114005" y="584428"/>
                  </a:lnTo>
                  <a:lnTo>
                    <a:pt x="11115738" y="631571"/>
                  </a:lnTo>
                  <a:lnTo>
                    <a:pt x="11115738" y="4740389"/>
                  </a:lnTo>
                  <a:lnTo>
                    <a:pt x="11114005" y="4787529"/>
                  </a:lnTo>
                  <a:lnTo>
                    <a:pt x="11108889" y="4833728"/>
                  </a:lnTo>
                  <a:lnTo>
                    <a:pt x="11100510" y="4878864"/>
                  </a:lnTo>
                  <a:lnTo>
                    <a:pt x="11088992" y="4922815"/>
                  </a:lnTo>
                  <a:lnTo>
                    <a:pt x="11074456" y="4965459"/>
                  </a:lnTo>
                  <a:lnTo>
                    <a:pt x="11057025" y="5006673"/>
                  </a:lnTo>
                  <a:lnTo>
                    <a:pt x="11036821" y="5046336"/>
                  </a:lnTo>
                  <a:lnTo>
                    <a:pt x="11013965" y="5084325"/>
                  </a:lnTo>
                  <a:lnTo>
                    <a:pt x="10988581" y="5120518"/>
                  </a:lnTo>
                  <a:lnTo>
                    <a:pt x="10960790" y="5154794"/>
                  </a:lnTo>
                  <a:lnTo>
                    <a:pt x="10930715" y="5187029"/>
                  </a:lnTo>
                  <a:lnTo>
                    <a:pt x="10898477" y="5217102"/>
                  </a:lnTo>
                  <a:lnTo>
                    <a:pt x="10864199" y="5244890"/>
                  </a:lnTo>
                  <a:lnTo>
                    <a:pt x="10828003" y="5270272"/>
                  </a:lnTo>
                  <a:lnTo>
                    <a:pt x="10790010" y="5293126"/>
                  </a:lnTo>
                  <a:lnTo>
                    <a:pt x="10750344" y="5313328"/>
                  </a:lnTo>
                  <a:lnTo>
                    <a:pt x="10709127" y="5330758"/>
                  </a:lnTo>
                  <a:lnTo>
                    <a:pt x="10666480" y="5345292"/>
                  </a:lnTo>
                  <a:lnTo>
                    <a:pt x="10622525" y="5356809"/>
                  </a:lnTo>
                  <a:lnTo>
                    <a:pt x="10577386" y="5365187"/>
                  </a:lnTo>
                  <a:lnTo>
                    <a:pt x="10531183" y="5370303"/>
                  </a:lnTo>
                  <a:lnTo>
                    <a:pt x="10484040" y="5372036"/>
                  </a:lnTo>
                  <a:lnTo>
                    <a:pt x="631647" y="5372036"/>
                  </a:lnTo>
                  <a:lnTo>
                    <a:pt x="584507" y="5370303"/>
                  </a:lnTo>
                  <a:lnTo>
                    <a:pt x="538308" y="5365187"/>
                  </a:lnTo>
                  <a:lnTo>
                    <a:pt x="493172" y="5356809"/>
                  </a:lnTo>
                  <a:lnTo>
                    <a:pt x="449221" y="5345292"/>
                  </a:lnTo>
                  <a:lnTo>
                    <a:pt x="406577" y="5330758"/>
                  </a:lnTo>
                  <a:lnTo>
                    <a:pt x="365363" y="5313328"/>
                  </a:lnTo>
                  <a:lnTo>
                    <a:pt x="325700" y="5293126"/>
                  </a:lnTo>
                  <a:lnTo>
                    <a:pt x="287711" y="5270272"/>
                  </a:lnTo>
                  <a:lnTo>
                    <a:pt x="251517" y="5244890"/>
                  </a:lnTo>
                  <a:lnTo>
                    <a:pt x="217242" y="5217102"/>
                  </a:lnTo>
                  <a:lnTo>
                    <a:pt x="185007" y="5187029"/>
                  </a:lnTo>
                  <a:lnTo>
                    <a:pt x="154934" y="5154794"/>
                  </a:lnTo>
                  <a:lnTo>
                    <a:pt x="127145" y="5120518"/>
                  </a:lnTo>
                  <a:lnTo>
                    <a:pt x="101763" y="5084325"/>
                  </a:lnTo>
                  <a:lnTo>
                    <a:pt x="78910" y="5046336"/>
                  </a:lnTo>
                  <a:lnTo>
                    <a:pt x="58707" y="5006673"/>
                  </a:lnTo>
                  <a:lnTo>
                    <a:pt x="41278" y="4965459"/>
                  </a:lnTo>
                  <a:lnTo>
                    <a:pt x="26743" y="4922815"/>
                  </a:lnTo>
                  <a:lnTo>
                    <a:pt x="15226" y="4878864"/>
                  </a:lnTo>
                  <a:lnTo>
                    <a:pt x="6848" y="4833728"/>
                  </a:lnTo>
                  <a:lnTo>
                    <a:pt x="1732" y="4787529"/>
                  </a:lnTo>
                  <a:lnTo>
                    <a:pt x="0" y="4740389"/>
                  </a:lnTo>
                  <a:lnTo>
                    <a:pt x="0" y="631571"/>
                  </a:lnTo>
                  <a:close/>
                </a:path>
              </a:pathLst>
            </a:custGeom>
            <a:ln w="7620">
              <a:solidFill>
                <a:srgbClr val="BED2D7"/>
              </a:solidFill>
            </a:ln>
          </p:spPr>
          <p:txBody>
            <a:bodyPr wrap="square" lIns="0" tIns="0" rIns="0" bIns="0" rtlCol="0"/>
            <a:lstStyle/>
            <a:p>
              <a:endParaRPr/>
            </a:p>
          </p:txBody>
        </p:sp>
      </p:grpSp>
      <p:sp>
        <p:nvSpPr>
          <p:cNvPr id="5" name="object 5"/>
          <p:cNvSpPr txBox="1"/>
          <p:nvPr/>
        </p:nvSpPr>
        <p:spPr>
          <a:xfrm>
            <a:off x="514350" y="1313882"/>
            <a:ext cx="10247630" cy="4975225"/>
          </a:xfrm>
          <a:prstGeom prst="rect">
            <a:avLst/>
          </a:prstGeom>
        </p:spPr>
        <p:txBody>
          <a:bodyPr vert="horz" wrap="square" lIns="0" tIns="199390" rIns="0" bIns="0" rtlCol="0">
            <a:spAutoFit/>
          </a:bodyPr>
          <a:lstStyle/>
          <a:p>
            <a:pPr marL="360045" indent="-347345">
              <a:lnSpc>
                <a:spcPct val="100000"/>
              </a:lnSpc>
              <a:spcBef>
                <a:spcPts val="1570"/>
              </a:spcBef>
              <a:buFont typeface="Arial MT"/>
              <a:buChar char="•"/>
              <a:tabLst>
                <a:tab pos="360045" algn="l"/>
              </a:tabLst>
            </a:pPr>
            <a:r>
              <a:rPr sz="2400" spc="-204" dirty="0">
                <a:latin typeface="Trebuchet MS"/>
                <a:cs typeface="Trebuchet MS"/>
              </a:rPr>
              <a:t>To</a:t>
            </a:r>
            <a:r>
              <a:rPr sz="2400" spc="-210" dirty="0">
                <a:latin typeface="Trebuchet MS"/>
                <a:cs typeface="Trebuchet MS"/>
              </a:rPr>
              <a:t> </a:t>
            </a:r>
            <a:r>
              <a:rPr sz="2400" spc="-70" dirty="0">
                <a:latin typeface="Trebuchet MS"/>
                <a:cs typeface="Trebuchet MS"/>
              </a:rPr>
              <a:t>evaluate</a:t>
            </a:r>
            <a:r>
              <a:rPr sz="2400" spc="-150" dirty="0">
                <a:latin typeface="Trebuchet MS"/>
                <a:cs typeface="Trebuchet MS"/>
              </a:rPr>
              <a:t> </a:t>
            </a:r>
            <a:r>
              <a:rPr sz="2400" spc="-90" dirty="0">
                <a:latin typeface="Trebuchet MS"/>
                <a:cs typeface="Trebuchet MS"/>
              </a:rPr>
              <a:t>the</a:t>
            </a:r>
            <a:r>
              <a:rPr sz="2400" spc="-235" dirty="0">
                <a:latin typeface="Trebuchet MS"/>
                <a:cs typeface="Trebuchet MS"/>
              </a:rPr>
              <a:t> </a:t>
            </a:r>
            <a:r>
              <a:rPr sz="2400" spc="-95" dirty="0">
                <a:latin typeface="Trebuchet MS"/>
                <a:cs typeface="Trebuchet MS"/>
              </a:rPr>
              <a:t>level</a:t>
            </a:r>
            <a:r>
              <a:rPr sz="2400" spc="-180" dirty="0">
                <a:latin typeface="Trebuchet MS"/>
                <a:cs typeface="Trebuchet MS"/>
              </a:rPr>
              <a:t> </a:t>
            </a:r>
            <a:r>
              <a:rPr sz="2400" spc="-70" dirty="0">
                <a:latin typeface="Trebuchet MS"/>
                <a:cs typeface="Trebuchet MS"/>
              </a:rPr>
              <a:t>of</a:t>
            </a:r>
            <a:r>
              <a:rPr sz="2400" spc="-210" dirty="0">
                <a:latin typeface="Trebuchet MS"/>
                <a:cs typeface="Trebuchet MS"/>
              </a:rPr>
              <a:t> </a:t>
            </a:r>
            <a:r>
              <a:rPr sz="2400" spc="-55" dirty="0">
                <a:latin typeface="Trebuchet MS"/>
                <a:cs typeface="Trebuchet MS"/>
              </a:rPr>
              <a:t>knowledge</a:t>
            </a:r>
            <a:r>
              <a:rPr sz="2400" spc="-229" dirty="0">
                <a:latin typeface="Trebuchet MS"/>
                <a:cs typeface="Trebuchet MS"/>
              </a:rPr>
              <a:t> </a:t>
            </a:r>
            <a:r>
              <a:rPr sz="2400" spc="-70" dirty="0">
                <a:latin typeface="Trebuchet MS"/>
                <a:cs typeface="Trebuchet MS"/>
              </a:rPr>
              <a:t>of</a:t>
            </a:r>
            <a:r>
              <a:rPr sz="2400" spc="-210" dirty="0">
                <a:latin typeface="Trebuchet MS"/>
                <a:cs typeface="Trebuchet MS"/>
              </a:rPr>
              <a:t> </a:t>
            </a:r>
            <a:r>
              <a:rPr sz="2400" spc="-20" dirty="0">
                <a:latin typeface="Trebuchet MS"/>
                <a:cs typeface="Trebuchet MS"/>
              </a:rPr>
              <a:t>students</a:t>
            </a:r>
            <a:r>
              <a:rPr sz="2400" spc="-204" dirty="0">
                <a:latin typeface="Trebuchet MS"/>
                <a:cs typeface="Trebuchet MS"/>
              </a:rPr>
              <a:t> </a:t>
            </a:r>
            <a:r>
              <a:rPr sz="2400" spc="-40" dirty="0">
                <a:latin typeface="Trebuchet MS"/>
                <a:cs typeface="Trebuchet MS"/>
              </a:rPr>
              <a:t>about</a:t>
            </a:r>
            <a:r>
              <a:rPr sz="2400" spc="-190" dirty="0">
                <a:latin typeface="Trebuchet MS"/>
                <a:cs typeface="Trebuchet MS"/>
              </a:rPr>
              <a:t> </a:t>
            </a:r>
            <a:r>
              <a:rPr sz="2400" spc="-85" dirty="0">
                <a:latin typeface="Trebuchet MS"/>
                <a:cs typeface="Trebuchet MS"/>
              </a:rPr>
              <a:t>the</a:t>
            </a:r>
            <a:r>
              <a:rPr sz="2400" spc="-150" dirty="0">
                <a:latin typeface="Trebuchet MS"/>
                <a:cs typeface="Trebuchet MS"/>
              </a:rPr>
              <a:t> </a:t>
            </a:r>
            <a:r>
              <a:rPr sz="2400" spc="-75" dirty="0">
                <a:latin typeface="Trebuchet MS"/>
                <a:cs typeface="Trebuchet MS"/>
              </a:rPr>
              <a:t>appropriate</a:t>
            </a:r>
            <a:r>
              <a:rPr sz="2400" spc="-229" dirty="0">
                <a:latin typeface="Trebuchet MS"/>
                <a:cs typeface="Trebuchet MS"/>
              </a:rPr>
              <a:t> </a:t>
            </a:r>
            <a:r>
              <a:rPr sz="2400" spc="-25" dirty="0">
                <a:latin typeface="Trebuchet MS"/>
                <a:cs typeface="Trebuchet MS"/>
              </a:rPr>
              <a:t>and</a:t>
            </a:r>
            <a:endParaRPr sz="2400">
              <a:latin typeface="Trebuchet MS"/>
              <a:cs typeface="Trebuchet MS"/>
            </a:endParaRPr>
          </a:p>
          <a:p>
            <a:pPr marL="298450">
              <a:lnSpc>
                <a:spcPct val="100000"/>
              </a:lnSpc>
              <a:spcBef>
                <a:spcPts val="1475"/>
              </a:spcBef>
            </a:pPr>
            <a:r>
              <a:rPr sz="2400" spc="-70" dirty="0">
                <a:latin typeface="Trebuchet MS"/>
                <a:cs typeface="Trebuchet MS"/>
              </a:rPr>
              <a:t>inappropriate</a:t>
            </a:r>
            <a:r>
              <a:rPr sz="2400" spc="-120" dirty="0">
                <a:latin typeface="Trebuchet MS"/>
                <a:cs typeface="Trebuchet MS"/>
              </a:rPr>
              <a:t> </a:t>
            </a:r>
            <a:r>
              <a:rPr sz="2400" dirty="0">
                <a:latin typeface="Trebuchet MS"/>
                <a:cs typeface="Trebuchet MS"/>
              </a:rPr>
              <a:t>use</a:t>
            </a:r>
            <a:r>
              <a:rPr sz="2400" spc="-195" dirty="0">
                <a:latin typeface="Trebuchet MS"/>
                <a:cs typeface="Trebuchet MS"/>
              </a:rPr>
              <a:t> </a:t>
            </a:r>
            <a:r>
              <a:rPr sz="2400" spc="-65" dirty="0">
                <a:latin typeface="Trebuchet MS"/>
                <a:cs typeface="Trebuchet MS"/>
              </a:rPr>
              <a:t>of</a:t>
            </a:r>
            <a:r>
              <a:rPr sz="2400" spc="-175" dirty="0">
                <a:latin typeface="Trebuchet MS"/>
                <a:cs typeface="Trebuchet MS"/>
              </a:rPr>
              <a:t> </a:t>
            </a:r>
            <a:r>
              <a:rPr sz="2400" spc="-10" dirty="0">
                <a:latin typeface="Trebuchet MS"/>
                <a:cs typeface="Trebuchet MS"/>
              </a:rPr>
              <a:t>antibiotics.</a:t>
            </a:r>
            <a:endParaRPr sz="2400">
              <a:latin typeface="Trebuchet MS"/>
              <a:cs typeface="Trebuchet MS"/>
            </a:endParaRPr>
          </a:p>
          <a:p>
            <a:pPr marL="298450" marR="5080" indent="-286385">
              <a:lnSpc>
                <a:spcPts val="4360"/>
              </a:lnSpc>
              <a:spcBef>
                <a:spcPts val="315"/>
              </a:spcBef>
              <a:buChar char="•"/>
              <a:tabLst>
                <a:tab pos="298450" algn="l"/>
                <a:tab pos="422275" algn="l"/>
              </a:tabLst>
            </a:pPr>
            <a:r>
              <a:rPr sz="2400" dirty="0">
                <a:latin typeface="Arial MT"/>
                <a:cs typeface="Arial MT"/>
              </a:rPr>
              <a:t>	</a:t>
            </a:r>
            <a:r>
              <a:rPr sz="2400" spc="-204" dirty="0">
                <a:latin typeface="Trebuchet MS"/>
                <a:cs typeface="Trebuchet MS"/>
              </a:rPr>
              <a:t>To </a:t>
            </a:r>
            <a:r>
              <a:rPr sz="2400" spc="105" dirty="0">
                <a:latin typeface="Trebuchet MS"/>
                <a:cs typeface="Trebuchet MS"/>
              </a:rPr>
              <a:t>assess</a:t>
            </a:r>
            <a:r>
              <a:rPr sz="2400" spc="-200" dirty="0">
                <a:latin typeface="Trebuchet MS"/>
                <a:cs typeface="Trebuchet MS"/>
              </a:rPr>
              <a:t> </a:t>
            </a:r>
            <a:r>
              <a:rPr sz="2400" spc="-85" dirty="0">
                <a:latin typeface="Trebuchet MS"/>
                <a:cs typeface="Trebuchet MS"/>
              </a:rPr>
              <a:t>the</a:t>
            </a:r>
            <a:r>
              <a:rPr sz="2400" spc="-145" dirty="0">
                <a:latin typeface="Trebuchet MS"/>
                <a:cs typeface="Trebuchet MS"/>
              </a:rPr>
              <a:t> </a:t>
            </a:r>
            <a:r>
              <a:rPr sz="2400" spc="-70" dirty="0">
                <a:latin typeface="Trebuchet MS"/>
                <a:cs typeface="Trebuchet MS"/>
              </a:rPr>
              <a:t>attitudes</a:t>
            </a:r>
            <a:r>
              <a:rPr sz="2400" spc="-200" dirty="0">
                <a:latin typeface="Trebuchet MS"/>
                <a:cs typeface="Trebuchet MS"/>
              </a:rPr>
              <a:t> </a:t>
            </a:r>
            <a:r>
              <a:rPr sz="2400" spc="-105" dirty="0">
                <a:latin typeface="Trebuchet MS"/>
                <a:cs typeface="Trebuchet MS"/>
              </a:rPr>
              <a:t>of</a:t>
            </a:r>
            <a:r>
              <a:rPr sz="2400" spc="-210" dirty="0">
                <a:latin typeface="Trebuchet MS"/>
                <a:cs typeface="Trebuchet MS"/>
              </a:rPr>
              <a:t> </a:t>
            </a:r>
            <a:r>
              <a:rPr sz="2400" spc="-10" dirty="0">
                <a:latin typeface="Trebuchet MS"/>
                <a:cs typeface="Trebuchet MS"/>
              </a:rPr>
              <a:t>students</a:t>
            </a:r>
            <a:r>
              <a:rPr sz="2400" spc="-195" dirty="0">
                <a:latin typeface="Trebuchet MS"/>
                <a:cs typeface="Trebuchet MS"/>
              </a:rPr>
              <a:t> </a:t>
            </a:r>
            <a:r>
              <a:rPr sz="2400" spc="-55" dirty="0">
                <a:latin typeface="Trebuchet MS"/>
                <a:cs typeface="Trebuchet MS"/>
              </a:rPr>
              <a:t>towards</a:t>
            </a:r>
            <a:r>
              <a:rPr sz="2400" spc="-200" dirty="0">
                <a:latin typeface="Trebuchet MS"/>
                <a:cs typeface="Trebuchet MS"/>
              </a:rPr>
              <a:t> </a:t>
            </a:r>
            <a:r>
              <a:rPr sz="2400" spc="-70" dirty="0">
                <a:latin typeface="Trebuchet MS"/>
                <a:cs typeface="Trebuchet MS"/>
              </a:rPr>
              <a:t>antibiotic</a:t>
            </a:r>
            <a:r>
              <a:rPr sz="2400" spc="-140" dirty="0">
                <a:latin typeface="Trebuchet MS"/>
                <a:cs typeface="Trebuchet MS"/>
              </a:rPr>
              <a:t> </a:t>
            </a:r>
            <a:r>
              <a:rPr sz="2400" spc="-50" dirty="0">
                <a:latin typeface="Trebuchet MS"/>
                <a:cs typeface="Trebuchet MS"/>
              </a:rPr>
              <a:t>use,</a:t>
            </a:r>
            <a:r>
              <a:rPr sz="2400" spc="-165" dirty="0">
                <a:latin typeface="Trebuchet MS"/>
                <a:cs typeface="Trebuchet MS"/>
              </a:rPr>
              <a:t> </a:t>
            </a:r>
            <a:r>
              <a:rPr sz="2400" spc="-40" dirty="0">
                <a:latin typeface="Trebuchet MS"/>
                <a:cs typeface="Trebuchet MS"/>
              </a:rPr>
              <a:t>self-</a:t>
            </a:r>
            <a:r>
              <a:rPr sz="2400" spc="-10" dirty="0">
                <a:latin typeface="Trebuchet MS"/>
                <a:cs typeface="Trebuchet MS"/>
              </a:rPr>
              <a:t>medication, </a:t>
            </a:r>
            <a:r>
              <a:rPr sz="2400" dirty="0">
                <a:latin typeface="Trebuchet MS"/>
                <a:cs typeface="Trebuchet MS"/>
              </a:rPr>
              <a:t>and</a:t>
            </a:r>
            <a:r>
              <a:rPr sz="2400" spc="-235" dirty="0">
                <a:latin typeface="Trebuchet MS"/>
                <a:cs typeface="Trebuchet MS"/>
              </a:rPr>
              <a:t> </a:t>
            </a:r>
            <a:r>
              <a:rPr sz="2400" spc="-10" dirty="0">
                <a:latin typeface="Trebuchet MS"/>
                <a:cs typeface="Trebuchet MS"/>
              </a:rPr>
              <a:t>resistance.</a:t>
            </a:r>
            <a:endParaRPr sz="2400">
              <a:latin typeface="Trebuchet MS"/>
              <a:cs typeface="Trebuchet MS"/>
            </a:endParaRPr>
          </a:p>
          <a:p>
            <a:pPr marL="360045" indent="-347345">
              <a:lnSpc>
                <a:spcPct val="100000"/>
              </a:lnSpc>
              <a:spcBef>
                <a:spcPts val="1080"/>
              </a:spcBef>
              <a:buFont typeface="Arial MT"/>
              <a:buChar char="•"/>
              <a:tabLst>
                <a:tab pos="360045" algn="l"/>
              </a:tabLst>
            </a:pPr>
            <a:r>
              <a:rPr sz="2400" spc="-204" dirty="0">
                <a:latin typeface="Trebuchet MS"/>
                <a:cs typeface="Trebuchet MS"/>
              </a:rPr>
              <a:t>To</a:t>
            </a:r>
            <a:r>
              <a:rPr sz="2400" spc="-210" dirty="0">
                <a:latin typeface="Trebuchet MS"/>
                <a:cs typeface="Trebuchet MS"/>
              </a:rPr>
              <a:t> </a:t>
            </a:r>
            <a:r>
              <a:rPr sz="2400" spc="-60" dirty="0">
                <a:latin typeface="Trebuchet MS"/>
                <a:cs typeface="Trebuchet MS"/>
              </a:rPr>
              <a:t>examine</a:t>
            </a:r>
            <a:r>
              <a:rPr sz="2400" spc="-220" dirty="0">
                <a:latin typeface="Trebuchet MS"/>
                <a:cs typeface="Trebuchet MS"/>
              </a:rPr>
              <a:t> </a:t>
            </a:r>
            <a:r>
              <a:rPr sz="2400" spc="-85" dirty="0">
                <a:latin typeface="Trebuchet MS"/>
                <a:cs typeface="Trebuchet MS"/>
              </a:rPr>
              <a:t>the</a:t>
            </a:r>
            <a:r>
              <a:rPr sz="2400" spc="-145" dirty="0">
                <a:latin typeface="Trebuchet MS"/>
                <a:cs typeface="Trebuchet MS"/>
              </a:rPr>
              <a:t> </a:t>
            </a:r>
            <a:r>
              <a:rPr sz="2400" dirty="0">
                <a:latin typeface="Trebuchet MS"/>
                <a:cs typeface="Trebuchet MS"/>
              </a:rPr>
              <a:t>common</a:t>
            </a:r>
            <a:r>
              <a:rPr sz="2400" spc="-125" dirty="0">
                <a:latin typeface="Trebuchet MS"/>
                <a:cs typeface="Trebuchet MS"/>
              </a:rPr>
              <a:t> </a:t>
            </a:r>
            <a:r>
              <a:rPr sz="2400" spc="-40" dirty="0">
                <a:latin typeface="Trebuchet MS"/>
                <a:cs typeface="Trebuchet MS"/>
              </a:rPr>
              <a:t>practices</a:t>
            </a:r>
            <a:r>
              <a:rPr sz="2400" spc="-195" dirty="0">
                <a:latin typeface="Trebuchet MS"/>
                <a:cs typeface="Trebuchet MS"/>
              </a:rPr>
              <a:t> </a:t>
            </a:r>
            <a:r>
              <a:rPr sz="2400" spc="-100" dirty="0">
                <a:latin typeface="Trebuchet MS"/>
                <a:cs typeface="Trebuchet MS"/>
              </a:rPr>
              <a:t>of</a:t>
            </a:r>
            <a:r>
              <a:rPr sz="2400" spc="-125" dirty="0">
                <a:latin typeface="Trebuchet MS"/>
                <a:cs typeface="Trebuchet MS"/>
              </a:rPr>
              <a:t> </a:t>
            </a:r>
            <a:r>
              <a:rPr sz="2400" spc="-20" dirty="0">
                <a:latin typeface="Trebuchet MS"/>
                <a:cs typeface="Trebuchet MS"/>
              </a:rPr>
              <a:t>students</a:t>
            </a:r>
            <a:r>
              <a:rPr sz="2400" spc="-195" dirty="0">
                <a:latin typeface="Trebuchet MS"/>
                <a:cs typeface="Trebuchet MS"/>
              </a:rPr>
              <a:t> </a:t>
            </a:r>
            <a:r>
              <a:rPr sz="2400" spc="-50" dirty="0">
                <a:latin typeface="Trebuchet MS"/>
                <a:cs typeface="Trebuchet MS"/>
              </a:rPr>
              <a:t>in</a:t>
            </a:r>
            <a:r>
              <a:rPr sz="2400" spc="-204" dirty="0">
                <a:latin typeface="Trebuchet MS"/>
                <a:cs typeface="Trebuchet MS"/>
              </a:rPr>
              <a:t> </a:t>
            </a:r>
            <a:r>
              <a:rPr sz="2400" spc="-90" dirty="0">
                <a:latin typeface="Trebuchet MS"/>
                <a:cs typeface="Trebuchet MS"/>
              </a:rPr>
              <a:t>relation</a:t>
            </a:r>
            <a:r>
              <a:rPr sz="2400" spc="-125" dirty="0">
                <a:latin typeface="Trebuchet MS"/>
                <a:cs typeface="Trebuchet MS"/>
              </a:rPr>
              <a:t> </a:t>
            </a:r>
            <a:r>
              <a:rPr sz="2400" spc="-95" dirty="0">
                <a:latin typeface="Trebuchet MS"/>
                <a:cs typeface="Trebuchet MS"/>
              </a:rPr>
              <a:t>to</a:t>
            </a:r>
            <a:r>
              <a:rPr sz="2400" spc="-204" dirty="0">
                <a:latin typeface="Trebuchet MS"/>
                <a:cs typeface="Trebuchet MS"/>
              </a:rPr>
              <a:t> </a:t>
            </a:r>
            <a:r>
              <a:rPr sz="2400" spc="-10" dirty="0">
                <a:latin typeface="Trebuchet MS"/>
                <a:cs typeface="Trebuchet MS"/>
              </a:rPr>
              <a:t>antibiotic</a:t>
            </a:r>
            <a:endParaRPr sz="2400">
              <a:latin typeface="Trebuchet MS"/>
              <a:cs typeface="Trebuchet MS"/>
            </a:endParaRPr>
          </a:p>
          <a:p>
            <a:pPr marL="298450">
              <a:lnSpc>
                <a:spcPct val="100000"/>
              </a:lnSpc>
              <a:spcBef>
                <a:spcPts val="1400"/>
              </a:spcBef>
            </a:pPr>
            <a:r>
              <a:rPr sz="2400" spc="-25" dirty="0">
                <a:latin typeface="Trebuchet MS"/>
                <a:cs typeface="Trebuchet MS"/>
              </a:rPr>
              <a:t>consumption,</a:t>
            </a:r>
            <a:r>
              <a:rPr sz="2400" spc="-150" dirty="0">
                <a:latin typeface="Trebuchet MS"/>
                <a:cs typeface="Trebuchet MS"/>
              </a:rPr>
              <a:t> </a:t>
            </a:r>
            <a:r>
              <a:rPr sz="2400" spc="-85" dirty="0">
                <a:latin typeface="Trebuchet MS"/>
                <a:cs typeface="Trebuchet MS"/>
              </a:rPr>
              <a:t>storage,</a:t>
            </a:r>
            <a:r>
              <a:rPr sz="2400" spc="-150" dirty="0">
                <a:latin typeface="Trebuchet MS"/>
                <a:cs typeface="Trebuchet MS"/>
              </a:rPr>
              <a:t> </a:t>
            </a:r>
            <a:r>
              <a:rPr sz="2400" spc="-20" dirty="0">
                <a:latin typeface="Trebuchet MS"/>
                <a:cs typeface="Trebuchet MS"/>
              </a:rPr>
              <a:t>and</a:t>
            </a:r>
            <a:r>
              <a:rPr sz="2400" spc="-135" dirty="0">
                <a:latin typeface="Trebuchet MS"/>
                <a:cs typeface="Trebuchet MS"/>
              </a:rPr>
              <a:t> </a:t>
            </a:r>
            <a:r>
              <a:rPr sz="2400" spc="-10" dirty="0">
                <a:latin typeface="Trebuchet MS"/>
                <a:cs typeface="Trebuchet MS"/>
              </a:rPr>
              <a:t>sharing.</a:t>
            </a:r>
            <a:endParaRPr sz="2400">
              <a:latin typeface="Trebuchet MS"/>
              <a:cs typeface="Trebuchet MS"/>
            </a:endParaRPr>
          </a:p>
          <a:p>
            <a:pPr marL="360045" indent="-347345">
              <a:lnSpc>
                <a:spcPct val="100000"/>
              </a:lnSpc>
              <a:spcBef>
                <a:spcPts val="1475"/>
              </a:spcBef>
              <a:buFont typeface="Arial MT"/>
              <a:buChar char="•"/>
              <a:tabLst>
                <a:tab pos="360045" algn="l"/>
              </a:tabLst>
            </a:pPr>
            <a:r>
              <a:rPr sz="2400" spc="-204" dirty="0">
                <a:latin typeface="Trebuchet MS"/>
                <a:cs typeface="Trebuchet MS"/>
              </a:rPr>
              <a:t>To</a:t>
            </a:r>
            <a:r>
              <a:rPr sz="2400" spc="-195" dirty="0">
                <a:latin typeface="Trebuchet MS"/>
                <a:cs typeface="Trebuchet MS"/>
              </a:rPr>
              <a:t> </a:t>
            </a:r>
            <a:r>
              <a:rPr sz="2400" spc="-100" dirty="0">
                <a:latin typeface="Trebuchet MS"/>
                <a:cs typeface="Trebuchet MS"/>
              </a:rPr>
              <a:t>identify</a:t>
            </a:r>
            <a:r>
              <a:rPr sz="2400" spc="-175" dirty="0">
                <a:latin typeface="Trebuchet MS"/>
                <a:cs typeface="Trebuchet MS"/>
              </a:rPr>
              <a:t> </a:t>
            </a:r>
            <a:r>
              <a:rPr sz="2400" spc="-50" dirty="0">
                <a:latin typeface="Trebuchet MS"/>
                <a:cs typeface="Trebuchet MS"/>
              </a:rPr>
              <a:t>factors</a:t>
            </a:r>
            <a:r>
              <a:rPr sz="2400" spc="-185" dirty="0">
                <a:latin typeface="Trebuchet MS"/>
                <a:cs typeface="Trebuchet MS"/>
              </a:rPr>
              <a:t> </a:t>
            </a:r>
            <a:r>
              <a:rPr sz="2400" spc="-50" dirty="0">
                <a:latin typeface="Trebuchet MS"/>
                <a:cs typeface="Trebuchet MS"/>
              </a:rPr>
              <a:t>influencing</a:t>
            </a:r>
            <a:r>
              <a:rPr sz="2400" spc="-180" dirty="0">
                <a:latin typeface="Trebuchet MS"/>
                <a:cs typeface="Trebuchet MS"/>
              </a:rPr>
              <a:t> </a:t>
            </a:r>
            <a:r>
              <a:rPr sz="2400" spc="-85" dirty="0">
                <a:latin typeface="Trebuchet MS"/>
                <a:cs typeface="Trebuchet MS"/>
              </a:rPr>
              <a:t>the</a:t>
            </a:r>
            <a:r>
              <a:rPr sz="2400" spc="-130" dirty="0">
                <a:latin typeface="Trebuchet MS"/>
                <a:cs typeface="Trebuchet MS"/>
              </a:rPr>
              <a:t> </a:t>
            </a:r>
            <a:r>
              <a:rPr sz="2400" dirty="0">
                <a:latin typeface="Trebuchet MS"/>
                <a:cs typeface="Trebuchet MS"/>
              </a:rPr>
              <a:t>misuse</a:t>
            </a:r>
            <a:r>
              <a:rPr sz="2400" spc="-135" dirty="0">
                <a:latin typeface="Trebuchet MS"/>
                <a:cs typeface="Trebuchet MS"/>
              </a:rPr>
              <a:t> </a:t>
            </a:r>
            <a:r>
              <a:rPr sz="2400" spc="-100" dirty="0">
                <a:latin typeface="Trebuchet MS"/>
                <a:cs typeface="Trebuchet MS"/>
              </a:rPr>
              <a:t>of</a:t>
            </a:r>
            <a:r>
              <a:rPr sz="2400" spc="-105" dirty="0">
                <a:latin typeface="Trebuchet MS"/>
                <a:cs typeface="Trebuchet MS"/>
              </a:rPr>
              <a:t> </a:t>
            </a:r>
            <a:r>
              <a:rPr sz="2400" spc="-55" dirty="0">
                <a:latin typeface="Trebuchet MS"/>
                <a:cs typeface="Trebuchet MS"/>
              </a:rPr>
              <a:t>antibiotics</a:t>
            </a:r>
            <a:r>
              <a:rPr sz="2400" spc="-185" dirty="0">
                <a:latin typeface="Trebuchet MS"/>
                <a:cs typeface="Trebuchet MS"/>
              </a:rPr>
              <a:t> </a:t>
            </a:r>
            <a:r>
              <a:rPr sz="2400" dirty="0">
                <a:latin typeface="Trebuchet MS"/>
                <a:cs typeface="Trebuchet MS"/>
              </a:rPr>
              <a:t>among</a:t>
            </a:r>
            <a:r>
              <a:rPr sz="2400" spc="-180" dirty="0">
                <a:latin typeface="Trebuchet MS"/>
                <a:cs typeface="Trebuchet MS"/>
              </a:rPr>
              <a:t> </a:t>
            </a:r>
            <a:r>
              <a:rPr sz="2400" spc="-10" dirty="0">
                <a:latin typeface="Trebuchet MS"/>
                <a:cs typeface="Trebuchet MS"/>
              </a:rPr>
              <a:t>students.</a:t>
            </a:r>
            <a:endParaRPr sz="2400">
              <a:latin typeface="Trebuchet MS"/>
              <a:cs typeface="Trebuchet MS"/>
            </a:endParaRPr>
          </a:p>
          <a:p>
            <a:pPr marL="298450" marR="752475" indent="-286385">
              <a:lnSpc>
                <a:spcPts val="4360"/>
              </a:lnSpc>
              <a:spcBef>
                <a:spcPts val="114"/>
              </a:spcBef>
              <a:buChar char="•"/>
              <a:tabLst>
                <a:tab pos="298450" algn="l"/>
                <a:tab pos="360045" algn="l"/>
              </a:tabLst>
            </a:pPr>
            <a:r>
              <a:rPr sz="2400" dirty="0">
                <a:latin typeface="Arial MT"/>
                <a:cs typeface="Arial MT"/>
              </a:rPr>
              <a:t>	</a:t>
            </a:r>
            <a:r>
              <a:rPr sz="2400" spc="-204" dirty="0">
                <a:latin typeface="Trebuchet MS"/>
                <a:cs typeface="Trebuchet MS"/>
              </a:rPr>
              <a:t>To</a:t>
            </a:r>
            <a:r>
              <a:rPr sz="2400" spc="-210" dirty="0">
                <a:latin typeface="Trebuchet MS"/>
                <a:cs typeface="Trebuchet MS"/>
              </a:rPr>
              <a:t> </a:t>
            </a:r>
            <a:r>
              <a:rPr sz="2400" spc="-70" dirty="0">
                <a:latin typeface="Trebuchet MS"/>
                <a:cs typeface="Trebuchet MS"/>
              </a:rPr>
              <a:t>provide</a:t>
            </a:r>
            <a:r>
              <a:rPr sz="2400" spc="-220" dirty="0">
                <a:latin typeface="Trebuchet MS"/>
                <a:cs typeface="Trebuchet MS"/>
              </a:rPr>
              <a:t> </a:t>
            </a:r>
            <a:r>
              <a:rPr sz="2400" spc="-25" dirty="0">
                <a:latin typeface="Trebuchet MS"/>
                <a:cs typeface="Trebuchet MS"/>
              </a:rPr>
              <a:t>baseline</a:t>
            </a:r>
            <a:r>
              <a:rPr sz="2400" spc="-225" dirty="0">
                <a:latin typeface="Trebuchet MS"/>
                <a:cs typeface="Trebuchet MS"/>
              </a:rPr>
              <a:t> </a:t>
            </a:r>
            <a:r>
              <a:rPr sz="2400" spc="-50" dirty="0">
                <a:latin typeface="Trebuchet MS"/>
                <a:cs typeface="Trebuchet MS"/>
              </a:rPr>
              <a:t>data</a:t>
            </a:r>
            <a:r>
              <a:rPr sz="2400" spc="-160" dirty="0">
                <a:latin typeface="Trebuchet MS"/>
                <a:cs typeface="Trebuchet MS"/>
              </a:rPr>
              <a:t> </a:t>
            </a:r>
            <a:r>
              <a:rPr sz="2400" spc="-100" dirty="0">
                <a:latin typeface="Trebuchet MS"/>
                <a:cs typeface="Trebuchet MS"/>
              </a:rPr>
              <a:t>that</a:t>
            </a:r>
            <a:r>
              <a:rPr sz="2400" spc="-265" dirty="0">
                <a:latin typeface="Trebuchet MS"/>
                <a:cs typeface="Trebuchet MS"/>
              </a:rPr>
              <a:t> </a:t>
            </a:r>
            <a:r>
              <a:rPr sz="2400" dirty="0">
                <a:latin typeface="Trebuchet MS"/>
                <a:cs typeface="Trebuchet MS"/>
              </a:rPr>
              <a:t>may</a:t>
            </a:r>
            <a:r>
              <a:rPr sz="2400" spc="-195" dirty="0">
                <a:latin typeface="Trebuchet MS"/>
                <a:cs typeface="Trebuchet MS"/>
              </a:rPr>
              <a:t> </a:t>
            </a:r>
            <a:r>
              <a:rPr sz="2400" spc="-50" dirty="0">
                <a:latin typeface="Trebuchet MS"/>
                <a:cs typeface="Trebuchet MS"/>
              </a:rPr>
              <a:t>guide</a:t>
            </a:r>
            <a:r>
              <a:rPr sz="2400" spc="-220" dirty="0">
                <a:latin typeface="Trebuchet MS"/>
                <a:cs typeface="Trebuchet MS"/>
              </a:rPr>
              <a:t> </a:t>
            </a:r>
            <a:r>
              <a:rPr sz="2400" spc="-45" dirty="0">
                <a:latin typeface="Trebuchet MS"/>
                <a:cs typeface="Trebuchet MS"/>
              </a:rPr>
              <a:t>educational</a:t>
            </a:r>
            <a:r>
              <a:rPr sz="2400" spc="-185" dirty="0">
                <a:latin typeface="Trebuchet MS"/>
                <a:cs typeface="Trebuchet MS"/>
              </a:rPr>
              <a:t> </a:t>
            </a:r>
            <a:r>
              <a:rPr sz="2400" spc="-65" dirty="0">
                <a:latin typeface="Trebuchet MS"/>
                <a:cs typeface="Trebuchet MS"/>
              </a:rPr>
              <a:t>interventions</a:t>
            </a:r>
            <a:r>
              <a:rPr sz="2400" spc="-200" dirty="0">
                <a:latin typeface="Trebuchet MS"/>
                <a:cs typeface="Trebuchet MS"/>
              </a:rPr>
              <a:t> </a:t>
            </a:r>
            <a:r>
              <a:rPr sz="2400" spc="-25" dirty="0">
                <a:latin typeface="Trebuchet MS"/>
                <a:cs typeface="Trebuchet MS"/>
              </a:rPr>
              <a:t>and </a:t>
            </a:r>
            <a:r>
              <a:rPr sz="2400" spc="-10" dirty="0">
                <a:latin typeface="Trebuchet MS"/>
                <a:cs typeface="Trebuchet MS"/>
              </a:rPr>
              <a:t>awareness</a:t>
            </a:r>
            <a:r>
              <a:rPr sz="2400" spc="-195" dirty="0">
                <a:latin typeface="Trebuchet MS"/>
                <a:cs typeface="Trebuchet MS"/>
              </a:rPr>
              <a:t> </a:t>
            </a:r>
            <a:r>
              <a:rPr sz="2400" spc="-35" dirty="0">
                <a:latin typeface="Trebuchet MS"/>
                <a:cs typeface="Trebuchet MS"/>
              </a:rPr>
              <a:t>programs</a:t>
            </a:r>
            <a:r>
              <a:rPr sz="2400" spc="-190" dirty="0">
                <a:latin typeface="Trebuchet MS"/>
                <a:cs typeface="Trebuchet MS"/>
              </a:rPr>
              <a:t> </a:t>
            </a:r>
            <a:r>
              <a:rPr sz="2400" spc="-60" dirty="0">
                <a:latin typeface="Trebuchet MS"/>
                <a:cs typeface="Trebuchet MS"/>
              </a:rPr>
              <a:t>to</a:t>
            </a:r>
            <a:r>
              <a:rPr sz="2400" spc="-195" dirty="0">
                <a:latin typeface="Trebuchet MS"/>
                <a:cs typeface="Trebuchet MS"/>
              </a:rPr>
              <a:t> </a:t>
            </a:r>
            <a:r>
              <a:rPr sz="2400" spc="-55" dirty="0">
                <a:latin typeface="Trebuchet MS"/>
                <a:cs typeface="Trebuchet MS"/>
              </a:rPr>
              <a:t>promote</a:t>
            </a:r>
            <a:r>
              <a:rPr sz="2400" spc="-215" dirty="0">
                <a:latin typeface="Trebuchet MS"/>
                <a:cs typeface="Trebuchet MS"/>
              </a:rPr>
              <a:t> </a:t>
            </a:r>
            <a:r>
              <a:rPr sz="2400" spc="-80" dirty="0">
                <a:latin typeface="Trebuchet MS"/>
                <a:cs typeface="Trebuchet MS"/>
              </a:rPr>
              <a:t>rational</a:t>
            </a:r>
            <a:r>
              <a:rPr sz="2400" spc="-175" dirty="0">
                <a:latin typeface="Trebuchet MS"/>
                <a:cs typeface="Trebuchet MS"/>
              </a:rPr>
              <a:t> </a:t>
            </a:r>
            <a:r>
              <a:rPr sz="2400" spc="-70" dirty="0">
                <a:latin typeface="Trebuchet MS"/>
                <a:cs typeface="Trebuchet MS"/>
              </a:rPr>
              <a:t>antibiotic</a:t>
            </a:r>
            <a:r>
              <a:rPr sz="2400" spc="-215" dirty="0">
                <a:latin typeface="Trebuchet MS"/>
                <a:cs typeface="Trebuchet MS"/>
              </a:rPr>
              <a:t> </a:t>
            </a:r>
            <a:r>
              <a:rPr sz="2400" spc="-25" dirty="0">
                <a:latin typeface="Trebuchet MS"/>
                <a:cs typeface="Trebuchet MS"/>
              </a:rPr>
              <a:t>use</a:t>
            </a:r>
            <a:endParaRPr sz="2400">
              <a:latin typeface="Trebuchet MS"/>
              <a:cs typeface="Trebuchet MS"/>
            </a:endParaRPr>
          </a:p>
        </p:txBody>
      </p:sp>
      <p:grpSp>
        <p:nvGrpSpPr>
          <p:cNvPr id="6" name="object 6"/>
          <p:cNvGrpSpPr/>
          <p:nvPr/>
        </p:nvGrpSpPr>
        <p:grpSpPr>
          <a:xfrm>
            <a:off x="248602" y="315340"/>
            <a:ext cx="3332479" cy="760095"/>
            <a:chOff x="248602" y="315340"/>
            <a:chExt cx="3332479" cy="760095"/>
          </a:xfrm>
        </p:grpSpPr>
        <p:sp>
          <p:nvSpPr>
            <p:cNvPr id="7" name="object 7"/>
            <p:cNvSpPr/>
            <p:nvPr/>
          </p:nvSpPr>
          <p:spPr>
            <a:xfrm>
              <a:off x="252412" y="319150"/>
              <a:ext cx="3324860" cy="752475"/>
            </a:xfrm>
            <a:custGeom>
              <a:avLst/>
              <a:gdLst/>
              <a:ahLst/>
              <a:cxnLst/>
              <a:rect l="l" t="t" r="r" b="b"/>
              <a:pathLst>
                <a:path w="3324860" h="752475">
                  <a:moveTo>
                    <a:pt x="2982531" y="0"/>
                  </a:moveTo>
                  <a:lnTo>
                    <a:pt x="341655" y="0"/>
                  </a:lnTo>
                  <a:lnTo>
                    <a:pt x="295296" y="3117"/>
                  </a:lnTo>
                  <a:lnTo>
                    <a:pt x="250832" y="12200"/>
                  </a:lnTo>
                  <a:lnTo>
                    <a:pt x="208670" y="26840"/>
                  </a:lnTo>
                  <a:lnTo>
                    <a:pt x="169218" y="46632"/>
                  </a:lnTo>
                  <a:lnTo>
                    <a:pt x="132883" y="71169"/>
                  </a:lnTo>
                  <a:lnTo>
                    <a:pt x="100071" y="100044"/>
                  </a:lnTo>
                  <a:lnTo>
                    <a:pt x="71190" y="132850"/>
                  </a:lnTo>
                  <a:lnTo>
                    <a:pt x="46647" y="169182"/>
                  </a:lnTo>
                  <a:lnTo>
                    <a:pt x="26849" y="208633"/>
                  </a:lnTo>
                  <a:lnTo>
                    <a:pt x="12204" y="250795"/>
                  </a:lnTo>
                  <a:lnTo>
                    <a:pt x="3119" y="295263"/>
                  </a:lnTo>
                  <a:lnTo>
                    <a:pt x="0" y="341629"/>
                  </a:lnTo>
                  <a:lnTo>
                    <a:pt x="0" y="410718"/>
                  </a:lnTo>
                  <a:lnTo>
                    <a:pt x="3119" y="457087"/>
                  </a:lnTo>
                  <a:lnTo>
                    <a:pt x="12204" y="501561"/>
                  </a:lnTo>
                  <a:lnTo>
                    <a:pt x="26849" y="543734"/>
                  </a:lnTo>
                  <a:lnTo>
                    <a:pt x="46647" y="583198"/>
                  </a:lnTo>
                  <a:lnTo>
                    <a:pt x="71190" y="619544"/>
                  </a:lnTo>
                  <a:lnTo>
                    <a:pt x="100071" y="652367"/>
                  </a:lnTo>
                  <a:lnTo>
                    <a:pt x="132883" y="681257"/>
                  </a:lnTo>
                  <a:lnTo>
                    <a:pt x="169218" y="705809"/>
                  </a:lnTo>
                  <a:lnTo>
                    <a:pt x="208670" y="725614"/>
                  </a:lnTo>
                  <a:lnTo>
                    <a:pt x="250832" y="740265"/>
                  </a:lnTo>
                  <a:lnTo>
                    <a:pt x="295296" y="749354"/>
                  </a:lnTo>
                  <a:lnTo>
                    <a:pt x="341655" y="752475"/>
                  </a:lnTo>
                  <a:lnTo>
                    <a:pt x="2982531" y="752475"/>
                  </a:lnTo>
                  <a:lnTo>
                    <a:pt x="3028900" y="749354"/>
                  </a:lnTo>
                  <a:lnTo>
                    <a:pt x="3073375" y="740265"/>
                  </a:lnTo>
                  <a:lnTo>
                    <a:pt x="3115548" y="725614"/>
                  </a:lnTo>
                  <a:lnTo>
                    <a:pt x="3155011" y="705809"/>
                  </a:lnTo>
                  <a:lnTo>
                    <a:pt x="3191358" y="681257"/>
                  </a:lnTo>
                  <a:lnTo>
                    <a:pt x="3224180" y="652367"/>
                  </a:lnTo>
                  <a:lnTo>
                    <a:pt x="3253071" y="619544"/>
                  </a:lnTo>
                  <a:lnTo>
                    <a:pt x="3277623" y="583198"/>
                  </a:lnTo>
                  <a:lnTo>
                    <a:pt x="3297428" y="543734"/>
                  </a:lnTo>
                  <a:lnTo>
                    <a:pt x="3312078" y="501561"/>
                  </a:lnTo>
                  <a:lnTo>
                    <a:pt x="3321168" y="457087"/>
                  </a:lnTo>
                  <a:lnTo>
                    <a:pt x="3324288" y="410718"/>
                  </a:lnTo>
                  <a:lnTo>
                    <a:pt x="3324288" y="341629"/>
                  </a:lnTo>
                  <a:lnTo>
                    <a:pt x="3321168" y="295263"/>
                  </a:lnTo>
                  <a:lnTo>
                    <a:pt x="3312078" y="250795"/>
                  </a:lnTo>
                  <a:lnTo>
                    <a:pt x="3297428" y="208633"/>
                  </a:lnTo>
                  <a:lnTo>
                    <a:pt x="3277623" y="169182"/>
                  </a:lnTo>
                  <a:lnTo>
                    <a:pt x="3253071" y="132850"/>
                  </a:lnTo>
                  <a:lnTo>
                    <a:pt x="3224180" y="100044"/>
                  </a:lnTo>
                  <a:lnTo>
                    <a:pt x="3191358" y="71169"/>
                  </a:lnTo>
                  <a:lnTo>
                    <a:pt x="3155011" y="46632"/>
                  </a:lnTo>
                  <a:lnTo>
                    <a:pt x="3115548" y="26840"/>
                  </a:lnTo>
                  <a:lnTo>
                    <a:pt x="3073375" y="12200"/>
                  </a:lnTo>
                  <a:lnTo>
                    <a:pt x="3028900" y="3117"/>
                  </a:lnTo>
                  <a:lnTo>
                    <a:pt x="2982531" y="0"/>
                  </a:lnTo>
                  <a:close/>
                </a:path>
              </a:pathLst>
            </a:custGeom>
            <a:solidFill>
              <a:srgbClr val="C1E4F5"/>
            </a:solidFill>
          </p:spPr>
          <p:txBody>
            <a:bodyPr wrap="square" lIns="0" tIns="0" rIns="0" bIns="0" rtlCol="0"/>
            <a:lstStyle/>
            <a:p>
              <a:endParaRPr/>
            </a:p>
          </p:txBody>
        </p:sp>
        <p:sp>
          <p:nvSpPr>
            <p:cNvPr id="8" name="object 8"/>
            <p:cNvSpPr/>
            <p:nvPr/>
          </p:nvSpPr>
          <p:spPr>
            <a:xfrm>
              <a:off x="252412" y="319150"/>
              <a:ext cx="3324860" cy="752475"/>
            </a:xfrm>
            <a:custGeom>
              <a:avLst/>
              <a:gdLst/>
              <a:ahLst/>
              <a:cxnLst/>
              <a:rect l="l" t="t" r="r" b="b"/>
              <a:pathLst>
                <a:path w="3324860" h="752475">
                  <a:moveTo>
                    <a:pt x="0" y="341629"/>
                  </a:moveTo>
                  <a:lnTo>
                    <a:pt x="3119" y="295263"/>
                  </a:lnTo>
                  <a:lnTo>
                    <a:pt x="12204" y="250795"/>
                  </a:lnTo>
                  <a:lnTo>
                    <a:pt x="26849" y="208633"/>
                  </a:lnTo>
                  <a:lnTo>
                    <a:pt x="46647" y="169182"/>
                  </a:lnTo>
                  <a:lnTo>
                    <a:pt x="71190" y="132850"/>
                  </a:lnTo>
                  <a:lnTo>
                    <a:pt x="100071" y="100044"/>
                  </a:lnTo>
                  <a:lnTo>
                    <a:pt x="132883" y="71169"/>
                  </a:lnTo>
                  <a:lnTo>
                    <a:pt x="169218" y="46632"/>
                  </a:lnTo>
                  <a:lnTo>
                    <a:pt x="208670" y="26840"/>
                  </a:lnTo>
                  <a:lnTo>
                    <a:pt x="250832" y="12200"/>
                  </a:lnTo>
                  <a:lnTo>
                    <a:pt x="295296" y="3117"/>
                  </a:lnTo>
                  <a:lnTo>
                    <a:pt x="341655" y="0"/>
                  </a:lnTo>
                  <a:lnTo>
                    <a:pt x="2982531" y="0"/>
                  </a:lnTo>
                  <a:lnTo>
                    <a:pt x="3028900" y="3117"/>
                  </a:lnTo>
                  <a:lnTo>
                    <a:pt x="3073375" y="12200"/>
                  </a:lnTo>
                  <a:lnTo>
                    <a:pt x="3115548" y="26840"/>
                  </a:lnTo>
                  <a:lnTo>
                    <a:pt x="3155011" y="46632"/>
                  </a:lnTo>
                  <a:lnTo>
                    <a:pt x="3191358" y="71169"/>
                  </a:lnTo>
                  <a:lnTo>
                    <a:pt x="3224180" y="100044"/>
                  </a:lnTo>
                  <a:lnTo>
                    <a:pt x="3253071" y="132850"/>
                  </a:lnTo>
                  <a:lnTo>
                    <a:pt x="3277623" y="169182"/>
                  </a:lnTo>
                  <a:lnTo>
                    <a:pt x="3297428" y="208633"/>
                  </a:lnTo>
                  <a:lnTo>
                    <a:pt x="3312078" y="250795"/>
                  </a:lnTo>
                  <a:lnTo>
                    <a:pt x="3321168" y="295263"/>
                  </a:lnTo>
                  <a:lnTo>
                    <a:pt x="3324288" y="341629"/>
                  </a:lnTo>
                  <a:lnTo>
                    <a:pt x="3324288" y="410718"/>
                  </a:lnTo>
                  <a:lnTo>
                    <a:pt x="3321168" y="457087"/>
                  </a:lnTo>
                  <a:lnTo>
                    <a:pt x="3312078" y="501561"/>
                  </a:lnTo>
                  <a:lnTo>
                    <a:pt x="3297428" y="543734"/>
                  </a:lnTo>
                  <a:lnTo>
                    <a:pt x="3277623" y="583198"/>
                  </a:lnTo>
                  <a:lnTo>
                    <a:pt x="3253071" y="619544"/>
                  </a:lnTo>
                  <a:lnTo>
                    <a:pt x="3224180" y="652367"/>
                  </a:lnTo>
                  <a:lnTo>
                    <a:pt x="3191358" y="681257"/>
                  </a:lnTo>
                  <a:lnTo>
                    <a:pt x="3155011" y="705809"/>
                  </a:lnTo>
                  <a:lnTo>
                    <a:pt x="3115548" y="725614"/>
                  </a:lnTo>
                  <a:lnTo>
                    <a:pt x="3073375" y="740265"/>
                  </a:lnTo>
                  <a:lnTo>
                    <a:pt x="3028900" y="749354"/>
                  </a:lnTo>
                  <a:lnTo>
                    <a:pt x="2982531" y="752475"/>
                  </a:lnTo>
                  <a:lnTo>
                    <a:pt x="341655" y="752475"/>
                  </a:lnTo>
                  <a:lnTo>
                    <a:pt x="295296" y="749354"/>
                  </a:lnTo>
                  <a:lnTo>
                    <a:pt x="250832" y="740265"/>
                  </a:lnTo>
                  <a:lnTo>
                    <a:pt x="208670" y="725614"/>
                  </a:lnTo>
                  <a:lnTo>
                    <a:pt x="169218" y="705809"/>
                  </a:lnTo>
                  <a:lnTo>
                    <a:pt x="132883" y="681257"/>
                  </a:lnTo>
                  <a:lnTo>
                    <a:pt x="100071" y="652367"/>
                  </a:lnTo>
                  <a:lnTo>
                    <a:pt x="71190" y="619544"/>
                  </a:lnTo>
                  <a:lnTo>
                    <a:pt x="46647" y="583198"/>
                  </a:lnTo>
                  <a:lnTo>
                    <a:pt x="26849" y="543734"/>
                  </a:lnTo>
                  <a:lnTo>
                    <a:pt x="12204" y="501561"/>
                  </a:lnTo>
                  <a:lnTo>
                    <a:pt x="3119" y="457087"/>
                  </a:lnTo>
                  <a:lnTo>
                    <a:pt x="0" y="410718"/>
                  </a:lnTo>
                  <a:lnTo>
                    <a:pt x="0" y="341629"/>
                  </a:lnTo>
                  <a:close/>
                </a:path>
              </a:pathLst>
            </a:custGeom>
            <a:ln w="7620">
              <a:solidFill>
                <a:srgbClr val="BED2D7"/>
              </a:solidFill>
            </a:ln>
          </p:spPr>
          <p:txBody>
            <a:bodyPr wrap="square" lIns="0" tIns="0" rIns="0" bIns="0" rtlCol="0"/>
            <a:lstStyle/>
            <a:p>
              <a:endParaRPr/>
            </a:p>
          </p:txBody>
        </p:sp>
      </p:grpSp>
      <p:sp>
        <p:nvSpPr>
          <p:cNvPr id="9" name="object 9"/>
          <p:cNvSpPr txBox="1">
            <a:spLocks noGrp="1"/>
          </p:cNvSpPr>
          <p:nvPr>
            <p:ph type="title"/>
          </p:nvPr>
        </p:nvSpPr>
        <p:spPr>
          <a:xfrm>
            <a:off x="428942" y="420369"/>
            <a:ext cx="2665730" cy="575310"/>
          </a:xfrm>
          <a:prstGeom prst="rect">
            <a:avLst/>
          </a:prstGeom>
        </p:spPr>
        <p:txBody>
          <a:bodyPr vert="horz" wrap="square" lIns="0" tIns="13335" rIns="0" bIns="0" rtlCol="0">
            <a:spAutoFit/>
          </a:bodyPr>
          <a:lstStyle/>
          <a:p>
            <a:pPr marL="12700">
              <a:lnSpc>
                <a:spcPct val="100000"/>
              </a:lnSpc>
              <a:spcBef>
                <a:spcPts val="105"/>
              </a:spcBef>
            </a:pPr>
            <a:r>
              <a:rPr sz="3600" spc="-10" dirty="0"/>
              <a:t>OBJECTIVE</a:t>
            </a:r>
            <a:endParaRPr sz="3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29552" y="429641"/>
            <a:ext cx="4571048" cy="817244"/>
            <a:chOff x="229552" y="429641"/>
            <a:chExt cx="3503929" cy="817244"/>
          </a:xfrm>
        </p:grpSpPr>
        <p:sp>
          <p:nvSpPr>
            <p:cNvPr id="3" name="object 3"/>
            <p:cNvSpPr/>
            <p:nvPr/>
          </p:nvSpPr>
          <p:spPr>
            <a:xfrm>
              <a:off x="233362" y="433451"/>
              <a:ext cx="3496310" cy="809625"/>
            </a:xfrm>
            <a:custGeom>
              <a:avLst/>
              <a:gdLst/>
              <a:ahLst/>
              <a:cxnLst/>
              <a:rect l="l" t="t" r="r" b="b"/>
              <a:pathLst>
                <a:path w="3496310" h="809625">
                  <a:moveTo>
                    <a:pt x="3128073" y="0"/>
                  </a:moveTo>
                  <a:lnTo>
                    <a:pt x="367614" y="0"/>
                  </a:lnTo>
                  <a:lnTo>
                    <a:pt x="321502" y="2862"/>
                  </a:lnTo>
                  <a:lnTo>
                    <a:pt x="277099" y="11219"/>
                  </a:lnTo>
                  <a:lnTo>
                    <a:pt x="234750" y="24728"/>
                  </a:lnTo>
                  <a:lnTo>
                    <a:pt x="194799" y="43045"/>
                  </a:lnTo>
                  <a:lnTo>
                    <a:pt x="157590" y="65826"/>
                  </a:lnTo>
                  <a:lnTo>
                    <a:pt x="123469" y="92728"/>
                  </a:lnTo>
                  <a:lnTo>
                    <a:pt x="92779" y="123406"/>
                  </a:lnTo>
                  <a:lnTo>
                    <a:pt x="65865" y="157517"/>
                  </a:lnTo>
                  <a:lnTo>
                    <a:pt x="43072" y="194717"/>
                  </a:lnTo>
                  <a:lnTo>
                    <a:pt x="24745" y="234663"/>
                  </a:lnTo>
                  <a:lnTo>
                    <a:pt x="11227" y="277011"/>
                  </a:lnTo>
                  <a:lnTo>
                    <a:pt x="2864" y="321417"/>
                  </a:lnTo>
                  <a:lnTo>
                    <a:pt x="0" y="367538"/>
                  </a:lnTo>
                  <a:lnTo>
                    <a:pt x="0" y="441960"/>
                  </a:lnTo>
                  <a:lnTo>
                    <a:pt x="2864" y="488082"/>
                  </a:lnTo>
                  <a:lnTo>
                    <a:pt x="11227" y="532494"/>
                  </a:lnTo>
                  <a:lnTo>
                    <a:pt x="24745" y="574851"/>
                  </a:lnTo>
                  <a:lnTo>
                    <a:pt x="43072" y="614808"/>
                  </a:lnTo>
                  <a:lnTo>
                    <a:pt x="65865" y="652022"/>
                  </a:lnTo>
                  <a:lnTo>
                    <a:pt x="92779" y="686147"/>
                  </a:lnTo>
                  <a:lnTo>
                    <a:pt x="123469" y="716840"/>
                  </a:lnTo>
                  <a:lnTo>
                    <a:pt x="157590" y="743756"/>
                  </a:lnTo>
                  <a:lnTo>
                    <a:pt x="194799" y="766550"/>
                  </a:lnTo>
                  <a:lnTo>
                    <a:pt x="234750" y="784879"/>
                  </a:lnTo>
                  <a:lnTo>
                    <a:pt x="277099" y="798397"/>
                  </a:lnTo>
                  <a:lnTo>
                    <a:pt x="321502" y="806760"/>
                  </a:lnTo>
                  <a:lnTo>
                    <a:pt x="367614" y="809625"/>
                  </a:lnTo>
                  <a:lnTo>
                    <a:pt x="3128073" y="809625"/>
                  </a:lnTo>
                  <a:lnTo>
                    <a:pt x="3174196" y="806760"/>
                  </a:lnTo>
                  <a:lnTo>
                    <a:pt x="3218607" y="798397"/>
                  </a:lnTo>
                  <a:lnTo>
                    <a:pt x="3260964" y="784879"/>
                  </a:lnTo>
                  <a:lnTo>
                    <a:pt x="3300922" y="766550"/>
                  </a:lnTo>
                  <a:lnTo>
                    <a:pt x="3338135" y="743756"/>
                  </a:lnTo>
                  <a:lnTo>
                    <a:pt x="3372261" y="716840"/>
                  </a:lnTo>
                  <a:lnTo>
                    <a:pt x="3402954" y="686147"/>
                  </a:lnTo>
                  <a:lnTo>
                    <a:pt x="3429869" y="652022"/>
                  </a:lnTo>
                  <a:lnTo>
                    <a:pt x="3452664" y="614808"/>
                  </a:lnTo>
                  <a:lnTo>
                    <a:pt x="3470992" y="574851"/>
                  </a:lnTo>
                  <a:lnTo>
                    <a:pt x="3484510" y="532494"/>
                  </a:lnTo>
                  <a:lnTo>
                    <a:pt x="3492874" y="488082"/>
                  </a:lnTo>
                  <a:lnTo>
                    <a:pt x="3495738" y="441960"/>
                  </a:lnTo>
                  <a:lnTo>
                    <a:pt x="3495738" y="367538"/>
                  </a:lnTo>
                  <a:lnTo>
                    <a:pt x="3492874" y="321417"/>
                  </a:lnTo>
                  <a:lnTo>
                    <a:pt x="3484510" y="277011"/>
                  </a:lnTo>
                  <a:lnTo>
                    <a:pt x="3470992" y="234663"/>
                  </a:lnTo>
                  <a:lnTo>
                    <a:pt x="3452664" y="194717"/>
                  </a:lnTo>
                  <a:lnTo>
                    <a:pt x="3429869" y="157517"/>
                  </a:lnTo>
                  <a:lnTo>
                    <a:pt x="3402954" y="123406"/>
                  </a:lnTo>
                  <a:lnTo>
                    <a:pt x="3372261" y="92728"/>
                  </a:lnTo>
                  <a:lnTo>
                    <a:pt x="3338135" y="65826"/>
                  </a:lnTo>
                  <a:lnTo>
                    <a:pt x="3300922" y="43045"/>
                  </a:lnTo>
                  <a:lnTo>
                    <a:pt x="3260964" y="24728"/>
                  </a:lnTo>
                  <a:lnTo>
                    <a:pt x="3218607" y="11219"/>
                  </a:lnTo>
                  <a:lnTo>
                    <a:pt x="3174196" y="2862"/>
                  </a:lnTo>
                  <a:lnTo>
                    <a:pt x="3128073" y="0"/>
                  </a:lnTo>
                  <a:close/>
                </a:path>
              </a:pathLst>
            </a:custGeom>
            <a:solidFill>
              <a:srgbClr val="C1E4F5"/>
            </a:solidFill>
          </p:spPr>
          <p:txBody>
            <a:bodyPr wrap="square" lIns="0" tIns="0" rIns="0" bIns="0" rtlCol="0"/>
            <a:lstStyle/>
            <a:p>
              <a:endParaRPr/>
            </a:p>
          </p:txBody>
        </p:sp>
        <p:sp>
          <p:nvSpPr>
            <p:cNvPr id="4" name="object 4"/>
            <p:cNvSpPr/>
            <p:nvPr/>
          </p:nvSpPr>
          <p:spPr>
            <a:xfrm>
              <a:off x="233362" y="433451"/>
              <a:ext cx="3496310" cy="809625"/>
            </a:xfrm>
            <a:custGeom>
              <a:avLst/>
              <a:gdLst/>
              <a:ahLst/>
              <a:cxnLst/>
              <a:rect l="l" t="t" r="r" b="b"/>
              <a:pathLst>
                <a:path w="3496310" h="809625">
                  <a:moveTo>
                    <a:pt x="0" y="367538"/>
                  </a:moveTo>
                  <a:lnTo>
                    <a:pt x="2864" y="321417"/>
                  </a:lnTo>
                  <a:lnTo>
                    <a:pt x="11227" y="277011"/>
                  </a:lnTo>
                  <a:lnTo>
                    <a:pt x="24745" y="234663"/>
                  </a:lnTo>
                  <a:lnTo>
                    <a:pt x="43072" y="194717"/>
                  </a:lnTo>
                  <a:lnTo>
                    <a:pt x="65865" y="157517"/>
                  </a:lnTo>
                  <a:lnTo>
                    <a:pt x="92779" y="123406"/>
                  </a:lnTo>
                  <a:lnTo>
                    <a:pt x="123469" y="92728"/>
                  </a:lnTo>
                  <a:lnTo>
                    <a:pt x="157590" y="65826"/>
                  </a:lnTo>
                  <a:lnTo>
                    <a:pt x="194799" y="43045"/>
                  </a:lnTo>
                  <a:lnTo>
                    <a:pt x="234750" y="24728"/>
                  </a:lnTo>
                  <a:lnTo>
                    <a:pt x="277099" y="11219"/>
                  </a:lnTo>
                  <a:lnTo>
                    <a:pt x="321502" y="2862"/>
                  </a:lnTo>
                  <a:lnTo>
                    <a:pt x="367614" y="0"/>
                  </a:lnTo>
                  <a:lnTo>
                    <a:pt x="3128073" y="0"/>
                  </a:lnTo>
                  <a:lnTo>
                    <a:pt x="3174196" y="2862"/>
                  </a:lnTo>
                  <a:lnTo>
                    <a:pt x="3218607" y="11219"/>
                  </a:lnTo>
                  <a:lnTo>
                    <a:pt x="3260964" y="24728"/>
                  </a:lnTo>
                  <a:lnTo>
                    <a:pt x="3300922" y="43045"/>
                  </a:lnTo>
                  <a:lnTo>
                    <a:pt x="3338135" y="65826"/>
                  </a:lnTo>
                  <a:lnTo>
                    <a:pt x="3372261" y="92728"/>
                  </a:lnTo>
                  <a:lnTo>
                    <a:pt x="3402954" y="123406"/>
                  </a:lnTo>
                  <a:lnTo>
                    <a:pt x="3429869" y="157517"/>
                  </a:lnTo>
                  <a:lnTo>
                    <a:pt x="3452664" y="194717"/>
                  </a:lnTo>
                  <a:lnTo>
                    <a:pt x="3470992" y="234663"/>
                  </a:lnTo>
                  <a:lnTo>
                    <a:pt x="3484510" y="277011"/>
                  </a:lnTo>
                  <a:lnTo>
                    <a:pt x="3492874" y="321417"/>
                  </a:lnTo>
                  <a:lnTo>
                    <a:pt x="3495738" y="367538"/>
                  </a:lnTo>
                  <a:lnTo>
                    <a:pt x="3495738" y="441960"/>
                  </a:lnTo>
                  <a:lnTo>
                    <a:pt x="3492874" y="488082"/>
                  </a:lnTo>
                  <a:lnTo>
                    <a:pt x="3484510" y="532494"/>
                  </a:lnTo>
                  <a:lnTo>
                    <a:pt x="3470992" y="574851"/>
                  </a:lnTo>
                  <a:lnTo>
                    <a:pt x="3452664" y="614808"/>
                  </a:lnTo>
                  <a:lnTo>
                    <a:pt x="3429869" y="652022"/>
                  </a:lnTo>
                  <a:lnTo>
                    <a:pt x="3402954" y="686147"/>
                  </a:lnTo>
                  <a:lnTo>
                    <a:pt x="3372261" y="716840"/>
                  </a:lnTo>
                  <a:lnTo>
                    <a:pt x="3338135" y="743756"/>
                  </a:lnTo>
                  <a:lnTo>
                    <a:pt x="3300922" y="766550"/>
                  </a:lnTo>
                  <a:lnTo>
                    <a:pt x="3260964" y="784879"/>
                  </a:lnTo>
                  <a:lnTo>
                    <a:pt x="3218607" y="798397"/>
                  </a:lnTo>
                  <a:lnTo>
                    <a:pt x="3174196" y="806760"/>
                  </a:lnTo>
                  <a:lnTo>
                    <a:pt x="3128073" y="809625"/>
                  </a:lnTo>
                  <a:lnTo>
                    <a:pt x="367614" y="809625"/>
                  </a:lnTo>
                  <a:lnTo>
                    <a:pt x="321502" y="806760"/>
                  </a:lnTo>
                  <a:lnTo>
                    <a:pt x="277099" y="798397"/>
                  </a:lnTo>
                  <a:lnTo>
                    <a:pt x="234750" y="784879"/>
                  </a:lnTo>
                  <a:lnTo>
                    <a:pt x="194799" y="766550"/>
                  </a:lnTo>
                  <a:lnTo>
                    <a:pt x="157590" y="743756"/>
                  </a:lnTo>
                  <a:lnTo>
                    <a:pt x="123469" y="716840"/>
                  </a:lnTo>
                  <a:lnTo>
                    <a:pt x="92779" y="686147"/>
                  </a:lnTo>
                  <a:lnTo>
                    <a:pt x="65865" y="652022"/>
                  </a:lnTo>
                  <a:lnTo>
                    <a:pt x="43072" y="614808"/>
                  </a:lnTo>
                  <a:lnTo>
                    <a:pt x="24745" y="574851"/>
                  </a:lnTo>
                  <a:lnTo>
                    <a:pt x="11227" y="532494"/>
                  </a:lnTo>
                  <a:lnTo>
                    <a:pt x="2864" y="488082"/>
                  </a:lnTo>
                  <a:lnTo>
                    <a:pt x="0" y="441960"/>
                  </a:lnTo>
                  <a:lnTo>
                    <a:pt x="0" y="367538"/>
                  </a:lnTo>
                  <a:close/>
                </a:path>
              </a:pathLst>
            </a:custGeom>
            <a:ln w="7620">
              <a:solidFill>
                <a:srgbClr val="BED2D7"/>
              </a:solidFill>
            </a:ln>
          </p:spPr>
          <p:txBody>
            <a:bodyPr wrap="square" lIns="0" tIns="0" rIns="0" bIns="0" rtlCol="0"/>
            <a:lstStyle/>
            <a:p>
              <a:endParaRPr/>
            </a:p>
          </p:txBody>
        </p:sp>
      </p:grpSp>
      <p:sp>
        <p:nvSpPr>
          <p:cNvPr id="5" name="object 5"/>
          <p:cNvSpPr txBox="1">
            <a:spLocks noGrp="1"/>
          </p:cNvSpPr>
          <p:nvPr>
            <p:ph type="title"/>
          </p:nvPr>
        </p:nvSpPr>
        <p:spPr>
          <a:xfrm>
            <a:off x="416242" y="538480"/>
            <a:ext cx="3927158" cy="567463"/>
          </a:xfrm>
          <a:prstGeom prst="rect">
            <a:avLst/>
          </a:prstGeom>
        </p:spPr>
        <p:txBody>
          <a:bodyPr vert="horz" wrap="square" lIns="0" tIns="13335" rIns="0" bIns="0" rtlCol="0">
            <a:spAutoFit/>
          </a:bodyPr>
          <a:lstStyle/>
          <a:p>
            <a:pPr marL="12700">
              <a:lnSpc>
                <a:spcPct val="100000"/>
              </a:lnSpc>
              <a:spcBef>
                <a:spcPts val="105"/>
              </a:spcBef>
            </a:pPr>
            <a:r>
              <a:rPr lang="en-US" sz="3600" spc="-35" dirty="0"/>
              <a:t>METHODOLOGY</a:t>
            </a:r>
            <a:endParaRPr sz="3600" dirty="0"/>
          </a:p>
        </p:txBody>
      </p:sp>
      <p:grpSp>
        <p:nvGrpSpPr>
          <p:cNvPr id="6" name="object 6"/>
          <p:cNvGrpSpPr/>
          <p:nvPr/>
        </p:nvGrpSpPr>
        <p:grpSpPr>
          <a:xfrm>
            <a:off x="229552" y="1382141"/>
            <a:ext cx="11133455" cy="5189220"/>
            <a:chOff x="229552" y="1382141"/>
            <a:chExt cx="11133455" cy="5189220"/>
          </a:xfrm>
        </p:grpSpPr>
        <p:sp>
          <p:nvSpPr>
            <p:cNvPr id="7" name="object 7"/>
            <p:cNvSpPr/>
            <p:nvPr/>
          </p:nvSpPr>
          <p:spPr>
            <a:xfrm>
              <a:off x="233362" y="1385951"/>
              <a:ext cx="11125835" cy="5181600"/>
            </a:xfrm>
            <a:custGeom>
              <a:avLst/>
              <a:gdLst/>
              <a:ahLst/>
              <a:cxnLst/>
              <a:rect l="l" t="t" r="r" b="b"/>
              <a:pathLst>
                <a:path w="11125835" h="5181600">
                  <a:moveTo>
                    <a:pt x="10712513" y="0"/>
                  </a:moveTo>
                  <a:lnTo>
                    <a:pt x="412661" y="0"/>
                  </a:lnTo>
                  <a:lnTo>
                    <a:pt x="364537" y="2774"/>
                  </a:lnTo>
                  <a:lnTo>
                    <a:pt x="318043" y="10893"/>
                  </a:lnTo>
                  <a:lnTo>
                    <a:pt x="273489" y="24046"/>
                  </a:lnTo>
                  <a:lnTo>
                    <a:pt x="231185" y="41925"/>
                  </a:lnTo>
                  <a:lnTo>
                    <a:pt x="191440" y="64220"/>
                  </a:lnTo>
                  <a:lnTo>
                    <a:pt x="154564" y="90623"/>
                  </a:lnTo>
                  <a:lnTo>
                    <a:pt x="120867" y="120824"/>
                  </a:lnTo>
                  <a:lnTo>
                    <a:pt x="90658" y="154514"/>
                  </a:lnTo>
                  <a:lnTo>
                    <a:pt x="64247" y="191385"/>
                  </a:lnTo>
                  <a:lnTo>
                    <a:pt x="41944" y="231127"/>
                  </a:lnTo>
                  <a:lnTo>
                    <a:pt x="24058" y="273430"/>
                  </a:lnTo>
                  <a:lnTo>
                    <a:pt x="10898" y="317987"/>
                  </a:lnTo>
                  <a:lnTo>
                    <a:pt x="2776" y="364487"/>
                  </a:lnTo>
                  <a:lnTo>
                    <a:pt x="0" y="412623"/>
                  </a:lnTo>
                  <a:lnTo>
                    <a:pt x="0" y="4768875"/>
                  </a:lnTo>
                  <a:lnTo>
                    <a:pt x="2776" y="4817001"/>
                  </a:lnTo>
                  <a:lnTo>
                    <a:pt x="10898" y="4863497"/>
                  </a:lnTo>
                  <a:lnTo>
                    <a:pt x="24058" y="4908052"/>
                  </a:lnTo>
                  <a:lnTo>
                    <a:pt x="41944" y="4950356"/>
                  </a:lnTo>
                  <a:lnTo>
                    <a:pt x="64247" y="4990101"/>
                  </a:lnTo>
                  <a:lnTo>
                    <a:pt x="90658" y="5026977"/>
                  </a:lnTo>
                  <a:lnTo>
                    <a:pt x="120867" y="5060673"/>
                  </a:lnTo>
                  <a:lnTo>
                    <a:pt x="154564" y="5090881"/>
                  </a:lnTo>
                  <a:lnTo>
                    <a:pt x="191440" y="5117292"/>
                  </a:lnTo>
                  <a:lnTo>
                    <a:pt x="231185" y="5139594"/>
                  </a:lnTo>
                  <a:lnTo>
                    <a:pt x="273489" y="5157479"/>
                  </a:lnTo>
                  <a:lnTo>
                    <a:pt x="318043" y="5170638"/>
                  </a:lnTo>
                  <a:lnTo>
                    <a:pt x="364537" y="5178760"/>
                  </a:lnTo>
                  <a:lnTo>
                    <a:pt x="412661" y="5181536"/>
                  </a:lnTo>
                  <a:lnTo>
                    <a:pt x="10712513" y="5181536"/>
                  </a:lnTo>
                  <a:lnTo>
                    <a:pt x="10760650" y="5178760"/>
                  </a:lnTo>
                  <a:lnTo>
                    <a:pt x="10807156" y="5170638"/>
                  </a:lnTo>
                  <a:lnTo>
                    <a:pt x="10851720" y="5157479"/>
                  </a:lnTo>
                  <a:lnTo>
                    <a:pt x="10894034" y="5139594"/>
                  </a:lnTo>
                  <a:lnTo>
                    <a:pt x="10933788" y="5117292"/>
                  </a:lnTo>
                  <a:lnTo>
                    <a:pt x="10970671" y="5090881"/>
                  </a:lnTo>
                  <a:lnTo>
                    <a:pt x="11004375" y="5060673"/>
                  </a:lnTo>
                  <a:lnTo>
                    <a:pt x="11034589" y="5026977"/>
                  </a:lnTo>
                  <a:lnTo>
                    <a:pt x="11061005" y="4990101"/>
                  </a:lnTo>
                  <a:lnTo>
                    <a:pt x="11083312" y="4950356"/>
                  </a:lnTo>
                  <a:lnTo>
                    <a:pt x="11101201" y="4908052"/>
                  </a:lnTo>
                  <a:lnTo>
                    <a:pt x="11114362" y="4863497"/>
                  </a:lnTo>
                  <a:lnTo>
                    <a:pt x="11122486" y="4817001"/>
                  </a:lnTo>
                  <a:lnTo>
                    <a:pt x="11125263" y="4768875"/>
                  </a:lnTo>
                  <a:lnTo>
                    <a:pt x="11125263" y="412623"/>
                  </a:lnTo>
                  <a:lnTo>
                    <a:pt x="11122486" y="364487"/>
                  </a:lnTo>
                  <a:lnTo>
                    <a:pt x="11114362" y="317987"/>
                  </a:lnTo>
                  <a:lnTo>
                    <a:pt x="11101201" y="273430"/>
                  </a:lnTo>
                  <a:lnTo>
                    <a:pt x="11083312" y="231127"/>
                  </a:lnTo>
                  <a:lnTo>
                    <a:pt x="11061005" y="191385"/>
                  </a:lnTo>
                  <a:lnTo>
                    <a:pt x="11034589" y="154514"/>
                  </a:lnTo>
                  <a:lnTo>
                    <a:pt x="11004375" y="120824"/>
                  </a:lnTo>
                  <a:lnTo>
                    <a:pt x="10970671" y="90623"/>
                  </a:lnTo>
                  <a:lnTo>
                    <a:pt x="10933788" y="64220"/>
                  </a:lnTo>
                  <a:lnTo>
                    <a:pt x="10894034" y="41925"/>
                  </a:lnTo>
                  <a:lnTo>
                    <a:pt x="10851720" y="24046"/>
                  </a:lnTo>
                  <a:lnTo>
                    <a:pt x="10807156" y="10893"/>
                  </a:lnTo>
                  <a:lnTo>
                    <a:pt x="10760650" y="2774"/>
                  </a:lnTo>
                  <a:lnTo>
                    <a:pt x="10712513" y="0"/>
                  </a:lnTo>
                  <a:close/>
                </a:path>
              </a:pathLst>
            </a:custGeom>
            <a:solidFill>
              <a:srgbClr val="C1E4F5"/>
            </a:solidFill>
          </p:spPr>
          <p:txBody>
            <a:bodyPr wrap="square" lIns="0" tIns="0" rIns="0" bIns="0" rtlCol="0"/>
            <a:lstStyle/>
            <a:p>
              <a:endParaRPr/>
            </a:p>
          </p:txBody>
        </p:sp>
        <p:sp>
          <p:nvSpPr>
            <p:cNvPr id="8" name="object 8"/>
            <p:cNvSpPr/>
            <p:nvPr/>
          </p:nvSpPr>
          <p:spPr>
            <a:xfrm>
              <a:off x="233362" y="1385951"/>
              <a:ext cx="11125835" cy="5181600"/>
            </a:xfrm>
            <a:custGeom>
              <a:avLst/>
              <a:gdLst/>
              <a:ahLst/>
              <a:cxnLst/>
              <a:rect l="l" t="t" r="r" b="b"/>
              <a:pathLst>
                <a:path w="11125835" h="5181600">
                  <a:moveTo>
                    <a:pt x="0" y="412623"/>
                  </a:moveTo>
                  <a:lnTo>
                    <a:pt x="2776" y="364487"/>
                  </a:lnTo>
                  <a:lnTo>
                    <a:pt x="10898" y="317987"/>
                  </a:lnTo>
                  <a:lnTo>
                    <a:pt x="24058" y="273430"/>
                  </a:lnTo>
                  <a:lnTo>
                    <a:pt x="41944" y="231127"/>
                  </a:lnTo>
                  <a:lnTo>
                    <a:pt x="64247" y="191385"/>
                  </a:lnTo>
                  <a:lnTo>
                    <a:pt x="90658" y="154514"/>
                  </a:lnTo>
                  <a:lnTo>
                    <a:pt x="120867" y="120824"/>
                  </a:lnTo>
                  <a:lnTo>
                    <a:pt x="154564" y="90623"/>
                  </a:lnTo>
                  <a:lnTo>
                    <a:pt x="191440" y="64220"/>
                  </a:lnTo>
                  <a:lnTo>
                    <a:pt x="231185" y="41925"/>
                  </a:lnTo>
                  <a:lnTo>
                    <a:pt x="273489" y="24046"/>
                  </a:lnTo>
                  <a:lnTo>
                    <a:pt x="318043" y="10893"/>
                  </a:lnTo>
                  <a:lnTo>
                    <a:pt x="364537" y="2774"/>
                  </a:lnTo>
                  <a:lnTo>
                    <a:pt x="412661" y="0"/>
                  </a:lnTo>
                  <a:lnTo>
                    <a:pt x="10712513" y="0"/>
                  </a:lnTo>
                  <a:lnTo>
                    <a:pt x="10760650" y="2774"/>
                  </a:lnTo>
                  <a:lnTo>
                    <a:pt x="10807156" y="10893"/>
                  </a:lnTo>
                  <a:lnTo>
                    <a:pt x="10851720" y="24046"/>
                  </a:lnTo>
                  <a:lnTo>
                    <a:pt x="10894034" y="41925"/>
                  </a:lnTo>
                  <a:lnTo>
                    <a:pt x="10933788" y="64220"/>
                  </a:lnTo>
                  <a:lnTo>
                    <a:pt x="10970671" y="90623"/>
                  </a:lnTo>
                  <a:lnTo>
                    <a:pt x="11004375" y="120824"/>
                  </a:lnTo>
                  <a:lnTo>
                    <a:pt x="11034589" y="154514"/>
                  </a:lnTo>
                  <a:lnTo>
                    <a:pt x="11061005" y="191385"/>
                  </a:lnTo>
                  <a:lnTo>
                    <a:pt x="11083312" y="231127"/>
                  </a:lnTo>
                  <a:lnTo>
                    <a:pt x="11101201" y="273430"/>
                  </a:lnTo>
                  <a:lnTo>
                    <a:pt x="11114362" y="317987"/>
                  </a:lnTo>
                  <a:lnTo>
                    <a:pt x="11122486" y="364487"/>
                  </a:lnTo>
                  <a:lnTo>
                    <a:pt x="11125263" y="412623"/>
                  </a:lnTo>
                  <a:lnTo>
                    <a:pt x="11125263" y="4768875"/>
                  </a:lnTo>
                  <a:lnTo>
                    <a:pt x="11122486" y="4817001"/>
                  </a:lnTo>
                  <a:lnTo>
                    <a:pt x="11114362" y="4863497"/>
                  </a:lnTo>
                  <a:lnTo>
                    <a:pt x="11101201" y="4908052"/>
                  </a:lnTo>
                  <a:lnTo>
                    <a:pt x="11083312" y="4950356"/>
                  </a:lnTo>
                  <a:lnTo>
                    <a:pt x="11061005" y="4990101"/>
                  </a:lnTo>
                  <a:lnTo>
                    <a:pt x="11034589" y="5026977"/>
                  </a:lnTo>
                  <a:lnTo>
                    <a:pt x="11004375" y="5060673"/>
                  </a:lnTo>
                  <a:lnTo>
                    <a:pt x="10970671" y="5090881"/>
                  </a:lnTo>
                  <a:lnTo>
                    <a:pt x="10933788" y="5117292"/>
                  </a:lnTo>
                  <a:lnTo>
                    <a:pt x="10894034" y="5139594"/>
                  </a:lnTo>
                  <a:lnTo>
                    <a:pt x="10851720" y="5157479"/>
                  </a:lnTo>
                  <a:lnTo>
                    <a:pt x="10807156" y="5170638"/>
                  </a:lnTo>
                  <a:lnTo>
                    <a:pt x="10760650" y="5178760"/>
                  </a:lnTo>
                  <a:lnTo>
                    <a:pt x="10712513" y="5181536"/>
                  </a:lnTo>
                  <a:lnTo>
                    <a:pt x="412661" y="5181536"/>
                  </a:lnTo>
                  <a:lnTo>
                    <a:pt x="364537" y="5178760"/>
                  </a:lnTo>
                  <a:lnTo>
                    <a:pt x="318043" y="5170638"/>
                  </a:lnTo>
                  <a:lnTo>
                    <a:pt x="273489" y="5157479"/>
                  </a:lnTo>
                  <a:lnTo>
                    <a:pt x="231185" y="5139594"/>
                  </a:lnTo>
                  <a:lnTo>
                    <a:pt x="191440" y="5117292"/>
                  </a:lnTo>
                  <a:lnTo>
                    <a:pt x="154564" y="5090881"/>
                  </a:lnTo>
                  <a:lnTo>
                    <a:pt x="120867" y="5060673"/>
                  </a:lnTo>
                  <a:lnTo>
                    <a:pt x="90658" y="5026977"/>
                  </a:lnTo>
                  <a:lnTo>
                    <a:pt x="64247" y="4990101"/>
                  </a:lnTo>
                  <a:lnTo>
                    <a:pt x="41944" y="4950356"/>
                  </a:lnTo>
                  <a:lnTo>
                    <a:pt x="24058" y="4908052"/>
                  </a:lnTo>
                  <a:lnTo>
                    <a:pt x="10898" y="4863497"/>
                  </a:lnTo>
                  <a:lnTo>
                    <a:pt x="2776" y="4817001"/>
                  </a:lnTo>
                  <a:lnTo>
                    <a:pt x="0" y="4768875"/>
                  </a:lnTo>
                  <a:lnTo>
                    <a:pt x="0" y="412623"/>
                  </a:lnTo>
                  <a:close/>
                </a:path>
              </a:pathLst>
            </a:custGeom>
            <a:ln w="7620">
              <a:solidFill>
                <a:srgbClr val="C0C1D6"/>
              </a:solidFill>
            </a:ln>
          </p:spPr>
          <p:txBody>
            <a:bodyPr wrap="square" lIns="0" tIns="0" rIns="0" bIns="0" rtlCol="0"/>
            <a:lstStyle/>
            <a:p>
              <a:endParaRPr/>
            </a:p>
          </p:txBody>
        </p:sp>
      </p:grpSp>
      <p:sp>
        <p:nvSpPr>
          <p:cNvPr id="9" name="object 9"/>
          <p:cNvSpPr txBox="1"/>
          <p:nvPr/>
        </p:nvSpPr>
        <p:spPr>
          <a:xfrm>
            <a:off x="428625" y="1399906"/>
            <a:ext cx="10502900" cy="4718050"/>
          </a:xfrm>
          <a:prstGeom prst="rect">
            <a:avLst/>
          </a:prstGeom>
        </p:spPr>
        <p:txBody>
          <a:bodyPr vert="horz" wrap="square" lIns="0" tIns="107315" rIns="0" bIns="0" rtlCol="0">
            <a:spAutoFit/>
          </a:bodyPr>
          <a:lstStyle/>
          <a:p>
            <a:pPr marL="240665" indent="-227965">
              <a:lnSpc>
                <a:spcPct val="100000"/>
              </a:lnSpc>
              <a:spcBef>
                <a:spcPts val="845"/>
              </a:spcBef>
              <a:buFont typeface="Arial MT"/>
              <a:buChar char="•"/>
              <a:tabLst>
                <a:tab pos="240665" algn="l"/>
              </a:tabLst>
            </a:pPr>
            <a:r>
              <a:rPr sz="2000" b="1" dirty="0">
                <a:latin typeface="Trebuchet MS"/>
                <a:cs typeface="Trebuchet MS"/>
              </a:rPr>
              <a:t>Study</a:t>
            </a:r>
            <a:r>
              <a:rPr sz="2000" b="1" spc="-195" dirty="0">
                <a:latin typeface="Trebuchet MS"/>
                <a:cs typeface="Trebuchet MS"/>
              </a:rPr>
              <a:t> </a:t>
            </a:r>
            <a:r>
              <a:rPr sz="2000" b="1" spc="-10" dirty="0">
                <a:latin typeface="Trebuchet MS"/>
                <a:cs typeface="Trebuchet MS"/>
              </a:rPr>
              <a:t>design:</a:t>
            </a:r>
            <a:r>
              <a:rPr sz="2000" b="1" spc="-130" dirty="0">
                <a:latin typeface="Trebuchet MS"/>
                <a:cs typeface="Trebuchet MS"/>
              </a:rPr>
              <a:t> </a:t>
            </a:r>
            <a:r>
              <a:rPr sz="2000" dirty="0">
                <a:latin typeface="Trebuchet MS"/>
                <a:cs typeface="Trebuchet MS"/>
              </a:rPr>
              <a:t>A</a:t>
            </a:r>
            <a:r>
              <a:rPr sz="2000" spc="-155" dirty="0">
                <a:latin typeface="Trebuchet MS"/>
                <a:cs typeface="Trebuchet MS"/>
              </a:rPr>
              <a:t> </a:t>
            </a:r>
            <a:r>
              <a:rPr sz="2000" dirty="0">
                <a:latin typeface="Trebuchet MS"/>
                <a:cs typeface="Trebuchet MS"/>
              </a:rPr>
              <a:t>cross-</a:t>
            </a:r>
            <a:r>
              <a:rPr sz="2000" spc="-10" dirty="0">
                <a:latin typeface="Trebuchet MS"/>
                <a:cs typeface="Trebuchet MS"/>
              </a:rPr>
              <a:t>sectional</a:t>
            </a:r>
            <a:r>
              <a:rPr sz="2000" spc="-160" dirty="0">
                <a:latin typeface="Trebuchet MS"/>
                <a:cs typeface="Trebuchet MS"/>
              </a:rPr>
              <a:t> </a:t>
            </a:r>
            <a:r>
              <a:rPr sz="2000" spc="-10" dirty="0">
                <a:latin typeface="Trebuchet MS"/>
                <a:cs typeface="Trebuchet MS"/>
              </a:rPr>
              <a:t>study</a:t>
            </a:r>
            <a:endParaRPr sz="2000">
              <a:latin typeface="Trebuchet MS"/>
              <a:cs typeface="Trebuchet MS"/>
            </a:endParaRPr>
          </a:p>
          <a:p>
            <a:pPr marL="240665" indent="-227965">
              <a:lnSpc>
                <a:spcPct val="100000"/>
              </a:lnSpc>
              <a:spcBef>
                <a:spcPts val="750"/>
              </a:spcBef>
              <a:buFont typeface="Arial MT"/>
              <a:buChar char="•"/>
              <a:tabLst>
                <a:tab pos="240665" algn="l"/>
              </a:tabLst>
            </a:pPr>
            <a:r>
              <a:rPr sz="2000" b="1" dirty="0">
                <a:latin typeface="Trebuchet MS"/>
                <a:cs typeface="Trebuchet MS"/>
              </a:rPr>
              <a:t>Study</a:t>
            </a:r>
            <a:r>
              <a:rPr sz="2000" b="1" spc="-220" dirty="0">
                <a:latin typeface="Trebuchet MS"/>
                <a:cs typeface="Trebuchet MS"/>
              </a:rPr>
              <a:t> </a:t>
            </a:r>
            <a:r>
              <a:rPr sz="2000" b="1" spc="-60" dirty="0">
                <a:latin typeface="Trebuchet MS"/>
                <a:cs typeface="Trebuchet MS"/>
              </a:rPr>
              <a:t>Period:</a:t>
            </a:r>
            <a:r>
              <a:rPr sz="2000" b="1" spc="-125" dirty="0">
                <a:latin typeface="Trebuchet MS"/>
                <a:cs typeface="Trebuchet MS"/>
              </a:rPr>
              <a:t> </a:t>
            </a:r>
            <a:r>
              <a:rPr sz="2000" spc="-110" dirty="0">
                <a:latin typeface="Trebuchet MS"/>
                <a:cs typeface="Trebuchet MS"/>
              </a:rPr>
              <a:t>July</a:t>
            </a:r>
            <a:r>
              <a:rPr sz="2000" spc="-210" dirty="0">
                <a:latin typeface="Trebuchet MS"/>
                <a:cs typeface="Trebuchet MS"/>
              </a:rPr>
              <a:t> </a:t>
            </a:r>
            <a:r>
              <a:rPr sz="2000" spc="-10" dirty="0">
                <a:latin typeface="Trebuchet MS"/>
                <a:cs typeface="Trebuchet MS"/>
              </a:rPr>
              <a:t>2025-</a:t>
            </a:r>
            <a:r>
              <a:rPr sz="2000" spc="-155" dirty="0">
                <a:latin typeface="Trebuchet MS"/>
                <a:cs typeface="Trebuchet MS"/>
              </a:rPr>
              <a:t> </a:t>
            </a:r>
            <a:r>
              <a:rPr sz="2000" spc="-30" dirty="0">
                <a:latin typeface="Trebuchet MS"/>
                <a:cs typeface="Trebuchet MS"/>
              </a:rPr>
              <a:t>September</a:t>
            </a:r>
            <a:r>
              <a:rPr sz="2000" spc="-110" dirty="0">
                <a:latin typeface="Trebuchet MS"/>
                <a:cs typeface="Trebuchet MS"/>
              </a:rPr>
              <a:t> </a:t>
            </a:r>
            <a:r>
              <a:rPr sz="2000" spc="-20" dirty="0">
                <a:latin typeface="Trebuchet MS"/>
                <a:cs typeface="Trebuchet MS"/>
              </a:rPr>
              <a:t>2025</a:t>
            </a:r>
            <a:endParaRPr sz="2000">
              <a:latin typeface="Trebuchet MS"/>
              <a:cs typeface="Trebuchet MS"/>
            </a:endParaRPr>
          </a:p>
          <a:p>
            <a:pPr marL="240665" indent="-227965">
              <a:lnSpc>
                <a:spcPct val="100000"/>
              </a:lnSpc>
              <a:spcBef>
                <a:spcPts val="755"/>
              </a:spcBef>
              <a:buFont typeface="Arial MT"/>
              <a:buChar char="•"/>
              <a:tabLst>
                <a:tab pos="240665" algn="l"/>
              </a:tabLst>
            </a:pPr>
            <a:r>
              <a:rPr sz="2000" b="1" dirty="0">
                <a:latin typeface="Trebuchet MS"/>
                <a:cs typeface="Trebuchet MS"/>
              </a:rPr>
              <a:t>Study</a:t>
            </a:r>
            <a:r>
              <a:rPr sz="2000" b="1" spc="-229" dirty="0">
                <a:latin typeface="Trebuchet MS"/>
                <a:cs typeface="Trebuchet MS"/>
              </a:rPr>
              <a:t> </a:t>
            </a:r>
            <a:r>
              <a:rPr sz="2000" b="1" spc="-30" dirty="0">
                <a:latin typeface="Trebuchet MS"/>
                <a:cs typeface="Trebuchet MS"/>
              </a:rPr>
              <a:t>Site:</a:t>
            </a:r>
            <a:r>
              <a:rPr sz="2000" b="1" spc="-204" dirty="0">
                <a:latin typeface="Trebuchet MS"/>
                <a:cs typeface="Trebuchet MS"/>
              </a:rPr>
              <a:t> </a:t>
            </a:r>
            <a:r>
              <a:rPr sz="2000" spc="-30" dirty="0">
                <a:latin typeface="Trebuchet MS"/>
                <a:cs typeface="Trebuchet MS"/>
              </a:rPr>
              <a:t>Krupanidhi</a:t>
            </a:r>
            <a:r>
              <a:rPr sz="2000" spc="-200" dirty="0">
                <a:latin typeface="Trebuchet MS"/>
                <a:cs typeface="Trebuchet MS"/>
              </a:rPr>
              <a:t> </a:t>
            </a:r>
            <a:r>
              <a:rPr sz="2000" spc="-25" dirty="0">
                <a:latin typeface="Trebuchet MS"/>
                <a:cs typeface="Trebuchet MS"/>
              </a:rPr>
              <a:t>group</a:t>
            </a:r>
            <a:r>
              <a:rPr sz="2000" spc="-145" dirty="0">
                <a:latin typeface="Trebuchet MS"/>
                <a:cs typeface="Trebuchet MS"/>
              </a:rPr>
              <a:t> </a:t>
            </a:r>
            <a:r>
              <a:rPr sz="2000" spc="-85" dirty="0">
                <a:latin typeface="Trebuchet MS"/>
                <a:cs typeface="Trebuchet MS"/>
              </a:rPr>
              <a:t>of</a:t>
            </a:r>
            <a:r>
              <a:rPr sz="2000" spc="-140" dirty="0">
                <a:latin typeface="Trebuchet MS"/>
                <a:cs typeface="Trebuchet MS"/>
              </a:rPr>
              <a:t> </a:t>
            </a:r>
            <a:r>
              <a:rPr sz="2000" spc="-10" dirty="0">
                <a:latin typeface="Trebuchet MS"/>
                <a:cs typeface="Trebuchet MS"/>
              </a:rPr>
              <a:t>institutions</a:t>
            </a:r>
            <a:endParaRPr sz="2000">
              <a:latin typeface="Trebuchet MS"/>
              <a:cs typeface="Trebuchet MS"/>
            </a:endParaRPr>
          </a:p>
          <a:p>
            <a:pPr marL="1027430" indent="-1014730">
              <a:lnSpc>
                <a:spcPct val="100000"/>
              </a:lnSpc>
              <a:spcBef>
                <a:spcPts val="755"/>
              </a:spcBef>
              <a:buFont typeface="Arial MT"/>
              <a:buChar char="•"/>
              <a:tabLst>
                <a:tab pos="1027430" algn="l"/>
              </a:tabLst>
            </a:pPr>
            <a:r>
              <a:rPr sz="2000" spc="-60" dirty="0">
                <a:latin typeface="Trebuchet MS"/>
                <a:cs typeface="Trebuchet MS"/>
              </a:rPr>
              <a:t>[Pharmacy,</a:t>
            </a:r>
            <a:r>
              <a:rPr sz="2000" spc="-130" dirty="0">
                <a:latin typeface="Trebuchet MS"/>
                <a:cs typeface="Trebuchet MS"/>
              </a:rPr>
              <a:t> </a:t>
            </a:r>
            <a:r>
              <a:rPr sz="2000" spc="-65" dirty="0">
                <a:latin typeface="Trebuchet MS"/>
                <a:cs typeface="Trebuchet MS"/>
              </a:rPr>
              <a:t>Physiotherapy,</a:t>
            </a:r>
            <a:r>
              <a:rPr sz="2000" spc="-40" dirty="0">
                <a:latin typeface="Trebuchet MS"/>
                <a:cs typeface="Trebuchet MS"/>
              </a:rPr>
              <a:t> </a:t>
            </a:r>
            <a:r>
              <a:rPr sz="2000" spc="-10" dirty="0">
                <a:latin typeface="Trebuchet MS"/>
                <a:cs typeface="Trebuchet MS"/>
              </a:rPr>
              <a:t>Nursing]</a:t>
            </a:r>
            <a:endParaRPr sz="2000">
              <a:latin typeface="Trebuchet MS"/>
              <a:cs typeface="Trebuchet MS"/>
            </a:endParaRPr>
          </a:p>
          <a:p>
            <a:pPr marL="240665" indent="-227965">
              <a:lnSpc>
                <a:spcPct val="100000"/>
              </a:lnSpc>
              <a:spcBef>
                <a:spcPts val="755"/>
              </a:spcBef>
              <a:buFont typeface="Arial MT"/>
              <a:buChar char="•"/>
              <a:tabLst>
                <a:tab pos="240665" algn="l"/>
              </a:tabLst>
            </a:pPr>
            <a:r>
              <a:rPr sz="2000" b="1" dirty="0">
                <a:latin typeface="Trebuchet MS"/>
                <a:cs typeface="Trebuchet MS"/>
              </a:rPr>
              <a:t>Study</a:t>
            </a:r>
            <a:r>
              <a:rPr sz="2000" b="1" spc="-200" dirty="0">
                <a:latin typeface="Trebuchet MS"/>
                <a:cs typeface="Trebuchet MS"/>
              </a:rPr>
              <a:t> </a:t>
            </a:r>
            <a:r>
              <a:rPr sz="2000" b="1" spc="-35" dirty="0">
                <a:latin typeface="Trebuchet MS"/>
                <a:cs typeface="Trebuchet MS"/>
              </a:rPr>
              <a:t>Population:</a:t>
            </a:r>
            <a:r>
              <a:rPr sz="2000" b="1" spc="-145" dirty="0">
                <a:latin typeface="Trebuchet MS"/>
                <a:cs typeface="Trebuchet MS"/>
              </a:rPr>
              <a:t> </a:t>
            </a:r>
            <a:r>
              <a:rPr sz="2000" spc="-25" dirty="0">
                <a:latin typeface="Trebuchet MS"/>
                <a:cs typeface="Trebuchet MS"/>
              </a:rPr>
              <a:t>380</a:t>
            </a:r>
            <a:endParaRPr sz="2000">
              <a:latin typeface="Trebuchet MS"/>
              <a:cs typeface="Trebuchet MS"/>
            </a:endParaRPr>
          </a:p>
          <a:p>
            <a:pPr marL="240665" indent="-227965">
              <a:lnSpc>
                <a:spcPct val="100000"/>
              </a:lnSpc>
              <a:spcBef>
                <a:spcPts val="755"/>
              </a:spcBef>
              <a:buFont typeface="Arial MT"/>
              <a:buChar char="•"/>
              <a:tabLst>
                <a:tab pos="240665" algn="l"/>
              </a:tabLst>
            </a:pPr>
            <a:r>
              <a:rPr sz="2000" b="1" dirty="0">
                <a:latin typeface="Trebuchet MS"/>
                <a:cs typeface="Trebuchet MS"/>
              </a:rPr>
              <a:t>Inclusion</a:t>
            </a:r>
            <a:r>
              <a:rPr sz="2000" b="1" spc="-50" dirty="0">
                <a:latin typeface="Trebuchet MS"/>
                <a:cs typeface="Trebuchet MS"/>
              </a:rPr>
              <a:t> </a:t>
            </a:r>
            <a:r>
              <a:rPr sz="2000" b="1" spc="-10" dirty="0">
                <a:latin typeface="Trebuchet MS"/>
                <a:cs typeface="Trebuchet MS"/>
              </a:rPr>
              <a:t>criteria:</a:t>
            </a:r>
            <a:endParaRPr sz="2000">
              <a:latin typeface="Trebuchet MS"/>
              <a:cs typeface="Trebuchet MS"/>
            </a:endParaRPr>
          </a:p>
          <a:p>
            <a:pPr marL="241300" marR="5080" indent="-228600">
              <a:lnSpc>
                <a:spcPts val="2180"/>
              </a:lnSpc>
              <a:spcBef>
                <a:spcPts val="1010"/>
              </a:spcBef>
              <a:buFont typeface="Arial MT"/>
              <a:buChar char="•"/>
              <a:tabLst>
                <a:tab pos="241300" algn="l"/>
              </a:tabLst>
            </a:pPr>
            <a:r>
              <a:rPr sz="2000" spc="-45" dirty="0">
                <a:latin typeface="Trebuchet MS"/>
                <a:cs typeface="Trebuchet MS"/>
              </a:rPr>
              <a:t>Undergraduate</a:t>
            </a:r>
            <a:r>
              <a:rPr sz="2000" spc="-130" dirty="0">
                <a:latin typeface="Trebuchet MS"/>
                <a:cs typeface="Trebuchet MS"/>
              </a:rPr>
              <a:t> </a:t>
            </a:r>
            <a:r>
              <a:rPr sz="2000" spc="-10" dirty="0">
                <a:latin typeface="Trebuchet MS"/>
                <a:cs typeface="Trebuchet MS"/>
              </a:rPr>
              <a:t>and</a:t>
            </a:r>
            <a:r>
              <a:rPr sz="2000" spc="-114" dirty="0">
                <a:latin typeface="Trebuchet MS"/>
                <a:cs typeface="Trebuchet MS"/>
              </a:rPr>
              <a:t> </a:t>
            </a:r>
            <a:r>
              <a:rPr sz="2000" spc="-40" dirty="0">
                <a:latin typeface="Trebuchet MS"/>
                <a:cs typeface="Trebuchet MS"/>
              </a:rPr>
              <a:t>Postgraduate</a:t>
            </a:r>
            <a:r>
              <a:rPr sz="2000" spc="-125" dirty="0">
                <a:latin typeface="Trebuchet MS"/>
                <a:cs typeface="Trebuchet MS"/>
              </a:rPr>
              <a:t> </a:t>
            </a:r>
            <a:r>
              <a:rPr sz="2000" spc="-10" dirty="0">
                <a:latin typeface="Trebuchet MS"/>
                <a:cs typeface="Trebuchet MS"/>
              </a:rPr>
              <a:t>students</a:t>
            </a:r>
            <a:r>
              <a:rPr sz="2000" spc="-114" dirty="0">
                <a:latin typeface="Trebuchet MS"/>
                <a:cs typeface="Trebuchet MS"/>
              </a:rPr>
              <a:t> </a:t>
            </a:r>
            <a:r>
              <a:rPr sz="2000" spc="-85" dirty="0">
                <a:latin typeface="Trebuchet MS"/>
                <a:cs typeface="Trebuchet MS"/>
              </a:rPr>
              <a:t>of</a:t>
            </a:r>
            <a:r>
              <a:rPr sz="2000" spc="-114" dirty="0">
                <a:latin typeface="Trebuchet MS"/>
                <a:cs typeface="Trebuchet MS"/>
              </a:rPr>
              <a:t> </a:t>
            </a:r>
            <a:r>
              <a:rPr sz="2000" spc="-35" dirty="0">
                <a:latin typeface="Trebuchet MS"/>
                <a:cs typeface="Trebuchet MS"/>
              </a:rPr>
              <a:t>both</a:t>
            </a:r>
            <a:r>
              <a:rPr sz="2000" spc="-175" dirty="0">
                <a:latin typeface="Trebuchet MS"/>
                <a:cs typeface="Trebuchet MS"/>
              </a:rPr>
              <a:t> </a:t>
            </a:r>
            <a:r>
              <a:rPr sz="2000" spc="-10" dirty="0">
                <a:latin typeface="Trebuchet MS"/>
                <a:cs typeface="Trebuchet MS"/>
              </a:rPr>
              <a:t>genders</a:t>
            </a:r>
            <a:r>
              <a:rPr sz="2000" spc="-200" dirty="0">
                <a:latin typeface="Trebuchet MS"/>
                <a:cs typeface="Trebuchet MS"/>
              </a:rPr>
              <a:t> </a:t>
            </a:r>
            <a:r>
              <a:rPr sz="2000" dirty="0">
                <a:latin typeface="Trebuchet MS"/>
                <a:cs typeface="Trebuchet MS"/>
              </a:rPr>
              <a:t>who</a:t>
            </a:r>
            <a:r>
              <a:rPr sz="2000" spc="-180" dirty="0">
                <a:latin typeface="Trebuchet MS"/>
                <a:cs typeface="Trebuchet MS"/>
              </a:rPr>
              <a:t> </a:t>
            </a:r>
            <a:r>
              <a:rPr sz="2000" spc="-50" dirty="0">
                <a:latin typeface="Trebuchet MS"/>
                <a:cs typeface="Trebuchet MS"/>
              </a:rPr>
              <a:t>are</a:t>
            </a:r>
            <a:r>
              <a:rPr sz="2000" spc="-204" dirty="0">
                <a:latin typeface="Trebuchet MS"/>
                <a:cs typeface="Trebuchet MS"/>
              </a:rPr>
              <a:t> </a:t>
            </a:r>
            <a:r>
              <a:rPr sz="2000" spc="-60" dirty="0">
                <a:latin typeface="Trebuchet MS"/>
                <a:cs typeface="Trebuchet MS"/>
              </a:rPr>
              <a:t>willing</a:t>
            </a:r>
            <a:r>
              <a:rPr sz="2000" spc="-195" dirty="0">
                <a:latin typeface="Trebuchet MS"/>
                <a:cs typeface="Trebuchet MS"/>
              </a:rPr>
              <a:t> </a:t>
            </a:r>
            <a:r>
              <a:rPr sz="2000" spc="-45" dirty="0">
                <a:latin typeface="Trebuchet MS"/>
                <a:cs typeface="Trebuchet MS"/>
              </a:rPr>
              <a:t>to</a:t>
            </a:r>
            <a:r>
              <a:rPr sz="2000" spc="-180" dirty="0">
                <a:latin typeface="Trebuchet MS"/>
                <a:cs typeface="Trebuchet MS"/>
              </a:rPr>
              <a:t> </a:t>
            </a:r>
            <a:r>
              <a:rPr sz="2000" spc="-60" dirty="0">
                <a:latin typeface="Trebuchet MS"/>
                <a:cs typeface="Trebuchet MS"/>
              </a:rPr>
              <a:t>participate</a:t>
            </a:r>
            <a:r>
              <a:rPr sz="2000" spc="-125" dirty="0">
                <a:latin typeface="Trebuchet MS"/>
                <a:cs typeface="Trebuchet MS"/>
              </a:rPr>
              <a:t> </a:t>
            </a:r>
            <a:r>
              <a:rPr sz="2000" spc="-60" dirty="0">
                <a:latin typeface="Trebuchet MS"/>
                <a:cs typeface="Trebuchet MS"/>
              </a:rPr>
              <a:t>in</a:t>
            </a:r>
            <a:r>
              <a:rPr sz="2000" spc="-175" dirty="0">
                <a:latin typeface="Trebuchet MS"/>
                <a:cs typeface="Trebuchet MS"/>
              </a:rPr>
              <a:t> </a:t>
            </a:r>
            <a:r>
              <a:rPr sz="2000" spc="-25" dirty="0">
                <a:latin typeface="Trebuchet MS"/>
                <a:cs typeface="Trebuchet MS"/>
              </a:rPr>
              <a:t>the </a:t>
            </a:r>
            <a:r>
              <a:rPr sz="2000" spc="-10" dirty="0">
                <a:latin typeface="Trebuchet MS"/>
                <a:cs typeface="Trebuchet MS"/>
              </a:rPr>
              <a:t>study</a:t>
            </a:r>
            <a:endParaRPr sz="2000">
              <a:latin typeface="Trebuchet MS"/>
              <a:cs typeface="Trebuchet MS"/>
            </a:endParaRPr>
          </a:p>
          <a:p>
            <a:pPr marL="293370" indent="-280670">
              <a:lnSpc>
                <a:spcPct val="100000"/>
              </a:lnSpc>
              <a:spcBef>
                <a:spcPts val="715"/>
              </a:spcBef>
              <a:buFont typeface="Arial MT"/>
              <a:buChar char="•"/>
              <a:tabLst>
                <a:tab pos="293370" algn="l"/>
              </a:tabLst>
            </a:pPr>
            <a:r>
              <a:rPr sz="2000" spc="-50" dirty="0">
                <a:latin typeface="Trebuchet MS"/>
                <a:cs typeface="Trebuchet MS"/>
              </a:rPr>
              <a:t>Pharmacy,</a:t>
            </a:r>
            <a:r>
              <a:rPr sz="2000" spc="-150" dirty="0">
                <a:latin typeface="Trebuchet MS"/>
                <a:cs typeface="Trebuchet MS"/>
              </a:rPr>
              <a:t> </a:t>
            </a:r>
            <a:r>
              <a:rPr sz="2000" spc="-55" dirty="0">
                <a:latin typeface="Trebuchet MS"/>
                <a:cs typeface="Trebuchet MS"/>
              </a:rPr>
              <a:t>Physiotherapy,</a:t>
            </a:r>
            <a:r>
              <a:rPr sz="2000" spc="-150" dirty="0">
                <a:latin typeface="Trebuchet MS"/>
                <a:cs typeface="Trebuchet MS"/>
              </a:rPr>
              <a:t> </a:t>
            </a:r>
            <a:r>
              <a:rPr sz="2000" dirty="0">
                <a:latin typeface="Trebuchet MS"/>
                <a:cs typeface="Trebuchet MS"/>
              </a:rPr>
              <a:t>Nursing</a:t>
            </a:r>
            <a:r>
              <a:rPr sz="2000" spc="-95" dirty="0">
                <a:latin typeface="Trebuchet MS"/>
                <a:cs typeface="Trebuchet MS"/>
              </a:rPr>
              <a:t> </a:t>
            </a:r>
            <a:r>
              <a:rPr sz="2000" spc="-10" dirty="0">
                <a:latin typeface="Trebuchet MS"/>
                <a:cs typeface="Trebuchet MS"/>
              </a:rPr>
              <a:t>Students.</a:t>
            </a:r>
            <a:endParaRPr sz="2000">
              <a:latin typeface="Trebuchet MS"/>
              <a:cs typeface="Trebuchet MS"/>
            </a:endParaRPr>
          </a:p>
          <a:p>
            <a:pPr marL="240665" indent="-227965">
              <a:lnSpc>
                <a:spcPct val="100000"/>
              </a:lnSpc>
              <a:spcBef>
                <a:spcPts val="755"/>
              </a:spcBef>
              <a:buFont typeface="Arial MT"/>
              <a:buChar char="•"/>
              <a:tabLst>
                <a:tab pos="240665" algn="l"/>
              </a:tabLst>
            </a:pPr>
            <a:r>
              <a:rPr sz="2000" b="1" spc="-10" dirty="0">
                <a:latin typeface="Trebuchet MS"/>
                <a:cs typeface="Trebuchet MS"/>
              </a:rPr>
              <a:t>Exclusion</a:t>
            </a:r>
            <a:r>
              <a:rPr sz="2000" b="1" spc="-140" dirty="0">
                <a:latin typeface="Trebuchet MS"/>
                <a:cs typeface="Trebuchet MS"/>
              </a:rPr>
              <a:t> </a:t>
            </a:r>
            <a:r>
              <a:rPr sz="2000" b="1" spc="-10" dirty="0">
                <a:latin typeface="Trebuchet MS"/>
                <a:cs typeface="Trebuchet MS"/>
              </a:rPr>
              <a:t>criteria:</a:t>
            </a:r>
            <a:endParaRPr sz="2000">
              <a:latin typeface="Trebuchet MS"/>
              <a:cs typeface="Trebuchet MS"/>
            </a:endParaRPr>
          </a:p>
          <a:p>
            <a:pPr marL="240665" indent="-227965">
              <a:lnSpc>
                <a:spcPct val="100000"/>
              </a:lnSpc>
              <a:spcBef>
                <a:spcPts val="830"/>
              </a:spcBef>
              <a:buFont typeface="Arial MT"/>
              <a:buChar char="•"/>
              <a:tabLst>
                <a:tab pos="240665" algn="l"/>
              </a:tabLst>
            </a:pPr>
            <a:r>
              <a:rPr sz="2000" dirty="0">
                <a:latin typeface="Trebuchet MS"/>
                <a:cs typeface="Trebuchet MS"/>
              </a:rPr>
              <a:t>Students</a:t>
            </a:r>
            <a:r>
              <a:rPr sz="2000" spc="-200" dirty="0">
                <a:latin typeface="Trebuchet MS"/>
                <a:cs typeface="Trebuchet MS"/>
              </a:rPr>
              <a:t> </a:t>
            </a:r>
            <a:r>
              <a:rPr sz="2000" spc="-50" dirty="0">
                <a:latin typeface="Trebuchet MS"/>
                <a:cs typeface="Trebuchet MS"/>
              </a:rPr>
              <a:t>unwilling</a:t>
            </a:r>
            <a:r>
              <a:rPr sz="2000" spc="-105" dirty="0">
                <a:latin typeface="Trebuchet MS"/>
                <a:cs typeface="Trebuchet MS"/>
              </a:rPr>
              <a:t> </a:t>
            </a:r>
            <a:r>
              <a:rPr sz="2000" spc="-80" dirty="0">
                <a:latin typeface="Trebuchet MS"/>
                <a:cs typeface="Trebuchet MS"/>
              </a:rPr>
              <a:t>to</a:t>
            </a:r>
            <a:r>
              <a:rPr sz="2000" spc="-185" dirty="0">
                <a:latin typeface="Trebuchet MS"/>
                <a:cs typeface="Trebuchet MS"/>
              </a:rPr>
              <a:t> </a:t>
            </a:r>
            <a:r>
              <a:rPr sz="2000" spc="-60" dirty="0">
                <a:latin typeface="Trebuchet MS"/>
                <a:cs typeface="Trebuchet MS"/>
              </a:rPr>
              <a:t>participate</a:t>
            </a:r>
            <a:r>
              <a:rPr sz="2000" spc="-120" dirty="0">
                <a:latin typeface="Trebuchet MS"/>
                <a:cs typeface="Trebuchet MS"/>
              </a:rPr>
              <a:t> </a:t>
            </a:r>
            <a:r>
              <a:rPr sz="2000" spc="-60" dirty="0">
                <a:latin typeface="Trebuchet MS"/>
                <a:cs typeface="Trebuchet MS"/>
              </a:rPr>
              <a:t>in</a:t>
            </a:r>
            <a:r>
              <a:rPr sz="2000" spc="-175" dirty="0">
                <a:latin typeface="Trebuchet MS"/>
                <a:cs typeface="Trebuchet MS"/>
              </a:rPr>
              <a:t> </a:t>
            </a:r>
            <a:r>
              <a:rPr sz="2000" spc="-45" dirty="0">
                <a:latin typeface="Trebuchet MS"/>
                <a:cs typeface="Trebuchet MS"/>
              </a:rPr>
              <a:t>the</a:t>
            </a:r>
            <a:r>
              <a:rPr sz="2000" spc="-204" dirty="0">
                <a:latin typeface="Trebuchet MS"/>
                <a:cs typeface="Trebuchet MS"/>
              </a:rPr>
              <a:t> </a:t>
            </a:r>
            <a:r>
              <a:rPr sz="2000" spc="-10" dirty="0">
                <a:latin typeface="Trebuchet MS"/>
                <a:cs typeface="Trebuchet MS"/>
              </a:rPr>
              <a:t>study.</a:t>
            </a:r>
            <a:endParaRPr sz="2000">
              <a:latin typeface="Trebuchet MS"/>
              <a:cs typeface="Trebuchet MS"/>
            </a:endParaRPr>
          </a:p>
          <a:p>
            <a:pPr marL="240665" indent="-227965">
              <a:lnSpc>
                <a:spcPct val="100000"/>
              </a:lnSpc>
              <a:spcBef>
                <a:spcPts val="755"/>
              </a:spcBef>
              <a:buFont typeface="Arial MT"/>
              <a:buChar char="•"/>
              <a:tabLst>
                <a:tab pos="240665" algn="l"/>
              </a:tabLst>
            </a:pPr>
            <a:r>
              <a:rPr sz="2000" dirty="0">
                <a:latin typeface="Trebuchet MS"/>
                <a:cs typeface="Trebuchet MS"/>
              </a:rPr>
              <a:t>Students</a:t>
            </a:r>
            <a:r>
              <a:rPr sz="2000" spc="-215" dirty="0">
                <a:latin typeface="Trebuchet MS"/>
                <a:cs typeface="Trebuchet MS"/>
              </a:rPr>
              <a:t> </a:t>
            </a:r>
            <a:r>
              <a:rPr sz="2000" spc="-25" dirty="0">
                <a:latin typeface="Trebuchet MS"/>
                <a:cs typeface="Trebuchet MS"/>
              </a:rPr>
              <a:t>under</a:t>
            </a:r>
            <a:r>
              <a:rPr sz="2000" spc="-195" dirty="0">
                <a:latin typeface="Trebuchet MS"/>
                <a:cs typeface="Trebuchet MS"/>
              </a:rPr>
              <a:t> </a:t>
            </a:r>
            <a:r>
              <a:rPr sz="2000" spc="50" dirty="0">
                <a:latin typeface="Trebuchet MS"/>
                <a:cs typeface="Trebuchet MS"/>
              </a:rPr>
              <a:t>18</a:t>
            </a:r>
            <a:r>
              <a:rPr sz="2000" spc="-235" dirty="0">
                <a:latin typeface="Trebuchet MS"/>
                <a:cs typeface="Trebuchet MS"/>
              </a:rPr>
              <a:t> </a:t>
            </a:r>
            <a:r>
              <a:rPr sz="2000" spc="-25" dirty="0">
                <a:latin typeface="Trebuchet MS"/>
                <a:cs typeface="Trebuchet MS"/>
              </a:rPr>
              <a:t>years</a:t>
            </a:r>
            <a:r>
              <a:rPr sz="2000" spc="-210" dirty="0">
                <a:latin typeface="Trebuchet MS"/>
                <a:cs typeface="Trebuchet MS"/>
              </a:rPr>
              <a:t> </a:t>
            </a:r>
            <a:r>
              <a:rPr sz="2000" spc="-55" dirty="0">
                <a:latin typeface="Trebuchet MS"/>
                <a:cs typeface="Trebuchet MS"/>
              </a:rPr>
              <a:t>are</a:t>
            </a:r>
            <a:r>
              <a:rPr sz="2000" spc="-140" dirty="0">
                <a:latin typeface="Trebuchet MS"/>
                <a:cs typeface="Trebuchet MS"/>
              </a:rPr>
              <a:t> </a:t>
            </a:r>
            <a:r>
              <a:rPr sz="2000" spc="-50" dirty="0">
                <a:latin typeface="Trebuchet MS"/>
                <a:cs typeface="Trebuchet MS"/>
              </a:rPr>
              <a:t>not</a:t>
            </a:r>
            <a:r>
              <a:rPr sz="2000" spc="-175" dirty="0">
                <a:latin typeface="Trebuchet MS"/>
                <a:cs typeface="Trebuchet MS"/>
              </a:rPr>
              <a:t> </a:t>
            </a:r>
            <a:r>
              <a:rPr sz="2000" spc="-10" dirty="0">
                <a:latin typeface="Trebuchet MS"/>
                <a:cs typeface="Trebuchet MS"/>
              </a:rPr>
              <a:t>eligible.</a:t>
            </a:r>
            <a:endParaRPr sz="2000">
              <a:latin typeface="Trebuchet MS"/>
              <a:cs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29552" y="429641"/>
            <a:ext cx="4380230" cy="817244"/>
            <a:chOff x="229552" y="429641"/>
            <a:chExt cx="4380230" cy="817244"/>
          </a:xfrm>
        </p:grpSpPr>
        <p:sp>
          <p:nvSpPr>
            <p:cNvPr id="3" name="object 3"/>
            <p:cNvSpPr/>
            <p:nvPr/>
          </p:nvSpPr>
          <p:spPr>
            <a:xfrm>
              <a:off x="233362" y="433451"/>
              <a:ext cx="4372610" cy="809625"/>
            </a:xfrm>
            <a:custGeom>
              <a:avLst/>
              <a:gdLst/>
              <a:ahLst/>
              <a:cxnLst/>
              <a:rect l="l" t="t" r="r" b="b"/>
              <a:pathLst>
                <a:path w="4372610" h="809625">
                  <a:moveTo>
                    <a:pt x="4004373" y="0"/>
                  </a:moveTo>
                  <a:lnTo>
                    <a:pt x="367614" y="0"/>
                  </a:lnTo>
                  <a:lnTo>
                    <a:pt x="321500" y="2862"/>
                  </a:lnTo>
                  <a:lnTo>
                    <a:pt x="277095" y="11219"/>
                  </a:lnTo>
                  <a:lnTo>
                    <a:pt x="234745" y="24728"/>
                  </a:lnTo>
                  <a:lnTo>
                    <a:pt x="194793" y="43045"/>
                  </a:lnTo>
                  <a:lnTo>
                    <a:pt x="157585" y="65826"/>
                  </a:lnTo>
                  <a:lnTo>
                    <a:pt x="123464" y="92728"/>
                  </a:lnTo>
                  <a:lnTo>
                    <a:pt x="92774" y="123406"/>
                  </a:lnTo>
                  <a:lnTo>
                    <a:pt x="65862" y="157517"/>
                  </a:lnTo>
                  <a:lnTo>
                    <a:pt x="43070" y="194717"/>
                  </a:lnTo>
                  <a:lnTo>
                    <a:pt x="24743" y="234663"/>
                  </a:lnTo>
                  <a:lnTo>
                    <a:pt x="11226" y="277011"/>
                  </a:lnTo>
                  <a:lnTo>
                    <a:pt x="2864" y="321417"/>
                  </a:lnTo>
                  <a:lnTo>
                    <a:pt x="0" y="367538"/>
                  </a:lnTo>
                  <a:lnTo>
                    <a:pt x="0" y="441960"/>
                  </a:lnTo>
                  <a:lnTo>
                    <a:pt x="2864" y="488082"/>
                  </a:lnTo>
                  <a:lnTo>
                    <a:pt x="11226" y="532494"/>
                  </a:lnTo>
                  <a:lnTo>
                    <a:pt x="24743" y="574851"/>
                  </a:lnTo>
                  <a:lnTo>
                    <a:pt x="43070" y="614808"/>
                  </a:lnTo>
                  <a:lnTo>
                    <a:pt x="65862" y="652022"/>
                  </a:lnTo>
                  <a:lnTo>
                    <a:pt x="92774" y="686147"/>
                  </a:lnTo>
                  <a:lnTo>
                    <a:pt x="123464" y="716840"/>
                  </a:lnTo>
                  <a:lnTo>
                    <a:pt x="157585" y="743756"/>
                  </a:lnTo>
                  <a:lnTo>
                    <a:pt x="194793" y="766550"/>
                  </a:lnTo>
                  <a:lnTo>
                    <a:pt x="234745" y="784879"/>
                  </a:lnTo>
                  <a:lnTo>
                    <a:pt x="277095" y="798397"/>
                  </a:lnTo>
                  <a:lnTo>
                    <a:pt x="321500" y="806760"/>
                  </a:lnTo>
                  <a:lnTo>
                    <a:pt x="367614" y="809625"/>
                  </a:lnTo>
                  <a:lnTo>
                    <a:pt x="4004373" y="809625"/>
                  </a:lnTo>
                  <a:lnTo>
                    <a:pt x="4050496" y="806760"/>
                  </a:lnTo>
                  <a:lnTo>
                    <a:pt x="4094907" y="798397"/>
                  </a:lnTo>
                  <a:lnTo>
                    <a:pt x="4137264" y="784879"/>
                  </a:lnTo>
                  <a:lnTo>
                    <a:pt x="4177222" y="766550"/>
                  </a:lnTo>
                  <a:lnTo>
                    <a:pt x="4214435" y="743756"/>
                  </a:lnTo>
                  <a:lnTo>
                    <a:pt x="4248561" y="716840"/>
                  </a:lnTo>
                  <a:lnTo>
                    <a:pt x="4279254" y="686147"/>
                  </a:lnTo>
                  <a:lnTo>
                    <a:pt x="4306169" y="652022"/>
                  </a:lnTo>
                  <a:lnTo>
                    <a:pt x="4328964" y="614808"/>
                  </a:lnTo>
                  <a:lnTo>
                    <a:pt x="4347292" y="574851"/>
                  </a:lnTo>
                  <a:lnTo>
                    <a:pt x="4360810" y="532494"/>
                  </a:lnTo>
                  <a:lnTo>
                    <a:pt x="4369174" y="488082"/>
                  </a:lnTo>
                  <a:lnTo>
                    <a:pt x="4372038" y="441960"/>
                  </a:lnTo>
                  <a:lnTo>
                    <a:pt x="4372038" y="367538"/>
                  </a:lnTo>
                  <a:lnTo>
                    <a:pt x="4369174" y="321417"/>
                  </a:lnTo>
                  <a:lnTo>
                    <a:pt x="4360810" y="277011"/>
                  </a:lnTo>
                  <a:lnTo>
                    <a:pt x="4347292" y="234663"/>
                  </a:lnTo>
                  <a:lnTo>
                    <a:pt x="4328964" y="194717"/>
                  </a:lnTo>
                  <a:lnTo>
                    <a:pt x="4306169" y="157517"/>
                  </a:lnTo>
                  <a:lnTo>
                    <a:pt x="4279254" y="123406"/>
                  </a:lnTo>
                  <a:lnTo>
                    <a:pt x="4248561" y="92728"/>
                  </a:lnTo>
                  <a:lnTo>
                    <a:pt x="4214435" y="65826"/>
                  </a:lnTo>
                  <a:lnTo>
                    <a:pt x="4177222" y="43045"/>
                  </a:lnTo>
                  <a:lnTo>
                    <a:pt x="4137264" y="24728"/>
                  </a:lnTo>
                  <a:lnTo>
                    <a:pt x="4094907" y="11219"/>
                  </a:lnTo>
                  <a:lnTo>
                    <a:pt x="4050496" y="2862"/>
                  </a:lnTo>
                  <a:lnTo>
                    <a:pt x="4004373" y="0"/>
                  </a:lnTo>
                  <a:close/>
                </a:path>
              </a:pathLst>
            </a:custGeom>
            <a:solidFill>
              <a:srgbClr val="C1E4F5"/>
            </a:solidFill>
          </p:spPr>
          <p:txBody>
            <a:bodyPr wrap="square" lIns="0" tIns="0" rIns="0" bIns="0" rtlCol="0"/>
            <a:lstStyle/>
            <a:p>
              <a:endParaRPr/>
            </a:p>
          </p:txBody>
        </p:sp>
        <p:sp>
          <p:nvSpPr>
            <p:cNvPr id="4" name="object 4"/>
            <p:cNvSpPr/>
            <p:nvPr/>
          </p:nvSpPr>
          <p:spPr>
            <a:xfrm>
              <a:off x="233362" y="433451"/>
              <a:ext cx="4372610" cy="809625"/>
            </a:xfrm>
            <a:custGeom>
              <a:avLst/>
              <a:gdLst/>
              <a:ahLst/>
              <a:cxnLst/>
              <a:rect l="l" t="t" r="r" b="b"/>
              <a:pathLst>
                <a:path w="4372610" h="809625">
                  <a:moveTo>
                    <a:pt x="0" y="367538"/>
                  </a:moveTo>
                  <a:lnTo>
                    <a:pt x="2864" y="321417"/>
                  </a:lnTo>
                  <a:lnTo>
                    <a:pt x="11226" y="277011"/>
                  </a:lnTo>
                  <a:lnTo>
                    <a:pt x="24743" y="234663"/>
                  </a:lnTo>
                  <a:lnTo>
                    <a:pt x="43070" y="194717"/>
                  </a:lnTo>
                  <a:lnTo>
                    <a:pt x="65862" y="157517"/>
                  </a:lnTo>
                  <a:lnTo>
                    <a:pt x="92774" y="123406"/>
                  </a:lnTo>
                  <a:lnTo>
                    <a:pt x="123464" y="92728"/>
                  </a:lnTo>
                  <a:lnTo>
                    <a:pt x="157585" y="65826"/>
                  </a:lnTo>
                  <a:lnTo>
                    <a:pt x="194793" y="43045"/>
                  </a:lnTo>
                  <a:lnTo>
                    <a:pt x="234745" y="24728"/>
                  </a:lnTo>
                  <a:lnTo>
                    <a:pt x="277095" y="11219"/>
                  </a:lnTo>
                  <a:lnTo>
                    <a:pt x="321500" y="2862"/>
                  </a:lnTo>
                  <a:lnTo>
                    <a:pt x="367614" y="0"/>
                  </a:lnTo>
                  <a:lnTo>
                    <a:pt x="4004373" y="0"/>
                  </a:lnTo>
                  <a:lnTo>
                    <a:pt x="4050496" y="2862"/>
                  </a:lnTo>
                  <a:lnTo>
                    <a:pt x="4094907" y="11219"/>
                  </a:lnTo>
                  <a:lnTo>
                    <a:pt x="4137264" y="24728"/>
                  </a:lnTo>
                  <a:lnTo>
                    <a:pt x="4177222" y="43045"/>
                  </a:lnTo>
                  <a:lnTo>
                    <a:pt x="4214435" y="65826"/>
                  </a:lnTo>
                  <a:lnTo>
                    <a:pt x="4248561" y="92728"/>
                  </a:lnTo>
                  <a:lnTo>
                    <a:pt x="4279254" y="123406"/>
                  </a:lnTo>
                  <a:lnTo>
                    <a:pt x="4306169" y="157517"/>
                  </a:lnTo>
                  <a:lnTo>
                    <a:pt x="4328964" y="194717"/>
                  </a:lnTo>
                  <a:lnTo>
                    <a:pt x="4347292" y="234663"/>
                  </a:lnTo>
                  <a:lnTo>
                    <a:pt x="4360810" y="277011"/>
                  </a:lnTo>
                  <a:lnTo>
                    <a:pt x="4369174" y="321417"/>
                  </a:lnTo>
                  <a:lnTo>
                    <a:pt x="4372038" y="367538"/>
                  </a:lnTo>
                  <a:lnTo>
                    <a:pt x="4372038" y="441960"/>
                  </a:lnTo>
                  <a:lnTo>
                    <a:pt x="4369174" y="488082"/>
                  </a:lnTo>
                  <a:lnTo>
                    <a:pt x="4360810" y="532494"/>
                  </a:lnTo>
                  <a:lnTo>
                    <a:pt x="4347292" y="574851"/>
                  </a:lnTo>
                  <a:lnTo>
                    <a:pt x="4328964" y="614808"/>
                  </a:lnTo>
                  <a:lnTo>
                    <a:pt x="4306169" y="652022"/>
                  </a:lnTo>
                  <a:lnTo>
                    <a:pt x="4279254" y="686147"/>
                  </a:lnTo>
                  <a:lnTo>
                    <a:pt x="4248561" y="716840"/>
                  </a:lnTo>
                  <a:lnTo>
                    <a:pt x="4214435" y="743756"/>
                  </a:lnTo>
                  <a:lnTo>
                    <a:pt x="4177222" y="766550"/>
                  </a:lnTo>
                  <a:lnTo>
                    <a:pt x="4137264" y="784879"/>
                  </a:lnTo>
                  <a:lnTo>
                    <a:pt x="4094907" y="798397"/>
                  </a:lnTo>
                  <a:lnTo>
                    <a:pt x="4050496" y="806760"/>
                  </a:lnTo>
                  <a:lnTo>
                    <a:pt x="4004373" y="809625"/>
                  </a:lnTo>
                  <a:lnTo>
                    <a:pt x="367614" y="809625"/>
                  </a:lnTo>
                  <a:lnTo>
                    <a:pt x="321500" y="806760"/>
                  </a:lnTo>
                  <a:lnTo>
                    <a:pt x="277095" y="798397"/>
                  </a:lnTo>
                  <a:lnTo>
                    <a:pt x="234745" y="784879"/>
                  </a:lnTo>
                  <a:lnTo>
                    <a:pt x="194793" y="766550"/>
                  </a:lnTo>
                  <a:lnTo>
                    <a:pt x="157585" y="743756"/>
                  </a:lnTo>
                  <a:lnTo>
                    <a:pt x="123464" y="716840"/>
                  </a:lnTo>
                  <a:lnTo>
                    <a:pt x="92774" y="686147"/>
                  </a:lnTo>
                  <a:lnTo>
                    <a:pt x="65862" y="652022"/>
                  </a:lnTo>
                  <a:lnTo>
                    <a:pt x="43070" y="614808"/>
                  </a:lnTo>
                  <a:lnTo>
                    <a:pt x="24743" y="574851"/>
                  </a:lnTo>
                  <a:lnTo>
                    <a:pt x="11226" y="532494"/>
                  </a:lnTo>
                  <a:lnTo>
                    <a:pt x="2864" y="488082"/>
                  </a:lnTo>
                  <a:lnTo>
                    <a:pt x="0" y="441960"/>
                  </a:lnTo>
                  <a:lnTo>
                    <a:pt x="0" y="367538"/>
                  </a:lnTo>
                  <a:close/>
                </a:path>
              </a:pathLst>
            </a:custGeom>
            <a:ln w="7620">
              <a:solidFill>
                <a:srgbClr val="BED2D7"/>
              </a:solidFill>
            </a:ln>
          </p:spPr>
          <p:txBody>
            <a:bodyPr wrap="square" lIns="0" tIns="0" rIns="0" bIns="0" rtlCol="0"/>
            <a:lstStyle/>
            <a:p>
              <a:endParaRPr/>
            </a:p>
          </p:txBody>
        </p:sp>
      </p:grpSp>
      <p:sp>
        <p:nvSpPr>
          <p:cNvPr id="5" name="object 5"/>
          <p:cNvSpPr txBox="1">
            <a:spLocks noGrp="1"/>
          </p:cNvSpPr>
          <p:nvPr>
            <p:ph type="title"/>
          </p:nvPr>
        </p:nvSpPr>
        <p:spPr>
          <a:xfrm>
            <a:off x="416242" y="538480"/>
            <a:ext cx="3815715" cy="575310"/>
          </a:xfrm>
          <a:prstGeom prst="rect">
            <a:avLst/>
          </a:prstGeom>
        </p:spPr>
        <p:txBody>
          <a:bodyPr vert="horz" wrap="square" lIns="0" tIns="13335" rIns="0" bIns="0" rtlCol="0">
            <a:spAutoFit/>
          </a:bodyPr>
          <a:lstStyle/>
          <a:p>
            <a:pPr marL="12700">
              <a:lnSpc>
                <a:spcPct val="100000"/>
              </a:lnSpc>
              <a:spcBef>
                <a:spcPts val="105"/>
              </a:spcBef>
            </a:pPr>
            <a:r>
              <a:rPr sz="3600" spc="-10" dirty="0"/>
              <a:t>METHODOLOGY</a:t>
            </a:r>
            <a:endParaRPr sz="3600"/>
          </a:p>
        </p:txBody>
      </p:sp>
      <p:grpSp>
        <p:nvGrpSpPr>
          <p:cNvPr id="6" name="object 6"/>
          <p:cNvGrpSpPr/>
          <p:nvPr/>
        </p:nvGrpSpPr>
        <p:grpSpPr>
          <a:xfrm>
            <a:off x="229552" y="1382141"/>
            <a:ext cx="11133455" cy="5189220"/>
            <a:chOff x="229552" y="1382141"/>
            <a:chExt cx="11133455" cy="5189220"/>
          </a:xfrm>
        </p:grpSpPr>
        <p:sp>
          <p:nvSpPr>
            <p:cNvPr id="7" name="object 7"/>
            <p:cNvSpPr/>
            <p:nvPr/>
          </p:nvSpPr>
          <p:spPr>
            <a:xfrm>
              <a:off x="233362" y="1385951"/>
              <a:ext cx="11125835" cy="5181600"/>
            </a:xfrm>
            <a:custGeom>
              <a:avLst/>
              <a:gdLst/>
              <a:ahLst/>
              <a:cxnLst/>
              <a:rect l="l" t="t" r="r" b="b"/>
              <a:pathLst>
                <a:path w="11125835" h="5181600">
                  <a:moveTo>
                    <a:pt x="10712513" y="0"/>
                  </a:moveTo>
                  <a:lnTo>
                    <a:pt x="412661" y="0"/>
                  </a:lnTo>
                  <a:lnTo>
                    <a:pt x="364537" y="2774"/>
                  </a:lnTo>
                  <a:lnTo>
                    <a:pt x="318043" y="10893"/>
                  </a:lnTo>
                  <a:lnTo>
                    <a:pt x="273489" y="24046"/>
                  </a:lnTo>
                  <a:lnTo>
                    <a:pt x="231185" y="41925"/>
                  </a:lnTo>
                  <a:lnTo>
                    <a:pt x="191440" y="64220"/>
                  </a:lnTo>
                  <a:lnTo>
                    <a:pt x="154564" y="90623"/>
                  </a:lnTo>
                  <a:lnTo>
                    <a:pt x="120867" y="120824"/>
                  </a:lnTo>
                  <a:lnTo>
                    <a:pt x="90658" y="154514"/>
                  </a:lnTo>
                  <a:lnTo>
                    <a:pt x="64247" y="191385"/>
                  </a:lnTo>
                  <a:lnTo>
                    <a:pt x="41944" y="231127"/>
                  </a:lnTo>
                  <a:lnTo>
                    <a:pt x="24058" y="273430"/>
                  </a:lnTo>
                  <a:lnTo>
                    <a:pt x="10898" y="317987"/>
                  </a:lnTo>
                  <a:lnTo>
                    <a:pt x="2776" y="364487"/>
                  </a:lnTo>
                  <a:lnTo>
                    <a:pt x="0" y="412623"/>
                  </a:lnTo>
                  <a:lnTo>
                    <a:pt x="0" y="4768875"/>
                  </a:lnTo>
                  <a:lnTo>
                    <a:pt x="2776" y="4817001"/>
                  </a:lnTo>
                  <a:lnTo>
                    <a:pt x="10898" y="4863497"/>
                  </a:lnTo>
                  <a:lnTo>
                    <a:pt x="24058" y="4908052"/>
                  </a:lnTo>
                  <a:lnTo>
                    <a:pt x="41944" y="4950356"/>
                  </a:lnTo>
                  <a:lnTo>
                    <a:pt x="64247" y="4990101"/>
                  </a:lnTo>
                  <a:lnTo>
                    <a:pt x="90658" y="5026977"/>
                  </a:lnTo>
                  <a:lnTo>
                    <a:pt x="120867" y="5060673"/>
                  </a:lnTo>
                  <a:lnTo>
                    <a:pt x="154564" y="5090881"/>
                  </a:lnTo>
                  <a:lnTo>
                    <a:pt x="191440" y="5117292"/>
                  </a:lnTo>
                  <a:lnTo>
                    <a:pt x="231185" y="5139594"/>
                  </a:lnTo>
                  <a:lnTo>
                    <a:pt x="273489" y="5157479"/>
                  </a:lnTo>
                  <a:lnTo>
                    <a:pt x="318043" y="5170638"/>
                  </a:lnTo>
                  <a:lnTo>
                    <a:pt x="364537" y="5178760"/>
                  </a:lnTo>
                  <a:lnTo>
                    <a:pt x="412661" y="5181536"/>
                  </a:lnTo>
                  <a:lnTo>
                    <a:pt x="10712513" y="5181536"/>
                  </a:lnTo>
                  <a:lnTo>
                    <a:pt x="10760650" y="5178760"/>
                  </a:lnTo>
                  <a:lnTo>
                    <a:pt x="10807156" y="5170638"/>
                  </a:lnTo>
                  <a:lnTo>
                    <a:pt x="10851720" y="5157479"/>
                  </a:lnTo>
                  <a:lnTo>
                    <a:pt x="10894034" y="5139594"/>
                  </a:lnTo>
                  <a:lnTo>
                    <a:pt x="10933788" y="5117292"/>
                  </a:lnTo>
                  <a:lnTo>
                    <a:pt x="10970671" y="5090881"/>
                  </a:lnTo>
                  <a:lnTo>
                    <a:pt x="11004375" y="5060673"/>
                  </a:lnTo>
                  <a:lnTo>
                    <a:pt x="11034589" y="5026977"/>
                  </a:lnTo>
                  <a:lnTo>
                    <a:pt x="11061005" y="4990101"/>
                  </a:lnTo>
                  <a:lnTo>
                    <a:pt x="11083312" y="4950356"/>
                  </a:lnTo>
                  <a:lnTo>
                    <a:pt x="11101201" y="4908052"/>
                  </a:lnTo>
                  <a:lnTo>
                    <a:pt x="11114362" y="4863497"/>
                  </a:lnTo>
                  <a:lnTo>
                    <a:pt x="11122486" y="4817001"/>
                  </a:lnTo>
                  <a:lnTo>
                    <a:pt x="11125263" y="4768875"/>
                  </a:lnTo>
                  <a:lnTo>
                    <a:pt x="11125263" y="412623"/>
                  </a:lnTo>
                  <a:lnTo>
                    <a:pt x="11122486" y="364487"/>
                  </a:lnTo>
                  <a:lnTo>
                    <a:pt x="11114362" y="317987"/>
                  </a:lnTo>
                  <a:lnTo>
                    <a:pt x="11101201" y="273430"/>
                  </a:lnTo>
                  <a:lnTo>
                    <a:pt x="11083312" y="231127"/>
                  </a:lnTo>
                  <a:lnTo>
                    <a:pt x="11061005" y="191385"/>
                  </a:lnTo>
                  <a:lnTo>
                    <a:pt x="11034589" y="154514"/>
                  </a:lnTo>
                  <a:lnTo>
                    <a:pt x="11004375" y="120824"/>
                  </a:lnTo>
                  <a:lnTo>
                    <a:pt x="10970671" y="90623"/>
                  </a:lnTo>
                  <a:lnTo>
                    <a:pt x="10933788" y="64220"/>
                  </a:lnTo>
                  <a:lnTo>
                    <a:pt x="10894034" y="41925"/>
                  </a:lnTo>
                  <a:lnTo>
                    <a:pt x="10851720" y="24046"/>
                  </a:lnTo>
                  <a:lnTo>
                    <a:pt x="10807156" y="10893"/>
                  </a:lnTo>
                  <a:lnTo>
                    <a:pt x="10760650" y="2774"/>
                  </a:lnTo>
                  <a:lnTo>
                    <a:pt x="10712513" y="0"/>
                  </a:lnTo>
                  <a:close/>
                </a:path>
              </a:pathLst>
            </a:custGeom>
            <a:solidFill>
              <a:srgbClr val="C1E4F5"/>
            </a:solidFill>
          </p:spPr>
          <p:txBody>
            <a:bodyPr wrap="square" lIns="0" tIns="0" rIns="0" bIns="0" rtlCol="0"/>
            <a:lstStyle/>
            <a:p>
              <a:endParaRPr/>
            </a:p>
          </p:txBody>
        </p:sp>
        <p:sp>
          <p:nvSpPr>
            <p:cNvPr id="8" name="object 8"/>
            <p:cNvSpPr/>
            <p:nvPr/>
          </p:nvSpPr>
          <p:spPr>
            <a:xfrm>
              <a:off x="233362" y="1385951"/>
              <a:ext cx="11125835" cy="5181600"/>
            </a:xfrm>
            <a:custGeom>
              <a:avLst/>
              <a:gdLst/>
              <a:ahLst/>
              <a:cxnLst/>
              <a:rect l="l" t="t" r="r" b="b"/>
              <a:pathLst>
                <a:path w="11125835" h="5181600">
                  <a:moveTo>
                    <a:pt x="0" y="412623"/>
                  </a:moveTo>
                  <a:lnTo>
                    <a:pt x="2776" y="364487"/>
                  </a:lnTo>
                  <a:lnTo>
                    <a:pt x="10898" y="317987"/>
                  </a:lnTo>
                  <a:lnTo>
                    <a:pt x="24058" y="273430"/>
                  </a:lnTo>
                  <a:lnTo>
                    <a:pt x="41944" y="231127"/>
                  </a:lnTo>
                  <a:lnTo>
                    <a:pt x="64247" y="191385"/>
                  </a:lnTo>
                  <a:lnTo>
                    <a:pt x="90658" y="154514"/>
                  </a:lnTo>
                  <a:lnTo>
                    <a:pt x="120867" y="120824"/>
                  </a:lnTo>
                  <a:lnTo>
                    <a:pt x="154564" y="90623"/>
                  </a:lnTo>
                  <a:lnTo>
                    <a:pt x="191440" y="64220"/>
                  </a:lnTo>
                  <a:lnTo>
                    <a:pt x="231185" y="41925"/>
                  </a:lnTo>
                  <a:lnTo>
                    <a:pt x="273489" y="24046"/>
                  </a:lnTo>
                  <a:lnTo>
                    <a:pt x="318043" y="10893"/>
                  </a:lnTo>
                  <a:lnTo>
                    <a:pt x="364537" y="2774"/>
                  </a:lnTo>
                  <a:lnTo>
                    <a:pt x="412661" y="0"/>
                  </a:lnTo>
                  <a:lnTo>
                    <a:pt x="10712513" y="0"/>
                  </a:lnTo>
                  <a:lnTo>
                    <a:pt x="10760650" y="2774"/>
                  </a:lnTo>
                  <a:lnTo>
                    <a:pt x="10807156" y="10893"/>
                  </a:lnTo>
                  <a:lnTo>
                    <a:pt x="10851720" y="24046"/>
                  </a:lnTo>
                  <a:lnTo>
                    <a:pt x="10894034" y="41925"/>
                  </a:lnTo>
                  <a:lnTo>
                    <a:pt x="10933788" y="64220"/>
                  </a:lnTo>
                  <a:lnTo>
                    <a:pt x="10970671" y="90623"/>
                  </a:lnTo>
                  <a:lnTo>
                    <a:pt x="11004375" y="120824"/>
                  </a:lnTo>
                  <a:lnTo>
                    <a:pt x="11034589" y="154514"/>
                  </a:lnTo>
                  <a:lnTo>
                    <a:pt x="11061005" y="191385"/>
                  </a:lnTo>
                  <a:lnTo>
                    <a:pt x="11083312" y="231127"/>
                  </a:lnTo>
                  <a:lnTo>
                    <a:pt x="11101201" y="273430"/>
                  </a:lnTo>
                  <a:lnTo>
                    <a:pt x="11114362" y="317987"/>
                  </a:lnTo>
                  <a:lnTo>
                    <a:pt x="11122486" y="364487"/>
                  </a:lnTo>
                  <a:lnTo>
                    <a:pt x="11125263" y="412623"/>
                  </a:lnTo>
                  <a:lnTo>
                    <a:pt x="11125263" y="4768875"/>
                  </a:lnTo>
                  <a:lnTo>
                    <a:pt x="11122486" y="4817001"/>
                  </a:lnTo>
                  <a:lnTo>
                    <a:pt x="11114362" y="4863497"/>
                  </a:lnTo>
                  <a:lnTo>
                    <a:pt x="11101201" y="4908052"/>
                  </a:lnTo>
                  <a:lnTo>
                    <a:pt x="11083312" y="4950356"/>
                  </a:lnTo>
                  <a:lnTo>
                    <a:pt x="11061005" y="4990101"/>
                  </a:lnTo>
                  <a:lnTo>
                    <a:pt x="11034589" y="5026977"/>
                  </a:lnTo>
                  <a:lnTo>
                    <a:pt x="11004375" y="5060673"/>
                  </a:lnTo>
                  <a:lnTo>
                    <a:pt x="10970671" y="5090881"/>
                  </a:lnTo>
                  <a:lnTo>
                    <a:pt x="10933788" y="5117292"/>
                  </a:lnTo>
                  <a:lnTo>
                    <a:pt x="10894034" y="5139594"/>
                  </a:lnTo>
                  <a:lnTo>
                    <a:pt x="10851720" y="5157479"/>
                  </a:lnTo>
                  <a:lnTo>
                    <a:pt x="10807156" y="5170638"/>
                  </a:lnTo>
                  <a:lnTo>
                    <a:pt x="10760650" y="5178760"/>
                  </a:lnTo>
                  <a:lnTo>
                    <a:pt x="10712513" y="5181536"/>
                  </a:lnTo>
                  <a:lnTo>
                    <a:pt x="412661" y="5181536"/>
                  </a:lnTo>
                  <a:lnTo>
                    <a:pt x="364537" y="5178760"/>
                  </a:lnTo>
                  <a:lnTo>
                    <a:pt x="318043" y="5170638"/>
                  </a:lnTo>
                  <a:lnTo>
                    <a:pt x="273489" y="5157479"/>
                  </a:lnTo>
                  <a:lnTo>
                    <a:pt x="231185" y="5139594"/>
                  </a:lnTo>
                  <a:lnTo>
                    <a:pt x="191440" y="5117292"/>
                  </a:lnTo>
                  <a:lnTo>
                    <a:pt x="154564" y="5090881"/>
                  </a:lnTo>
                  <a:lnTo>
                    <a:pt x="120867" y="5060673"/>
                  </a:lnTo>
                  <a:lnTo>
                    <a:pt x="90658" y="5026977"/>
                  </a:lnTo>
                  <a:lnTo>
                    <a:pt x="64247" y="4990101"/>
                  </a:lnTo>
                  <a:lnTo>
                    <a:pt x="41944" y="4950356"/>
                  </a:lnTo>
                  <a:lnTo>
                    <a:pt x="24058" y="4908052"/>
                  </a:lnTo>
                  <a:lnTo>
                    <a:pt x="10898" y="4863497"/>
                  </a:lnTo>
                  <a:lnTo>
                    <a:pt x="2776" y="4817001"/>
                  </a:lnTo>
                  <a:lnTo>
                    <a:pt x="0" y="4768875"/>
                  </a:lnTo>
                  <a:lnTo>
                    <a:pt x="0" y="412623"/>
                  </a:lnTo>
                  <a:close/>
                </a:path>
              </a:pathLst>
            </a:custGeom>
            <a:ln w="7620">
              <a:solidFill>
                <a:srgbClr val="C0C1D6"/>
              </a:solidFill>
            </a:ln>
          </p:spPr>
          <p:txBody>
            <a:bodyPr wrap="square" lIns="0" tIns="0" rIns="0" bIns="0" rtlCol="0"/>
            <a:lstStyle/>
            <a:p>
              <a:endParaRPr/>
            </a:p>
          </p:txBody>
        </p:sp>
      </p:grpSp>
      <p:sp>
        <p:nvSpPr>
          <p:cNvPr id="9" name="object 9"/>
          <p:cNvSpPr txBox="1"/>
          <p:nvPr/>
        </p:nvSpPr>
        <p:spPr>
          <a:xfrm>
            <a:off x="428625" y="1471866"/>
            <a:ext cx="10661650" cy="4375150"/>
          </a:xfrm>
          <a:prstGeom prst="rect">
            <a:avLst/>
          </a:prstGeom>
        </p:spPr>
        <p:txBody>
          <a:bodyPr vert="horz" wrap="square" lIns="0" tIns="56515" rIns="0" bIns="0" rtlCol="0">
            <a:spAutoFit/>
          </a:bodyPr>
          <a:lstStyle/>
          <a:p>
            <a:pPr marL="241300" marR="1545590" indent="-228600">
              <a:lnSpc>
                <a:spcPts val="2850"/>
              </a:lnSpc>
              <a:spcBef>
                <a:spcPts val="445"/>
              </a:spcBef>
              <a:buFont typeface="Arial MT"/>
              <a:buChar char="•"/>
              <a:tabLst>
                <a:tab pos="241300" algn="l"/>
              </a:tabLst>
            </a:pPr>
            <a:r>
              <a:rPr sz="2600" dirty="0">
                <a:latin typeface="Trebuchet MS"/>
                <a:cs typeface="Trebuchet MS"/>
              </a:rPr>
              <a:t>A</a:t>
            </a:r>
            <a:r>
              <a:rPr sz="2600" spc="-95" dirty="0">
                <a:latin typeface="Trebuchet MS"/>
                <a:cs typeface="Trebuchet MS"/>
              </a:rPr>
              <a:t> </a:t>
            </a:r>
            <a:r>
              <a:rPr sz="2600" dirty="0">
                <a:latin typeface="Trebuchet MS"/>
                <a:cs typeface="Trebuchet MS"/>
              </a:rPr>
              <a:t>Cross–sectional</a:t>
            </a:r>
            <a:r>
              <a:rPr sz="2600" spc="-150" dirty="0">
                <a:latin typeface="Trebuchet MS"/>
                <a:cs typeface="Trebuchet MS"/>
              </a:rPr>
              <a:t> </a:t>
            </a:r>
            <a:r>
              <a:rPr sz="2600" spc="-35" dirty="0">
                <a:latin typeface="Trebuchet MS"/>
                <a:cs typeface="Trebuchet MS"/>
              </a:rPr>
              <a:t>study</a:t>
            </a:r>
            <a:r>
              <a:rPr sz="2600" spc="-125" dirty="0">
                <a:latin typeface="Trebuchet MS"/>
                <a:cs typeface="Trebuchet MS"/>
              </a:rPr>
              <a:t> </a:t>
            </a:r>
            <a:r>
              <a:rPr sz="2600" dirty="0">
                <a:latin typeface="Trebuchet MS"/>
                <a:cs typeface="Trebuchet MS"/>
              </a:rPr>
              <a:t>was</a:t>
            </a:r>
            <a:r>
              <a:rPr sz="2600" spc="-125" dirty="0">
                <a:latin typeface="Trebuchet MS"/>
                <a:cs typeface="Trebuchet MS"/>
              </a:rPr>
              <a:t> </a:t>
            </a:r>
            <a:r>
              <a:rPr sz="2600" spc="-10" dirty="0">
                <a:latin typeface="Trebuchet MS"/>
                <a:cs typeface="Trebuchet MS"/>
              </a:rPr>
              <a:t>conducted</a:t>
            </a:r>
            <a:r>
              <a:rPr sz="2600" spc="-105" dirty="0">
                <a:latin typeface="Trebuchet MS"/>
                <a:cs typeface="Trebuchet MS"/>
              </a:rPr>
              <a:t> </a:t>
            </a:r>
            <a:r>
              <a:rPr sz="2600" spc="-70" dirty="0">
                <a:latin typeface="Trebuchet MS"/>
                <a:cs typeface="Trebuchet MS"/>
              </a:rPr>
              <a:t>in</a:t>
            </a:r>
            <a:r>
              <a:rPr sz="2600" spc="-175" dirty="0">
                <a:latin typeface="Trebuchet MS"/>
                <a:cs typeface="Trebuchet MS"/>
              </a:rPr>
              <a:t> </a:t>
            </a:r>
            <a:r>
              <a:rPr sz="2600" spc="-45" dirty="0">
                <a:latin typeface="Trebuchet MS"/>
                <a:cs typeface="Trebuchet MS"/>
              </a:rPr>
              <a:t>Krupanidhi</a:t>
            </a:r>
            <a:r>
              <a:rPr sz="2600" spc="-160" dirty="0">
                <a:latin typeface="Trebuchet MS"/>
                <a:cs typeface="Trebuchet MS"/>
              </a:rPr>
              <a:t> </a:t>
            </a:r>
            <a:r>
              <a:rPr sz="2600" spc="-35" dirty="0">
                <a:latin typeface="Trebuchet MS"/>
                <a:cs typeface="Trebuchet MS"/>
              </a:rPr>
              <a:t>group</a:t>
            </a:r>
            <a:r>
              <a:rPr sz="2600" spc="-200" dirty="0">
                <a:latin typeface="Trebuchet MS"/>
                <a:cs typeface="Trebuchet MS"/>
              </a:rPr>
              <a:t> </a:t>
            </a:r>
            <a:r>
              <a:rPr sz="2600" spc="-25" dirty="0">
                <a:latin typeface="Trebuchet MS"/>
                <a:cs typeface="Trebuchet MS"/>
              </a:rPr>
              <a:t>of </a:t>
            </a:r>
            <a:r>
              <a:rPr sz="2600" spc="-45" dirty="0">
                <a:latin typeface="Trebuchet MS"/>
                <a:cs typeface="Trebuchet MS"/>
              </a:rPr>
              <a:t>institutions</a:t>
            </a:r>
            <a:r>
              <a:rPr sz="2600" spc="-204" dirty="0">
                <a:latin typeface="Trebuchet MS"/>
                <a:cs typeface="Trebuchet MS"/>
              </a:rPr>
              <a:t> </a:t>
            </a:r>
            <a:r>
              <a:rPr sz="2600" spc="-50" dirty="0">
                <a:latin typeface="Trebuchet MS"/>
                <a:cs typeface="Trebuchet MS"/>
              </a:rPr>
              <a:t>situated</a:t>
            </a:r>
            <a:r>
              <a:rPr sz="2600" spc="-260" dirty="0">
                <a:latin typeface="Trebuchet MS"/>
                <a:cs typeface="Trebuchet MS"/>
              </a:rPr>
              <a:t> </a:t>
            </a:r>
            <a:r>
              <a:rPr sz="2600" spc="-35" dirty="0">
                <a:latin typeface="Trebuchet MS"/>
                <a:cs typeface="Trebuchet MS"/>
              </a:rPr>
              <a:t>in</a:t>
            </a:r>
            <a:r>
              <a:rPr sz="2600" spc="-229" dirty="0">
                <a:latin typeface="Trebuchet MS"/>
                <a:cs typeface="Trebuchet MS"/>
              </a:rPr>
              <a:t> </a:t>
            </a:r>
            <a:r>
              <a:rPr sz="2600" spc="-10" dirty="0">
                <a:latin typeface="Trebuchet MS"/>
                <a:cs typeface="Trebuchet MS"/>
              </a:rPr>
              <a:t>Bengaluru.</a:t>
            </a:r>
            <a:endParaRPr sz="2600">
              <a:latin typeface="Trebuchet MS"/>
              <a:cs typeface="Trebuchet MS"/>
            </a:endParaRPr>
          </a:p>
          <a:p>
            <a:pPr marL="241300" marR="586105" indent="-228600">
              <a:lnSpc>
                <a:spcPts val="2850"/>
              </a:lnSpc>
              <a:spcBef>
                <a:spcPts val="910"/>
              </a:spcBef>
              <a:buFont typeface="Arial MT"/>
              <a:buChar char="•"/>
              <a:tabLst>
                <a:tab pos="241300" algn="l"/>
              </a:tabLst>
            </a:pPr>
            <a:r>
              <a:rPr sz="2600" spc="-55" dirty="0">
                <a:latin typeface="Trebuchet MS"/>
                <a:cs typeface="Trebuchet MS"/>
              </a:rPr>
              <a:t>All</a:t>
            </a:r>
            <a:r>
              <a:rPr sz="2600" spc="-225" dirty="0">
                <a:latin typeface="Trebuchet MS"/>
                <a:cs typeface="Trebuchet MS"/>
              </a:rPr>
              <a:t> </a:t>
            </a:r>
            <a:r>
              <a:rPr sz="2600" spc="-90" dirty="0">
                <a:latin typeface="Trebuchet MS"/>
                <a:cs typeface="Trebuchet MS"/>
              </a:rPr>
              <a:t>the</a:t>
            </a:r>
            <a:r>
              <a:rPr sz="2600" spc="-245" dirty="0">
                <a:latin typeface="Trebuchet MS"/>
                <a:cs typeface="Trebuchet MS"/>
              </a:rPr>
              <a:t> </a:t>
            </a:r>
            <a:r>
              <a:rPr sz="2600" spc="-20" dirty="0">
                <a:latin typeface="Trebuchet MS"/>
                <a:cs typeface="Trebuchet MS"/>
              </a:rPr>
              <a:t>study</a:t>
            </a:r>
            <a:r>
              <a:rPr sz="2600" spc="-275" dirty="0">
                <a:latin typeface="Trebuchet MS"/>
                <a:cs typeface="Trebuchet MS"/>
              </a:rPr>
              <a:t> </a:t>
            </a:r>
            <a:r>
              <a:rPr sz="2600" spc="-50" dirty="0">
                <a:latin typeface="Trebuchet MS"/>
                <a:cs typeface="Trebuchet MS"/>
              </a:rPr>
              <a:t>participates</a:t>
            </a:r>
            <a:r>
              <a:rPr sz="2600" spc="-204" dirty="0">
                <a:latin typeface="Trebuchet MS"/>
                <a:cs typeface="Trebuchet MS"/>
              </a:rPr>
              <a:t> </a:t>
            </a:r>
            <a:r>
              <a:rPr sz="2600" spc="-25" dirty="0">
                <a:latin typeface="Trebuchet MS"/>
                <a:cs typeface="Trebuchet MS"/>
              </a:rPr>
              <a:t>who</a:t>
            </a:r>
            <a:r>
              <a:rPr sz="2600" spc="-235" dirty="0">
                <a:latin typeface="Trebuchet MS"/>
                <a:cs typeface="Trebuchet MS"/>
              </a:rPr>
              <a:t> </a:t>
            </a:r>
            <a:r>
              <a:rPr sz="2600" spc="-65" dirty="0">
                <a:latin typeface="Trebuchet MS"/>
                <a:cs typeface="Trebuchet MS"/>
              </a:rPr>
              <a:t>met</a:t>
            </a:r>
            <a:r>
              <a:rPr sz="2600" spc="-235" dirty="0">
                <a:latin typeface="Trebuchet MS"/>
                <a:cs typeface="Trebuchet MS"/>
              </a:rPr>
              <a:t> </a:t>
            </a:r>
            <a:r>
              <a:rPr sz="2600" spc="-65" dirty="0">
                <a:latin typeface="Trebuchet MS"/>
                <a:cs typeface="Trebuchet MS"/>
              </a:rPr>
              <a:t>the</a:t>
            </a:r>
            <a:r>
              <a:rPr sz="2600" spc="-245" dirty="0">
                <a:latin typeface="Trebuchet MS"/>
                <a:cs typeface="Trebuchet MS"/>
              </a:rPr>
              <a:t> </a:t>
            </a:r>
            <a:r>
              <a:rPr sz="2600" spc="-10" dirty="0">
                <a:latin typeface="Trebuchet MS"/>
                <a:cs typeface="Trebuchet MS"/>
              </a:rPr>
              <a:t>inclusion</a:t>
            </a:r>
            <a:r>
              <a:rPr sz="2600" spc="-229" dirty="0">
                <a:latin typeface="Trebuchet MS"/>
                <a:cs typeface="Trebuchet MS"/>
              </a:rPr>
              <a:t> </a:t>
            </a:r>
            <a:r>
              <a:rPr sz="2600" spc="-90" dirty="0">
                <a:latin typeface="Trebuchet MS"/>
                <a:cs typeface="Trebuchet MS"/>
              </a:rPr>
              <a:t>criteria</a:t>
            </a:r>
            <a:r>
              <a:rPr sz="2600" spc="-254" dirty="0">
                <a:latin typeface="Trebuchet MS"/>
                <a:cs typeface="Trebuchet MS"/>
              </a:rPr>
              <a:t> </a:t>
            </a:r>
            <a:r>
              <a:rPr sz="2600" spc="-85" dirty="0">
                <a:latin typeface="Trebuchet MS"/>
                <a:cs typeface="Trebuchet MS"/>
              </a:rPr>
              <a:t>were</a:t>
            </a:r>
            <a:r>
              <a:rPr sz="2600" spc="-245" dirty="0">
                <a:latin typeface="Trebuchet MS"/>
                <a:cs typeface="Trebuchet MS"/>
              </a:rPr>
              <a:t> </a:t>
            </a:r>
            <a:r>
              <a:rPr sz="2600" spc="-10" dirty="0">
                <a:latin typeface="Trebuchet MS"/>
                <a:cs typeface="Trebuchet MS"/>
              </a:rPr>
              <a:t>enrolled </a:t>
            </a:r>
            <a:r>
              <a:rPr sz="2600" spc="-90" dirty="0">
                <a:latin typeface="Trebuchet MS"/>
                <a:cs typeface="Trebuchet MS"/>
              </a:rPr>
              <a:t>within</a:t>
            </a:r>
            <a:r>
              <a:rPr sz="2600" spc="-240" dirty="0">
                <a:latin typeface="Trebuchet MS"/>
                <a:cs typeface="Trebuchet MS"/>
              </a:rPr>
              <a:t> </a:t>
            </a:r>
            <a:r>
              <a:rPr sz="2600" spc="-70" dirty="0">
                <a:latin typeface="Trebuchet MS"/>
                <a:cs typeface="Trebuchet MS"/>
              </a:rPr>
              <a:t>the</a:t>
            </a:r>
            <a:r>
              <a:rPr sz="2600" spc="-245" dirty="0">
                <a:latin typeface="Trebuchet MS"/>
                <a:cs typeface="Trebuchet MS"/>
              </a:rPr>
              <a:t> </a:t>
            </a:r>
            <a:r>
              <a:rPr sz="2600" spc="-90" dirty="0">
                <a:latin typeface="Trebuchet MS"/>
                <a:cs typeface="Trebuchet MS"/>
              </a:rPr>
              <a:t>study.</a:t>
            </a:r>
            <a:r>
              <a:rPr sz="2600" spc="-290" dirty="0">
                <a:latin typeface="Trebuchet MS"/>
                <a:cs typeface="Trebuchet MS"/>
              </a:rPr>
              <a:t> </a:t>
            </a:r>
            <a:r>
              <a:rPr sz="2600" spc="-105" dirty="0">
                <a:latin typeface="Trebuchet MS"/>
                <a:cs typeface="Trebuchet MS"/>
              </a:rPr>
              <a:t>The</a:t>
            </a:r>
            <a:r>
              <a:rPr sz="2600" spc="-170" dirty="0">
                <a:latin typeface="Trebuchet MS"/>
                <a:cs typeface="Trebuchet MS"/>
              </a:rPr>
              <a:t> </a:t>
            </a:r>
            <a:r>
              <a:rPr sz="2600" spc="-40" dirty="0">
                <a:latin typeface="Trebuchet MS"/>
                <a:cs typeface="Trebuchet MS"/>
              </a:rPr>
              <a:t>aim</a:t>
            </a:r>
            <a:r>
              <a:rPr sz="2600" spc="-204" dirty="0">
                <a:latin typeface="Trebuchet MS"/>
                <a:cs typeface="Trebuchet MS"/>
              </a:rPr>
              <a:t> </a:t>
            </a:r>
            <a:r>
              <a:rPr sz="2600" spc="-90" dirty="0">
                <a:latin typeface="Trebuchet MS"/>
                <a:cs typeface="Trebuchet MS"/>
              </a:rPr>
              <a:t>of</a:t>
            </a:r>
            <a:r>
              <a:rPr sz="2600" spc="-175" dirty="0">
                <a:latin typeface="Trebuchet MS"/>
                <a:cs typeface="Trebuchet MS"/>
              </a:rPr>
              <a:t> </a:t>
            </a:r>
            <a:r>
              <a:rPr sz="2600" spc="-90" dirty="0">
                <a:latin typeface="Trebuchet MS"/>
                <a:cs typeface="Trebuchet MS"/>
              </a:rPr>
              <a:t>the</a:t>
            </a:r>
            <a:r>
              <a:rPr sz="2600" spc="-250" dirty="0">
                <a:latin typeface="Trebuchet MS"/>
                <a:cs typeface="Trebuchet MS"/>
              </a:rPr>
              <a:t> </a:t>
            </a:r>
            <a:r>
              <a:rPr sz="2600" spc="-20" dirty="0">
                <a:latin typeface="Trebuchet MS"/>
                <a:cs typeface="Trebuchet MS"/>
              </a:rPr>
              <a:t>study</a:t>
            </a:r>
            <a:r>
              <a:rPr sz="2600" spc="-200" dirty="0">
                <a:latin typeface="Trebuchet MS"/>
                <a:cs typeface="Trebuchet MS"/>
              </a:rPr>
              <a:t> </a:t>
            </a:r>
            <a:r>
              <a:rPr sz="2600" dirty="0">
                <a:latin typeface="Trebuchet MS"/>
                <a:cs typeface="Trebuchet MS"/>
              </a:rPr>
              <a:t>was</a:t>
            </a:r>
            <a:r>
              <a:rPr sz="2600" spc="-210" dirty="0">
                <a:latin typeface="Trebuchet MS"/>
                <a:cs typeface="Trebuchet MS"/>
              </a:rPr>
              <a:t> </a:t>
            </a:r>
            <a:r>
              <a:rPr sz="2600" spc="-60" dirty="0">
                <a:latin typeface="Trebuchet MS"/>
                <a:cs typeface="Trebuchet MS"/>
              </a:rPr>
              <a:t>explained</a:t>
            </a:r>
            <a:r>
              <a:rPr sz="2600" spc="-260" dirty="0">
                <a:latin typeface="Trebuchet MS"/>
                <a:cs typeface="Trebuchet MS"/>
              </a:rPr>
              <a:t> </a:t>
            </a:r>
            <a:r>
              <a:rPr sz="2600" spc="-95" dirty="0">
                <a:latin typeface="Trebuchet MS"/>
                <a:cs typeface="Trebuchet MS"/>
              </a:rPr>
              <a:t>to</a:t>
            </a:r>
            <a:r>
              <a:rPr sz="2600" spc="-240" dirty="0">
                <a:latin typeface="Trebuchet MS"/>
                <a:cs typeface="Trebuchet MS"/>
              </a:rPr>
              <a:t> </a:t>
            </a:r>
            <a:r>
              <a:rPr sz="2600" spc="-70" dirty="0">
                <a:latin typeface="Trebuchet MS"/>
                <a:cs typeface="Trebuchet MS"/>
              </a:rPr>
              <a:t>the</a:t>
            </a:r>
            <a:r>
              <a:rPr sz="2600" spc="-245" dirty="0">
                <a:latin typeface="Trebuchet MS"/>
                <a:cs typeface="Trebuchet MS"/>
              </a:rPr>
              <a:t> </a:t>
            </a:r>
            <a:r>
              <a:rPr sz="2600" spc="-10" dirty="0">
                <a:latin typeface="Trebuchet MS"/>
                <a:cs typeface="Trebuchet MS"/>
              </a:rPr>
              <a:t>students.</a:t>
            </a:r>
            <a:endParaRPr sz="2600">
              <a:latin typeface="Trebuchet MS"/>
              <a:cs typeface="Trebuchet MS"/>
            </a:endParaRPr>
          </a:p>
          <a:p>
            <a:pPr marL="241300" marR="32384" indent="-228600">
              <a:lnSpc>
                <a:spcPts val="2780"/>
              </a:lnSpc>
              <a:spcBef>
                <a:spcPts val="1040"/>
              </a:spcBef>
              <a:buFont typeface="Arial MT"/>
              <a:buChar char="•"/>
              <a:tabLst>
                <a:tab pos="241300" algn="l"/>
              </a:tabLst>
            </a:pPr>
            <a:r>
              <a:rPr sz="2600" spc="-100" dirty="0">
                <a:latin typeface="Trebuchet MS"/>
                <a:cs typeface="Trebuchet MS"/>
              </a:rPr>
              <a:t>The</a:t>
            </a:r>
            <a:r>
              <a:rPr sz="2600" spc="-260" dirty="0">
                <a:latin typeface="Trebuchet MS"/>
                <a:cs typeface="Trebuchet MS"/>
              </a:rPr>
              <a:t> </a:t>
            </a:r>
            <a:r>
              <a:rPr sz="2600" spc="-25" dirty="0">
                <a:latin typeface="Trebuchet MS"/>
                <a:cs typeface="Trebuchet MS"/>
              </a:rPr>
              <a:t>questionnaires</a:t>
            </a:r>
            <a:r>
              <a:rPr sz="2600" spc="-204" dirty="0">
                <a:latin typeface="Trebuchet MS"/>
                <a:cs typeface="Trebuchet MS"/>
              </a:rPr>
              <a:t> </a:t>
            </a:r>
            <a:r>
              <a:rPr sz="2600" spc="-100" dirty="0">
                <a:latin typeface="Trebuchet MS"/>
                <a:cs typeface="Trebuchet MS"/>
              </a:rPr>
              <a:t>were</a:t>
            </a:r>
            <a:r>
              <a:rPr sz="2600" spc="-165" dirty="0">
                <a:latin typeface="Trebuchet MS"/>
                <a:cs typeface="Trebuchet MS"/>
              </a:rPr>
              <a:t> </a:t>
            </a:r>
            <a:r>
              <a:rPr sz="2600" spc="-70" dirty="0">
                <a:latin typeface="Trebuchet MS"/>
                <a:cs typeface="Trebuchet MS"/>
              </a:rPr>
              <a:t>given</a:t>
            </a:r>
            <a:r>
              <a:rPr sz="2600" spc="-235" dirty="0">
                <a:latin typeface="Trebuchet MS"/>
                <a:cs typeface="Trebuchet MS"/>
              </a:rPr>
              <a:t> </a:t>
            </a:r>
            <a:r>
              <a:rPr sz="2600" spc="-95" dirty="0">
                <a:latin typeface="Trebuchet MS"/>
                <a:cs typeface="Trebuchet MS"/>
              </a:rPr>
              <a:t>to</a:t>
            </a:r>
            <a:r>
              <a:rPr sz="2600" spc="-235" dirty="0">
                <a:latin typeface="Trebuchet MS"/>
                <a:cs typeface="Trebuchet MS"/>
              </a:rPr>
              <a:t> </a:t>
            </a:r>
            <a:r>
              <a:rPr sz="2600" spc="-10" dirty="0">
                <a:latin typeface="Trebuchet MS"/>
                <a:cs typeface="Trebuchet MS"/>
              </a:rPr>
              <a:t>students</a:t>
            </a:r>
            <a:r>
              <a:rPr sz="2600" spc="-210" dirty="0">
                <a:latin typeface="Trebuchet MS"/>
                <a:cs typeface="Trebuchet MS"/>
              </a:rPr>
              <a:t> </a:t>
            </a:r>
            <a:r>
              <a:rPr sz="2600" dirty="0">
                <a:latin typeface="Trebuchet MS"/>
                <a:cs typeface="Trebuchet MS"/>
              </a:rPr>
              <a:t>and</a:t>
            </a:r>
            <a:r>
              <a:rPr sz="2600" spc="-260" dirty="0">
                <a:latin typeface="Trebuchet MS"/>
                <a:cs typeface="Trebuchet MS"/>
              </a:rPr>
              <a:t> </a:t>
            </a:r>
            <a:r>
              <a:rPr sz="2600" dirty="0">
                <a:latin typeface="Trebuchet MS"/>
                <a:cs typeface="Trebuchet MS"/>
              </a:rPr>
              <a:t>asked</a:t>
            </a:r>
            <a:r>
              <a:rPr sz="2600" spc="-260" dirty="0">
                <a:latin typeface="Trebuchet MS"/>
                <a:cs typeface="Trebuchet MS"/>
              </a:rPr>
              <a:t> </a:t>
            </a:r>
            <a:r>
              <a:rPr sz="2600" spc="-45" dirty="0">
                <a:latin typeface="Trebuchet MS"/>
                <a:cs typeface="Trebuchet MS"/>
              </a:rPr>
              <a:t>them</a:t>
            </a:r>
            <a:r>
              <a:rPr sz="2600" spc="-285" dirty="0">
                <a:latin typeface="Trebuchet MS"/>
                <a:cs typeface="Trebuchet MS"/>
              </a:rPr>
              <a:t> </a:t>
            </a:r>
            <a:r>
              <a:rPr sz="2600" spc="-95" dirty="0">
                <a:latin typeface="Trebuchet MS"/>
                <a:cs typeface="Trebuchet MS"/>
              </a:rPr>
              <a:t>to</a:t>
            </a:r>
            <a:r>
              <a:rPr sz="2600" spc="-160" dirty="0">
                <a:latin typeface="Trebuchet MS"/>
                <a:cs typeface="Trebuchet MS"/>
              </a:rPr>
              <a:t> </a:t>
            </a:r>
            <a:r>
              <a:rPr sz="2600" spc="-140" dirty="0">
                <a:latin typeface="Trebuchet MS"/>
                <a:cs typeface="Trebuchet MS"/>
              </a:rPr>
              <a:t>fill</a:t>
            </a:r>
            <a:r>
              <a:rPr sz="2600" spc="-225" dirty="0">
                <a:latin typeface="Trebuchet MS"/>
                <a:cs typeface="Trebuchet MS"/>
              </a:rPr>
              <a:t> </a:t>
            </a:r>
            <a:r>
              <a:rPr sz="2600" spc="-40" dirty="0">
                <a:latin typeface="Trebuchet MS"/>
                <a:cs typeface="Trebuchet MS"/>
              </a:rPr>
              <a:t>out</a:t>
            </a:r>
            <a:r>
              <a:rPr sz="2600" spc="-229" dirty="0">
                <a:latin typeface="Trebuchet MS"/>
                <a:cs typeface="Trebuchet MS"/>
              </a:rPr>
              <a:t> </a:t>
            </a:r>
            <a:r>
              <a:rPr sz="2600" spc="-25" dirty="0">
                <a:latin typeface="Trebuchet MS"/>
                <a:cs typeface="Trebuchet MS"/>
              </a:rPr>
              <a:t>to </a:t>
            </a:r>
            <a:r>
              <a:rPr sz="2600" spc="130" dirty="0">
                <a:latin typeface="Trebuchet MS"/>
                <a:cs typeface="Trebuchet MS"/>
              </a:rPr>
              <a:t>assess</a:t>
            </a:r>
            <a:r>
              <a:rPr sz="2600" spc="-204" dirty="0">
                <a:latin typeface="Trebuchet MS"/>
                <a:cs typeface="Trebuchet MS"/>
              </a:rPr>
              <a:t> </a:t>
            </a:r>
            <a:r>
              <a:rPr sz="2600" spc="-105" dirty="0">
                <a:latin typeface="Trebuchet MS"/>
                <a:cs typeface="Trebuchet MS"/>
              </a:rPr>
              <a:t>their</a:t>
            </a:r>
            <a:r>
              <a:rPr sz="2600" spc="-185" dirty="0">
                <a:latin typeface="Trebuchet MS"/>
                <a:cs typeface="Trebuchet MS"/>
              </a:rPr>
              <a:t> </a:t>
            </a:r>
            <a:r>
              <a:rPr sz="2600" spc="-70" dirty="0">
                <a:latin typeface="Trebuchet MS"/>
                <a:cs typeface="Trebuchet MS"/>
              </a:rPr>
              <a:t>Knowledge,</a:t>
            </a:r>
            <a:r>
              <a:rPr sz="2600" spc="-204" dirty="0">
                <a:latin typeface="Trebuchet MS"/>
                <a:cs typeface="Trebuchet MS"/>
              </a:rPr>
              <a:t> </a:t>
            </a:r>
            <a:r>
              <a:rPr sz="2600" spc="-125" dirty="0">
                <a:latin typeface="Trebuchet MS"/>
                <a:cs typeface="Trebuchet MS"/>
              </a:rPr>
              <a:t>Attitude,</a:t>
            </a:r>
            <a:r>
              <a:rPr sz="2600" spc="-204" dirty="0">
                <a:latin typeface="Trebuchet MS"/>
                <a:cs typeface="Trebuchet MS"/>
              </a:rPr>
              <a:t> </a:t>
            </a:r>
            <a:r>
              <a:rPr sz="2600" dirty="0">
                <a:latin typeface="Trebuchet MS"/>
                <a:cs typeface="Trebuchet MS"/>
              </a:rPr>
              <a:t>and</a:t>
            </a:r>
            <a:r>
              <a:rPr sz="2600" spc="-254" dirty="0">
                <a:latin typeface="Trebuchet MS"/>
                <a:cs typeface="Trebuchet MS"/>
              </a:rPr>
              <a:t> </a:t>
            </a:r>
            <a:r>
              <a:rPr sz="2600" spc="-80" dirty="0">
                <a:latin typeface="Trebuchet MS"/>
                <a:cs typeface="Trebuchet MS"/>
              </a:rPr>
              <a:t>Practice.</a:t>
            </a:r>
            <a:r>
              <a:rPr sz="2600" spc="-204" dirty="0">
                <a:latin typeface="Trebuchet MS"/>
                <a:cs typeface="Trebuchet MS"/>
              </a:rPr>
              <a:t> </a:t>
            </a:r>
            <a:r>
              <a:rPr sz="2600" spc="-25" dirty="0">
                <a:latin typeface="Trebuchet MS"/>
                <a:cs typeface="Trebuchet MS"/>
              </a:rPr>
              <a:t>Educational</a:t>
            </a:r>
            <a:r>
              <a:rPr sz="2600" spc="-220" dirty="0">
                <a:latin typeface="Trebuchet MS"/>
                <a:cs typeface="Trebuchet MS"/>
              </a:rPr>
              <a:t> </a:t>
            </a:r>
            <a:r>
              <a:rPr sz="2600" spc="-25" dirty="0">
                <a:latin typeface="Trebuchet MS"/>
                <a:cs typeface="Trebuchet MS"/>
              </a:rPr>
              <a:t>interventions </a:t>
            </a:r>
            <a:r>
              <a:rPr sz="2600" spc="-100" dirty="0">
                <a:latin typeface="Trebuchet MS"/>
                <a:cs typeface="Trebuchet MS"/>
              </a:rPr>
              <a:t>were</a:t>
            </a:r>
            <a:r>
              <a:rPr sz="2600" spc="-170" dirty="0">
                <a:latin typeface="Trebuchet MS"/>
                <a:cs typeface="Trebuchet MS"/>
              </a:rPr>
              <a:t> </a:t>
            </a:r>
            <a:r>
              <a:rPr sz="2600" spc="-85" dirty="0">
                <a:latin typeface="Trebuchet MS"/>
                <a:cs typeface="Trebuchet MS"/>
              </a:rPr>
              <a:t>given</a:t>
            </a:r>
            <a:r>
              <a:rPr sz="2600" spc="-165" dirty="0">
                <a:latin typeface="Trebuchet MS"/>
                <a:cs typeface="Trebuchet MS"/>
              </a:rPr>
              <a:t> </a:t>
            </a:r>
            <a:r>
              <a:rPr sz="2600" spc="-85" dirty="0">
                <a:latin typeface="Trebuchet MS"/>
                <a:cs typeface="Trebuchet MS"/>
              </a:rPr>
              <a:t>verbally</a:t>
            </a:r>
            <a:r>
              <a:rPr sz="2600" spc="-204" dirty="0">
                <a:latin typeface="Trebuchet MS"/>
                <a:cs typeface="Trebuchet MS"/>
              </a:rPr>
              <a:t> </a:t>
            </a:r>
            <a:r>
              <a:rPr sz="2600" spc="135" dirty="0">
                <a:latin typeface="Trebuchet MS"/>
                <a:cs typeface="Trebuchet MS"/>
              </a:rPr>
              <a:t>C</a:t>
            </a:r>
            <a:r>
              <a:rPr sz="2600" spc="-260" dirty="0">
                <a:latin typeface="Trebuchet MS"/>
                <a:cs typeface="Trebuchet MS"/>
              </a:rPr>
              <a:t> </a:t>
            </a:r>
            <a:r>
              <a:rPr sz="2600" spc="-80" dirty="0">
                <a:latin typeface="Trebuchet MS"/>
                <a:cs typeface="Trebuchet MS"/>
              </a:rPr>
              <a:t>by</a:t>
            </a:r>
            <a:r>
              <a:rPr sz="2600" spc="-200" dirty="0">
                <a:latin typeface="Trebuchet MS"/>
                <a:cs typeface="Trebuchet MS"/>
              </a:rPr>
              <a:t> </a:t>
            </a:r>
            <a:r>
              <a:rPr sz="2600" dirty="0">
                <a:latin typeface="Trebuchet MS"/>
                <a:cs typeface="Trebuchet MS"/>
              </a:rPr>
              <a:t>a</a:t>
            </a:r>
            <a:r>
              <a:rPr sz="2600" spc="-270" dirty="0">
                <a:latin typeface="Trebuchet MS"/>
                <a:cs typeface="Trebuchet MS"/>
              </a:rPr>
              <a:t> </a:t>
            </a:r>
            <a:r>
              <a:rPr sz="2600" spc="-70" dirty="0">
                <a:latin typeface="Trebuchet MS"/>
                <a:cs typeface="Trebuchet MS"/>
              </a:rPr>
              <a:t>PowerPoint</a:t>
            </a:r>
            <a:r>
              <a:rPr sz="2600" spc="-240" dirty="0">
                <a:latin typeface="Trebuchet MS"/>
                <a:cs typeface="Trebuchet MS"/>
              </a:rPr>
              <a:t> </a:t>
            </a:r>
            <a:r>
              <a:rPr sz="2600" spc="-55" dirty="0">
                <a:latin typeface="Trebuchet MS"/>
                <a:cs typeface="Trebuchet MS"/>
              </a:rPr>
              <a:t>presentation</a:t>
            </a:r>
            <a:r>
              <a:rPr sz="2600" spc="-235" dirty="0">
                <a:latin typeface="Trebuchet MS"/>
                <a:cs typeface="Trebuchet MS"/>
              </a:rPr>
              <a:t> </a:t>
            </a:r>
            <a:r>
              <a:rPr sz="2600" spc="-95" dirty="0">
                <a:latin typeface="Trebuchet MS"/>
                <a:cs typeface="Trebuchet MS"/>
              </a:rPr>
              <a:t>to</a:t>
            </a:r>
            <a:r>
              <a:rPr sz="2600" spc="-240" dirty="0">
                <a:latin typeface="Trebuchet MS"/>
                <a:cs typeface="Trebuchet MS"/>
              </a:rPr>
              <a:t> </a:t>
            </a:r>
            <a:r>
              <a:rPr sz="2600" spc="-70" dirty="0">
                <a:latin typeface="Trebuchet MS"/>
                <a:cs typeface="Trebuchet MS"/>
              </a:rPr>
              <a:t>the</a:t>
            </a:r>
            <a:r>
              <a:rPr sz="2600" spc="-250" dirty="0">
                <a:latin typeface="Trebuchet MS"/>
                <a:cs typeface="Trebuchet MS"/>
              </a:rPr>
              <a:t> </a:t>
            </a:r>
            <a:r>
              <a:rPr sz="2600" spc="-10" dirty="0">
                <a:latin typeface="Trebuchet MS"/>
                <a:cs typeface="Trebuchet MS"/>
              </a:rPr>
              <a:t>students.</a:t>
            </a:r>
            <a:endParaRPr sz="2600">
              <a:latin typeface="Trebuchet MS"/>
              <a:cs typeface="Trebuchet MS"/>
            </a:endParaRPr>
          </a:p>
          <a:p>
            <a:pPr marL="241300" marR="5080" indent="-228600">
              <a:lnSpc>
                <a:spcPct val="89900"/>
              </a:lnSpc>
              <a:spcBef>
                <a:spcPts val="985"/>
              </a:spcBef>
              <a:buFont typeface="Arial MT"/>
              <a:buChar char="•"/>
              <a:tabLst>
                <a:tab pos="241300" algn="l"/>
              </a:tabLst>
            </a:pPr>
            <a:r>
              <a:rPr sz="2600" spc="-70" dirty="0">
                <a:latin typeface="Trebuchet MS"/>
                <a:cs typeface="Trebuchet MS"/>
              </a:rPr>
              <a:t>Knowledge,</a:t>
            </a:r>
            <a:r>
              <a:rPr sz="2600" spc="-190" dirty="0">
                <a:latin typeface="Trebuchet MS"/>
                <a:cs typeface="Trebuchet MS"/>
              </a:rPr>
              <a:t> </a:t>
            </a:r>
            <a:r>
              <a:rPr sz="2600" spc="-125" dirty="0">
                <a:latin typeface="Trebuchet MS"/>
                <a:cs typeface="Trebuchet MS"/>
              </a:rPr>
              <a:t>Attitude,</a:t>
            </a:r>
            <a:r>
              <a:rPr sz="2600" spc="-190" dirty="0">
                <a:latin typeface="Trebuchet MS"/>
                <a:cs typeface="Trebuchet MS"/>
              </a:rPr>
              <a:t> </a:t>
            </a:r>
            <a:r>
              <a:rPr sz="2600" dirty="0">
                <a:latin typeface="Trebuchet MS"/>
                <a:cs typeface="Trebuchet MS"/>
              </a:rPr>
              <a:t>and</a:t>
            </a:r>
            <a:r>
              <a:rPr sz="2600" spc="-240" dirty="0">
                <a:latin typeface="Trebuchet MS"/>
                <a:cs typeface="Trebuchet MS"/>
              </a:rPr>
              <a:t> </a:t>
            </a:r>
            <a:r>
              <a:rPr sz="2600" spc="-55" dirty="0">
                <a:latin typeface="Trebuchet MS"/>
                <a:cs typeface="Trebuchet MS"/>
              </a:rPr>
              <a:t>Practice</a:t>
            </a:r>
            <a:r>
              <a:rPr sz="2600" spc="-229" dirty="0">
                <a:latin typeface="Trebuchet MS"/>
                <a:cs typeface="Trebuchet MS"/>
              </a:rPr>
              <a:t> </a:t>
            </a:r>
            <a:r>
              <a:rPr sz="2600" spc="-55" dirty="0">
                <a:latin typeface="Trebuchet MS"/>
                <a:cs typeface="Trebuchet MS"/>
              </a:rPr>
              <a:t>of</a:t>
            </a:r>
            <a:r>
              <a:rPr sz="2600" spc="-229" dirty="0">
                <a:latin typeface="Trebuchet MS"/>
                <a:cs typeface="Trebuchet MS"/>
              </a:rPr>
              <a:t> </a:t>
            </a:r>
            <a:r>
              <a:rPr sz="2600" spc="-10" dirty="0">
                <a:latin typeface="Trebuchet MS"/>
                <a:cs typeface="Trebuchet MS"/>
              </a:rPr>
              <a:t>students</a:t>
            </a:r>
            <a:r>
              <a:rPr sz="2600" spc="-190" dirty="0">
                <a:latin typeface="Trebuchet MS"/>
                <a:cs typeface="Trebuchet MS"/>
              </a:rPr>
              <a:t> </a:t>
            </a:r>
            <a:r>
              <a:rPr sz="2600" spc="-75" dirty="0">
                <a:latin typeface="Trebuchet MS"/>
                <a:cs typeface="Trebuchet MS"/>
              </a:rPr>
              <a:t>regarding</a:t>
            </a:r>
            <a:r>
              <a:rPr sz="2600" spc="-195" dirty="0">
                <a:latin typeface="Trebuchet MS"/>
                <a:cs typeface="Trebuchet MS"/>
              </a:rPr>
              <a:t> </a:t>
            </a:r>
            <a:r>
              <a:rPr sz="2600" spc="-75" dirty="0">
                <a:latin typeface="Trebuchet MS"/>
                <a:cs typeface="Trebuchet MS"/>
              </a:rPr>
              <a:t>antibiotic</a:t>
            </a:r>
            <a:r>
              <a:rPr sz="2600" spc="-135" dirty="0">
                <a:latin typeface="Trebuchet MS"/>
                <a:cs typeface="Trebuchet MS"/>
              </a:rPr>
              <a:t> </a:t>
            </a:r>
            <a:r>
              <a:rPr sz="2600" spc="-10" dirty="0">
                <a:latin typeface="Trebuchet MS"/>
                <a:cs typeface="Trebuchet MS"/>
              </a:rPr>
              <a:t>misuse </a:t>
            </a:r>
            <a:r>
              <a:rPr sz="2600" dirty="0">
                <a:latin typeface="Trebuchet MS"/>
                <a:cs typeface="Trebuchet MS"/>
              </a:rPr>
              <a:t>among</a:t>
            </a:r>
            <a:r>
              <a:rPr sz="2600" spc="-210" dirty="0">
                <a:latin typeface="Trebuchet MS"/>
                <a:cs typeface="Trebuchet MS"/>
              </a:rPr>
              <a:t> </a:t>
            </a:r>
            <a:r>
              <a:rPr sz="2600" spc="-10" dirty="0">
                <a:latin typeface="Trebuchet MS"/>
                <a:cs typeface="Trebuchet MS"/>
              </a:rPr>
              <a:t>students</a:t>
            </a:r>
            <a:r>
              <a:rPr sz="2600" spc="-200" dirty="0">
                <a:latin typeface="Trebuchet MS"/>
                <a:cs typeface="Trebuchet MS"/>
              </a:rPr>
              <a:t> </a:t>
            </a:r>
            <a:r>
              <a:rPr sz="2600" spc="-90" dirty="0">
                <a:latin typeface="Trebuchet MS"/>
                <a:cs typeface="Trebuchet MS"/>
              </a:rPr>
              <a:t>of</a:t>
            </a:r>
            <a:r>
              <a:rPr sz="2600" spc="-204" dirty="0">
                <a:latin typeface="Trebuchet MS"/>
                <a:cs typeface="Trebuchet MS"/>
              </a:rPr>
              <a:t> </a:t>
            </a:r>
            <a:r>
              <a:rPr sz="2600" spc="-45" dirty="0">
                <a:latin typeface="Trebuchet MS"/>
                <a:cs typeface="Trebuchet MS"/>
              </a:rPr>
              <a:t>Krupanidhi</a:t>
            </a:r>
            <a:r>
              <a:rPr sz="2600" spc="-215" dirty="0">
                <a:latin typeface="Trebuchet MS"/>
                <a:cs typeface="Trebuchet MS"/>
              </a:rPr>
              <a:t> </a:t>
            </a:r>
            <a:r>
              <a:rPr sz="2600" spc="-35" dirty="0">
                <a:latin typeface="Trebuchet MS"/>
                <a:cs typeface="Trebuchet MS"/>
              </a:rPr>
              <a:t>group</a:t>
            </a:r>
            <a:r>
              <a:rPr sz="2600" spc="-270" dirty="0">
                <a:latin typeface="Trebuchet MS"/>
                <a:cs typeface="Trebuchet MS"/>
              </a:rPr>
              <a:t> </a:t>
            </a:r>
            <a:r>
              <a:rPr sz="2600" spc="-90" dirty="0">
                <a:latin typeface="Trebuchet MS"/>
                <a:cs typeface="Trebuchet MS"/>
              </a:rPr>
              <a:t>of</a:t>
            </a:r>
            <a:r>
              <a:rPr sz="2600" spc="-175" dirty="0">
                <a:latin typeface="Trebuchet MS"/>
                <a:cs typeface="Trebuchet MS"/>
              </a:rPr>
              <a:t> </a:t>
            </a:r>
            <a:r>
              <a:rPr sz="2600" spc="-50" dirty="0">
                <a:latin typeface="Trebuchet MS"/>
                <a:cs typeface="Trebuchet MS"/>
              </a:rPr>
              <a:t>institutions</a:t>
            </a:r>
            <a:r>
              <a:rPr sz="2600" spc="-295" dirty="0">
                <a:latin typeface="Trebuchet MS"/>
                <a:cs typeface="Trebuchet MS"/>
              </a:rPr>
              <a:t> </a:t>
            </a:r>
            <a:r>
              <a:rPr sz="2600" spc="-10" dirty="0">
                <a:latin typeface="Trebuchet MS"/>
                <a:cs typeface="Trebuchet MS"/>
              </a:rPr>
              <a:t>(Pharmacy, </a:t>
            </a:r>
            <a:r>
              <a:rPr sz="2600" spc="-75" dirty="0">
                <a:latin typeface="Trebuchet MS"/>
                <a:cs typeface="Trebuchet MS"/>
              </a:rPr>
              <a:t>Physiotherapy,</a:t>
            </a:r>
            <a:r>
              <a:rPr sz="2600" spc="-175" dirty="0">
                <a:latin typeface="Trebuchet MS"/>
                <a:cs typeface="Trebuchet MS"/>
              </a:rPr>
              <a:t> </a:t>
            </a:r>
            <a:r>
              <a:rPr sz="2600" spc="-30" dirty="0">
                <a:latin typeface="Trebuchet MS"/>
                <a:cs typeface="Trebuchet MS"/>
              </a:rPr>
              <a:t>Nursing,</a:t>
            </a:r>
            <a:r>
              <a:rPr sz="2600" spc="-170" dirty="0">
                <a:latin typeface="Trebuchet MS"/>
                <a:cs typeface="Trebuchet MS"/>
              </a:rPr>
              <a:t> </a:t>
            </a:r>
            <a:r>
              <a:rPr sz="2600" spc="-65" dirty="0">
                <a:latin typeface="Trebuchet MS"/>
                <a:cs typeface="Trebuchet MS"/>
              </a:rPr>
              <a:t>specifically).</a:t>
            </a:r>
            <a:r>
              <a:rPr sz="2600" spc="-175" dirty="0">
                <a:latin typeface="Trebuchet MS"/>
                <a:cs typeface="Trebuchet MS"/>
              </a:rPr>
              <a:t> </a:t>
            </a:r>
            <a:r>
              <a:rPr sz="2600" spc="-105" dirty="0">
                <a:latin typeface="Trebuchet MS"/>
                <a:cs typeface="Trebuchet MS"/>
              </a:rPr>
              <a:t>The</a:t>
            </a:r>
            <a:r>
              <a:rPr sz="2600" spc="-210" dirty="0">
                <a:latin typeface="Trebuchet MS"/>
                <a:cs typeface="Trebuchet MS"/>
              </a:rPr>
              <a:t> </a:t>
            </a:r>
            <a:r>
              <a:rPr sz="2600" spc="65" dirty="0">
                <a:latin typeface="Trebuchet MS"/>
                <a:cs typeface="Trebuchet MS"/>
              </a:rPr>
              <a:t>assessment</a:t>
            </a:r>
            <a:r>
              <a:rPr sz="2600" spc="-204" dirty="0">
                <a:latin typeface="Trebuchet MS"/>
                <a:cs typeface="Trebuchet MS"/>
              </a:rPr>
              <a:t> </a:t>
            </a:r>
            <a:r>
              <a:rPr sz="2600" dirty="0">
                <a:latin typeface="Trebuchet MS"/>
                <a:cs typeface="Trebuchet MS"/>
              </a:rPr>
              <a:t>was</a:t>
            </a:r>
            <a:r>
              <a:rPr sz="2600" spc="-170" dirty="0">
                <a:latin typeface="Trebuchet MS"/>
                <a:cs typeface="Trebuchet MS"/>
              </a:rPr>
              <a:t> </a:t>
            </a:r>
            <a:r>
              <a:rPr sz="2600" spc="-10" dirty="0">
                <a:latin typeface="Trebuchet MS"/>
                <a:cs typeface="Trebuchet MS"/>
              </a:rPr>
              <a:t>established</a:t>
            </a:r>
            <a:r>
              <a:rPr sz="2600" spc="-229" dirty="0">
                <a:latin typeface="Trebuchet MS"/>
                <a:cs typeface="Trebuchet MS"/>
              </a:rPr>
              <a:t> </a:t>
            </a:r>
            <a:r>
              <a:rPr sz="2600" spc="-25" dirty="0">
                <a:latin typeface="Trebuchet MS"/>
                <a:cs typeface="Trebuchet MS"/>
              </a:rPr>
              <a:t>by </a:t>
            </a:r>
            <a:r>
              <a:rPr sz="2600" spc="-50" dirty="0">
                <a:latin typeface="Trebuchet MS"/>
                <a:cs typeface="Trebuchet MS"/>
              </a:rPr>
              <a:t>subjecting</a:t>
            </a:r>
            <a:r>
              <a:rPr sz="2600" spc="-180" dirty="0">
                <a:latin typeface="Trebuchet MS"/>
                <a:cs typeface="Trebuchet MS"/>
              </a:rPr>
              <a:t> </a:t>
            </a:r>
            <a:r>
              <a:rPr sz="2600" spc="-90" dirty="0">
                <a:latin typeface="Trebuchet MS"/>
                <a:cs typeface="Trebuchet MS"/>
              </a:rPr>
              <a:t>the</a:t>
            </a:r>
            <a:r>
              <a:rPr sz="2600" spc="-130" dirty="0">
                <a:latin typeface="Trebuchet MS"/>
                <a:cs typeface="Trebuchet MS"/>
              </a:rPr>
              <a:t> </a:t>
            </a:r>
            <a:r>
              <a:rPr sz="2600" dirty="0">
                <a:latin typeface="Trebuchet MS"/>
                <a:cs typeface="Trebuchet MS"/>
              </a:rPr>
              <a:t>response</a:t>
            </a:r>
            <a:r>
              <a:rPr sz="2600" spc="-210" dirty="0">
                <a:latin typeface="Trebuchet MS"/>
                <a:cs typeface="Trebuchet MS"/>
              </a:rPr>
              <a:t> </a:t>
            </a:r>
            <a:r>
              <a:rPr sz="2600" spc="-50" dirty="0">
                <a:latin typeface="Trebuchet MS"/>
                <a:cs typeface="Trebuchet MS"/>
              </a:rPr>
              <a:t>data</a:t>
            </a:r>
            <a:r>
              <a:rPr sz="2600" spc="-225" dirty="0">
                <a:latin typeface="Trebuchet MS"/>
                <a:cs typeface="Trebuchet MS"/>
              </a:rPr>
              <a:t> </a:t>
            </a:r>
            <a:r>
              <a:rPr sz="2600" spc="-95" dirty="0">
                <a:latin typeface="Trebuchet MS"/>
                <a:cs typeface="Trebuchet MS"/>
              </a:rPr>
              <a:t>to</a:t>
            </a:r>
            <a:r>
              <a:rPr sz="2600" spc="-200" dirty="0">
                <a:latin typeface="Trebuchet MS"/>
                <a:cs typeface="Trebuchet MS"/>
              </a:rPr>
              <a:t> </a:t>
            </a:r>
            <a:r>
              <a:rPr sz="2600" spc="-50" dirty="0">
                <a:latin typeface="Trebuchet MS"/>
                <a:cs typeface="Trebuchet MS"/>
              </a:rPr>
              <a:t>descriptive</a:t>
            </a:r>
            <a:r>
              <a:rPr sz="2600" spc="-210" dirty="0">
                <a:latin typeface="Trebuchet MS"/>
                <a:cs typeface="Trebuchet MS"/>
              </a:rPr>
              <a:t> </a:t>
            </a:r>
            <a:r>
              <a:rPr sz="2600" spc="-50" dirty="0">
                <a:latin typeface="Trebuchet MS"/>
                <a:cs typeface="Trebuchet MS"/>
              </a:rPr>
              <a:t>statistical</a:t>
            </a:r>
            <a:r>
              <a:rPr sz="2600" spc="-185" dirty="0">
                <a:latin typeface="Trebuchet MS"/>
                <a:cs typeface="Trebuchet MS"/>
              </a:rPr>
              <a:t> </a:t>
            </a:r>
            <a:r>
              <a:rPr sz="2600" spc="-10" dirty="0">
                <a:latin typeface="Trebuchet MS"/>
                <a:cs typeface="Trebuchet MS"/>
              </a:rPr>
              <a:t>analysis.</a:t>
            </a:r>
            <a:endParaRPr sz="2600">
              <a:latin typeface="Trebuchet MS"/>
              <a:cs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3778" y="2588196"/>
            <a:ext cx="5697221" cy="2783454"/>
          </a:xfrm>
          <a:prstGeom prst="rect">
            <a:avLst/>
          </a:prstGeom>
        </p:spPr>
        <p:txBody>
          <a:bodyPr vert="horz" wrap="square" lIns="0" tIns="13335" rIns="0" bIns="0" rtlCol="0">
            <a:spAutoFit/>
          </a:bodyPr>
          <a:lstStyle/>
          <a:p>
            <a:pPr marL="12700">
              <a:lnSpc>
                <a:spcPct val="100000"/>
              </a:lnSpc>
              <a:spcBef>
                <a:spcPts val="105"/>
              </a:spcBef>
            </a:pPr>
            <a:r>
              <a:rPr sz="6000" spc="-190" dirty="0">
                <a:solidFill>
                  <a:srgbClr val="205F9A"/>
                </a:solidFill>
                <a:latin typeface="Trebuchet MS"/>
                <a:cs typeface="Trebuchet MS"/>
              </a:rPr>
              <a:t>RESULT</a:t>
            </a:r>
            <a:r>
              <a:rPr lang="en-US" sz="6000" spc="-190" dirty="0">
                <a:solidFill>
                  <a:srgbClr val="205F9A"/>
                </a:solidFill>
                <a:latin typeface="Trebuchet MS"/>
                <a:cs typeface="Trebuchet MS"/>
              </a:rPr>
              <a:t>   </a:t>
            </a:r>
            <a:br>
              <a:rPr lang="en-US" sz="6000" spc="-190" dirty="0">
                <a:solidFill>
                  <a:srgbClr val="205F9A"/>
                </a:solidFill>
                <a:latin typeface="Trebuchet MS"/>
                <a:cs typeface="Trebuchet MS"/>
              </a:rPr>
            </a:br>
            <a:r>
              <a:rPr lang="en-US" sz="6000" spc="-190" dirty="0">
                <a:solidFill>
                  <a:srgbClr val="205F9A"/>
                </a:solidFill>
                <a:latin typeface="Trebuchet MS"/>
                <a:cs typeface="Trebuchet MS"/>
              </a:rPr>
              <a:t>     &amp;</a:t>
            </a:r>
            <a:br>
              <a:rPr lang="en-US" sz="6000" spc="-190" dirty="0">
                <a:solidFill>
                  <a:srgbClr val="205F9A"/>
                </a:solidFill>
                <a:latin typeface="Trebuchet MS"/>
                <a:cs typeface="Trebuchet MS"/>
              </a:rPr>
            </a:br>
            <a:r>
              <a:rPr lang="en-US" sz="6000" spc="-190" dirty="0">
                <a:solidFill>
                  <a:srgbClr val="205F9A"/>
                </a:solidFill>
                <a:latin typeface="Trebuchet MS"/>
                <a:cs typeface="Trebuchet MS"/>
              </a:rPr>
              <a:t>DISCUSSION</a:t>
            </a:r>
            <a:endParaRPr sz="6000" dirty="0">
              <a:latin typeface="Trebuchet MS"/>
              <a:cs typeface="Trebuchet MS"/>
            </a:endParaRPr>
          </a:p>
        </p:txBody>
      </p:sp>
      <p:pic>
        <p:nvPicPr>
          <p:cNvPr id="3" name="object 3"/>
          <p:cNvPicPr/>
          <p:nvPr/>
        </p:nvPicPr>
        <p:blipFill>
          <a:blip r:embed="rId2" cstate="print"/>
          <a:stretch>
            <a:fillRect/>
          </a:stretch>
        </p:blipFill>
        <p:spPr>
          <a:xfrm>
            <a:off x="0" y="0"/>
            <a:ext cx="4857749" cy="68579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82980" y="992187"/>
            <a:ext cx="517525" cy="391795"/>
          </a:xfrm>
          <a:prstGeom prst="rect">
            <a:avLst/>
          </a:prstGeom>
        </p:spPr>
        <p:txBody>
          <a:bodyPr vert="horz" wrap="square" lIns="0" tIns="12700" rIns="0" bIns="0" rtlCol="0">
            <a:spAutoFit/>
          </a:bodyPr>
          <a:lstStyle/>
          <a:p>
            <a:pPr marL="12700">
              <a:lnSpc>
                <a:spcPct val="100000"/>
              </a:lnSpc>
              <a:spcBef>
                <a:spcPts val="100"/>
              </a:spcBef>
            </a:pPr>
            <a:r>
              <a:rPr sz="2400" b="1" spc="-65" dirty="0">
                <a:latin typeface="Trebuchet MS"/>
                <a:cs typeface="Trebuchet MS"/>
              </a:rPr>
              <a:t>Age</a:t>
            </a:r>
            <a:endParaRPr sz="2400">
              <a:latin typeface="Trebuchet MS"/>
              <a:cs typeface="Trebuchet MS"/>
            </a:endParaRPr>
          </a:p>
        </p:txBody>
      </p:sp>
      <p:grpSp>
        <p:nvGrpSpPr>
          <p:cNvPr id="3" name="object 3"/>
          <p:cNvGrpSpPr/>
          <p:nvPr/>
        </p:nvGrpSpPr>
        <p:grpSpPr>
          <a:xfrm>
            <a:off x="519112" y="2103501"/>
            <a:ext cx="3902710" cy="2787650"/>
            <a:chOff x="519112" y="2103501"/>
            <a:chExt cx="3902710" cy="2787650"/>
          </a:xfrm>
        </p:grpSpPr>
        <p:sp>
          <p:nvSpPr>
            <p:cNvPr id="4" name="object 4"/>
            <p:cNvSpPr/>
            <p:nvPr/>
          </p:nvSpPr>
          <p:spPr>
            <a:xfrm>
              <a:off x="557212" y="2109851"/>
              <a:ext cx="3858260" cy="2400300"/>
            </a:xfrm>
            <a:custGeom>
              <a:avLst/>
              <a:gdLst/>
              <a:ahLst/>
              <a:cxnLst/>
              <a:rect l="l" t="t" r="r" b="b"/>
              <a:pathLst>
                <a:path w="3858260" h="2400300">
                  <a:moveTo>
                    <a:pt x="3719512" y="2400173"/>
                  </a:moveTo>
                  <a:lnTo>
                    <a:pt x="3857688" y="2400173"/>
                  </a:lnTo>
                </a:path>
                <a:path w="3858260" h="2400300">
                  <a:moveTo>
                    <a:pt x="0" y="2400173"/>
                  </a:moveTo>
                  <a:lnTo>
                    <a:pt x="138112" y="2400173"/>
                  </a:lnTo>
                </a:path>
                <a:path w="3858260" h="2400300">
                  <a:moveTo>
                    <a:pt x="509587" y="2400173"/>
                  </a:moveTo>
                  <a:lnTo>
                    <a:pt x="776287" y="2400173"/>
                  </a:lnTo>
                </a:path>
                <a:path w="3858260" h="2400300">
                  <a:moveTo>
                    <a:pt x="2433637" y="2400173"/>
                  </a:moveTo>
                  <a:lnTo>
                    <a:pt x="2709862" y="2400173"/>
                  </a:lnTo>
                </a:path>
                <a:path w="3858260" h="2400300">
                  <a:moveTo>
                    <a:pt x="3081337" y="2400173"/>
                  </a:moveTo>
                  <a:lnTo>
                    <a:pt x="3357562" y="2400173"/>
                  </a:lnTo>
                </a:path>
                <a:path w="3858260" h="2400300">
                  <a:moveTo>
                    <a:pt x="1795462" y="2400173"/>
                  </a:moveTo>
                  <a:lnTo>
                    <a:pt x="2071687" y="2400173"/>
                  </a:lnTo>
                </a:path>
                <a:path w="3858260" h="2400300">
                  <a:moveTo>
                    <a:pt x="1147762" y="2400173"/>
                  </a:moveTo>
                  <a:lnTo>
                    <a:pt x="1423987" y="2400173"/>
                  </a:lnTo>
                </a:path>
                <a:path w="3858260" h="2400300">
                  <a:moveTo>
                    <a:pt x="1604962" y="2057273"/>
                  </a:moveTo>
                  <a:lnTo>
                    <a:pt x="2071687" y="2057273"/>
                  </a:lnTo>
                </a:path>
                <a:path w="3858260" h="2400300">
                  <a:moveTo>
                    <a:pt x="2900362" y="2057273"/>
                  </a:moveTo>
                  <a:lnTo>
                    <a:pt x="3357562" y="2057273"/>
                  </a:lnTo>
                </a:path>
                <a:path w="3858260" h="2400300">
                  <a:moveTo>
                    <a:pt x="319087" y="2057273"/>
                  </a:moveTo>
                  <a:lnTo>
                    <a:pt x="776287" y="2057273"/>
                  </a:lnTo>
                </a:path>
                <a:path w="3858260" h="2400300">
                  <a:moveTo>
                    <a:pt x="2252662" y="2057273"/>
                  </a:moveTo>
                  <a:lnTo>
                    <a:pt x="2709862" y="2057273"/>
                  </a:lnTo>
                </a:path>
                <a:path w="3858260" h="2400300">
                  <a:moveTo>
                    <a:pt x="966787" y="2057273"/>
                  </a:moveTo>
                  <a:lnTo>
                    <a:pt x="1423987" y="2057273"/>
                  </a:lnTo>
                </a:path>
                <a:path w="3858260" h="2400300">
                  <a:moveTo>
                    <a:pt x="3538537" y="2057273"/>
                  </a:moveTo>
                  <a:lnTo>
                    <a:pt x="3857688" y="2057273"/>
                  </a:lnTo>
                </a:path>
                <a:path w="3858260" h="2400300">
                  <a:moveTo>
                    <a:pt x="0" y="2057273"/>
                  </a:moveTo>
                  <a:lnTo>
                    <a:pt x="138112" y="2057273"/>
                  </a:lnTo>
                </a:path>
                <a:path w="3858260" h="2400300">
                  <a:moveTo>
                    <a:pt x="3538537" y="1714373"/>
                  </a:moveTo>
                  <a:lnTo>
                    <a:pt x="3857688" y="1714373"/>
                  </a:lnTo>
                </a:path>
                <a:path w="3858260" h="2400300">
                  <a:moveTo>
                    <a:pt x="0" y="1714373"/>
                  </a:moveTo>
                  <a:lnTo>
                    <a:pt x="138112" y="1714373"/>
                  </a:lnTo>
                </a:path>
                <a:path w="3858260" h="2400300">
                  <a:moveTo>
                    <a:pt x="966787" y="1714373"/>
                  </a:moveTo>
                  <a:lnTo>
                    <a:pt x="1423987" y="1714373"/>
                  </a:lnTo>
                </a:path>
                <a:path w="3858260" h="2400300">
                  <a:moveTo>
                    <a:pt x="2900362" y="1714373"/>
                  </a:moveTo>
                  <a:lnTo>
                    <a:pt x="3357562" y="1714373"/>
                  </a:lnTo>
                </a:path>
                <a:path w="3858260" h="2400300">
                  <a:moveTo>
                    <a:pt x="1604962" y="1714373"/>
                  </a:moveTo>
                  <a:lnTo>
                    <a:pt x="2071687" y="1714373"/>
                  </a:lnTo>
                </a:path>
                <a:path w="3858260" h="2400300">
                  <a:moveTo>
                    <a:pt x="319087" y="1714373"/>
                  </a:moveTo>
                  <a:lnTo>
                    <a:pt x="776287" y="1714373"/>
                  </a:lnTo>
                </a:path>
                <a:path w="3858260" h="2400300">
                  <a:moveTo>
                    <a:pt x="2252662" y="1714373"/>
                  </a:moveTo>
                  <a:lnTo>
                    <a:pt x="2709862" y="1714373"/>
                  </a:lnTo>
                </a:path>
                <a:path w="3858260" h="2400300">
                  <a:moveTo>
                    <a:pt x="2900362" y="1371600"/>
                  </a:moveTo>
                  <a:lnTo>
                    <a:pt x="3357562" y="1371600"/>
                  </a:lnTo>
                </a:path>
                <a:path w="3858260" h="2400300">
                  <a:moveTo>
                    <a:pt x="2252662" y="1371600"/>
                  </a:moveTo>
                  <a:lnTo>
                    <a:pt x="2709862" y="1371600"/>
                  </a:lnTo>
                </a:path>
                <a:path w="3858260" h="2400300">
                  <a:moveTo>
                    <a:pt x="0" y="1371600"/>
                  </a:moveTo>
                  <a:lnTo>
                    <a:pt x="138112" y="1371600"/>
                  </a:lnTo>
                </a:path>
                <a:path w="3858260" h="2400300">
                  <a:moveTo>
                    <a:pt x="3538537" y="1371600"/>
                  </a:moveTo>
                  <a:lnTo>
                    <a:pt x="3857688" y="1371600"/>
                  </a:lnTo>
                </a:path>
                <a:path w="3858260" h="2400300">
                  <a:moveTo>
                    <a:pt x="319087" y="1371600"/>
                  </a:moveTo>
                  <a:lnTo>
                    <a:pt x="776287" y="1371600"/>
                  </a:lnTo>
                </a:path>
                <a:path w="3858260" h="2400300">
                  <a:moveTo>
                    <a:pt x="966787" y="1371600"/>
                  </a:moveTo>
                  <a:lnTo>
                    <a:pt x="1423987" y="1371600"/>
                  </a:lnTo>
                </a:path>
                <a:path w="3858260" h="2400300">
                  <a:moveTo>
                    <a:pt x="1604962" y="1371600"/>
                  </a:moveTo>
                  <a:lnTo>
                    <a:pt x="2071687" y="1371600"/>
                  </a:lnTo>
                </a:path>
                <a:path w="3858260" h="2400300">
                  <a:moveTo>
                    <a:pt x="0" y="1028700"/>
                  </a:moveTo>
                  <a:lnTo>
                    <a:pt x="138112" y="1028700"/>
                  </a:lnTo>
                </a:path>
                <a:path w="3858260" h="2400300">
                  <a:moveTo>
                    <a:pt x="3538537" y="1028700"/>
                  </a:moveTo>
                  <a:lnTo>
                    <a:pt x="3857688" y="1028700"/>
                  </a:lnTo>
                </a:path>
                <a:path w="3858260" h="2400300">
                  <a:moveTo>
                    <a:pt x="2900362" y="1028700"/>
                  </a:moveTo>
                  <a:lnTo>
                    <a:pt x="3357562" y="1028700"/>
                  </a:lnTo>
                </a:path>
                <a:path w="3858260" h="2400300">
                  <a:moveTo>
                    <a:pt x="1604962" y="1028700"/>
                  </a:moveTo>
                  <a:lnTo>
                    <a:pt x="2071687" y="1028700"/>
                  </a:lnTo>
                </a:path>
                <a:path w="3858260" h="2400300">
                  <a:moveTo>
                    <a:pt x="319087" y="1028700"/>
                  </a:moveTo>
                  <a:lnTo>
                    <a:pt x="776287" y="1028700"/>
                  </a:lnTo>
                </a:path>
                <a:path w="3858260" h="2400300">
                  <a:moveTo>
                    <a:pt x="966787" y="1028700"/>
                  </a:moveTo>
                  <a:lnTo>
                    <a:pt x="1423987" y="1028700"/>
                  </a:lnTo>
                </a:path>
                <a:path w="3858260" h="2400300">
                  <a:moveTo>
                    <a:pt x="2252662" y="1028700"/>
                  </a:moveTo>
                  <a:lnTo>
                    <a:pt x="2709862" y="1028700"/>
                  </a:lnTo>
                </a:path>
                <a:path w="3858260" h="2400300">
                  <a:moveTo>
                    <a:pt x="2252662" y="685800"/>
                  </a:moveTo>
                  <a:lnTo>
                    <a:pt x="3357562" y="685800"/>
                  </a:lnTo>
                </a:path>
                <a:path w="3858260" h="2400300">
                  <a:moveTo>
                    <a:pt x="3538537" y="685800"/>
                  </a:moveTo>
                  <a:lnTo>
                    <a:pt x="3857688" y="685800"/>
                  </a:lnTo>
                </a:path>
                <a:path w="3858260" h="2400300">
                  <a:moveTo>
                    <a:pt x="0" y="685800"/>
                  </a:moveTo>
                  <a:lnTo>
                    <a:pt x="776287" y="685800"/>
                  </a:lnTo>
                </a:path>
                <a:path w="3858260" h="2400300">
                  <a:moveTo>
                    <a:pt x="966787" y="685800"/>
                  </a:moveTo>
                  <a:lnTo>
                    <a:pt x="2071687" y="685800"/>
                  </a:lnTo>
                </a:path>
                <a:path w="3858260" h="2400300">
                  <a:moveTo>
                    <a:pt x="0" y="342900"/>
                  </a:moveTo>
                  <a:lnTo>
                    <a:pt x="3357562" y="342900"/>
                  </a:lnTo>
                </a:path>
                <a:path w="3858260" h="2400300">
                  <a:moveTo>
                    <a:pt x="3538537" y="342900"/>
                  </a:moveTo>
                  <a:lnTo>
                    <a:pt x="3857688" y="342900"/>
                  </a:lnTo>
                </a:path>
                <a:path w="3858260" h="2400300">
                  <a:moveTo>
                    <a:pt x="0" y="0"/>
                  </a:moveTo>
                  <a:lnTo>
                    <a:pt x="3857688" y="0"/>
                  </a:lnTo>
                </a:path>
              </a:pathLst>
            </a:custGeom>
            <a:ln w="12700">
              <a:solidFill>
                <a:srgbClr val="888888"/>
              </a:solidFill>
            </a:ln>
          </p:spPr>
          <p:txBody>
            <a:bodyPr wrap="square" lIns="0" tIns="0" rIns="0" bIns="0" rtlCol="0"/>
            <a:lstStyle/>
            <a:p>
              <a:endParaRPr/>
            </a:p>
          </p:txBody>
        </p:sp>
        <p:sp>
          <p:nvSpPr>
            <p:cNvPr id="5" name="object 5"/>
            <p:cNvSpPr/>
            <p:nvPr/>
          </p:nvSpPr>
          <p:spPr>
            <a:xfrm>
              <a:off x="695325" y="2247899"/>
              <a:ext cx="3400425" cy="2609850"/>
            </a:xfrm>
            <a:custGeom>
              <a:avLst/>
              <a:gdLst/>
              <a:ahLst/>
              <a:cxnLst/>
              <a:rect l="l" t="t" r="r" b="b"/>
              <a:pathLst>
                <a:path w="3400425" h="2609850">
                  <a:moveTo>
                    <a:pt x="180975" y="581025"/>
                  </a:moveTo>
                  <a:lnTo>
                    <a:pt x="0" y="581025"/>
                  </a:lnTo>
                  <a:lnTo>
                    <a:pt x="0" y="2609850"/>
                  </a:lnTo>
                  <a:lnTo>
                    <a:pt x="180975" y="2609850"/>
                  </a:lnTo>
                  <a:lnTo>
                    <a:pt x="180975" y="581025"/>
                  </a:lnTo>
                  <a:close/>
                </a:path>
                <a:path w="3400425" h="2609850">
                  <a:moveTo>
                    <a:pt x="828675" y="447675"/>
                  </a:moveTo>
                  <a:lnTo>
                    <a:pt x="638175" y="447675"/>
                  </a:lnTo>
                  <a:lnTo>
                    <a:pt x="638175" y="2609850"/>
                  </a:lnTo>
                  <a:lnTo>
                    <a:pt x="828675" y="2609850"/>
                  </a:lnTo>
                  <a:lnTo>
                    <a:pt x="828675" y="447675"/>
                  </a:lnTo>
                  <a:close/>
                </a:path>
                <a:path w="3400425" h="2609850">
                  <a:moveTo>
                    <a:pt x="1466850" y="685800"/>
                  </a:moveTo>
                  <a:lnTo>
                    <a:pt x="1285875" y="685800"/>
                  </a:lnTo>
                  <a:lnTo>
                    <a:pt x="1285875" y="2609850"/>
                  </a:lnTo>
                  <a:lnTo>
                    <a:pt x="1466850" y="2609850"/>
                  </a:lnTo>
                  <a:lnTo>
                    <a:pt x="1466850" y="685800"/>
                  </a:lnTo>
                  <a:close/>
                </a:path>
                <a:path w="3400425" h="2609850">
                  <a:moveTo>
                    <a:pt x="2114550" y="342900"/>
                  </a:moveTo>
                  <a:lnTo>
                    <a:pt x="1933575" y="342900"/>
                  </a:lnTo>
                  <a:lnTo>
                    <a:pt x="1933575" y="2609850"/>
                  </a:lnTo>
                  <a:lnTo>
                    <a:pt x="2114550" y="2609850"/>
                  </a:lnTo>
                  <a:lnTo>
                    <a:pt x="2114550" y="342900"/>
                  </a:lnTo>
                  <a:close/>
                </a:path>
                <a:path w="3400425" h="2609850">
                  <a:moveTo>
                    <a:pt x="2762250" y="552450"/>
                  </a:moveTo>
                  <a:lnTo>
                    <a:pt x="2571750" y="552450"/>
                  </a:lnTo>
                  <a:lnTo>
                    <a:pt x="2571750" y="2609850"/>
                  </a:lnTo>
                  <a:lnTo>
                    <a:pt x="2762250" y="2609850"/>
                  </a:lnTo>
                  <a:lnTo>
                    <a:pt x="2762250" y="552450"/>
                  </a:lnTo>
                  <a:close/>
                </a:path>
                <a:path w="3400425" h="2609850">
                  <a:moveTo>
                    <a:pt x="3400425" y="0"/>
                  </a:moveTo>
                  <a:lnTo>
                    <a:pt x="3219450" y="0"/>
                  </a:lnTo>
                  <a:lnTo>
                    <a:pt x="3219450" y="2609850"/>
                  </a:lnTo>
                  <a:lnTo>
                    <a:pt x="3400425" y="2609850"/>
                  </a:lnTo>
                  <a:lnTo>
                    <a:pt x="3400425" y="0"/>
                  </a:lnTo>
                  <a:close/>
                </a:path>
              </a:pathLst>
            </a:custGeom>
            <a:solidFill>
              <a:srgbClr val="155F82"/>
            </a:solidFill>
          </p:spPr>
          <p:txBody>
            <a:bodyPr wrap="square" lIns="0" tIns="0" rIns="0" bIns="0" rtlCol="0"/>
            <a:lstStyle/>
            <a:p>
              <a:endParaRPr/>
            </a:p>
          </p:txBody>
        </p:sp>
        <p:sp>
          <p:nvSpPr>
            <p:cNvPr id="6" name="object 6"/>
            <p:cNvSpPr/>
            <p:nvPr/>
          </p:nvSpPr>
          <p:spPr>
            <a:xfrm>
              <a:off x="876300" y="4171950"/>
              <a:ext cx="3400425" cy="685800"/>
            </a:xfrm>
            <a:custGeom>
              <a:avLst/>
              <a:gdLst/>
              <a:ahLst/>
              <a:cxnLst/>
              <a:rect l="l" t="t" r="r" b="b"/>
              <a:pathLst>
                <a:path w="3400425" h="685800">
                  <a:moveTo>
                    <a:pt x="190500" y="152400"/>
                  </a:moveTo>
                  <a:lnTo>
                    <a:pt x="0" y="152400"/>
                  </a:lnTo>
                  <a:lnTo>
                    <a:pt x="0" y="685800"/>
                  </a:lnTo>
                  <a:lnTo>
                    <a:pt x="190500" y="685800"/>
                  </a:lnTo>
                  <a:lnTo>
                    <a:pt x="190500" y="152400"/>
                  </a:lnTo>
                  <a:close/>
                </a:path>
                <a:path w="3400425" h="685800">
                  <a:moveTo>
                    <a:pt x="828675" y="114300"/>
                  </a:moveTo>
                  <a:lnTo>
                    <a:pt x="647700" y="114300"/>
                  </a:lnTo>
                  <a:lnTo>
                    <a:pt x="647700" y="685800"/>
                  </a:lnTo>
                  <a:lnTo>
                    <a:pt x="828675" y="685800"/>
                  </a:lnTo>
                  <a:lnTo>
                    <a:pt x="828675" y="114300"/>
                  </a:lnTo>
                  <a:close/>
                </a:path>
                <a:path w="3400425" h="685800">
                  <a:moveTo>
                    <a:pt x="1476375" y="180975"/>
                  </a:moveTo>
                  <a:lnTo>
                    <a:pt x="1285875" y="180975"/>
                  </a:lnTo>
                  <a:lnTo>
                    <a:pt x="1285875" y="685800"/>
                  </a:lnTo>
                  <a:lnTo>
                    <a:pt x="1476375" y="685800"/>
                  </a:lnTo>
                  <a:lnTo>
                    <a:pt x="1476375" y="180975"/>
                  </a:lnTo>
                  <a:close/>
                </a:path>
                <a:path w="3400425" h="685800">
                  <a:moveTo>
                    <a:pt x="2114550" y="85725"/>
                  </a:moveTo>
                  <a:lnTo>
                    <a:pt x="1933575" y="85725"/>
                  </a:lnTo>
                  <a:lnTo>
                    <a:pt x="1933575" y="685800"/>
                  </a:lnTo>
                  <a:lnTo>
                    <a:pt x="2114550" y="685800"/>
                  </a:lnTo>
                  <a:lnTo>
                    <a:pt x="2114550" y="85725"/>
                  </a:lnTo>
                  <a:close/>
                </a:path>
                <a:path w="3400425" h="685800">
                  <a:moveTo>
                    <a:pt x="2762250" y="142875"/>
                  </a:moveTo>
                  <a:lnTo>
                    <a:pt x="2581275" y="142875"/>
                  </a:lnTo>
                  <a:lnTo>
                    <a:pt x="2581275" y="685800"/>
                  </a:lnTo>
                  <a:lnTo>
                    <a:pt x="2762250" y="685800"/>
                  </a:lnTo>
                  <a:lnTo>
                    <a:pt x="2762250" y="142875"/>
                  </a:lnTo>
                  <a:close/>
                </a:path>
                <a:path w="3400425" h="685800">
                  <a:moveTo>
                    <a:pt x="3400425" y="0"/>
                  </a:moveTo>
                  <a:lnTo>
                    <a:pt x="3219450" y="0"/>
                  </a:lnTo>
                  <a:lnTo>
                    <a:pt x="3219450" y="685800"/>
                  </a:lnTo>
                  <a:lnTo>
                    <a:pt x="3400425" y="685800"/>
                  </a:lnTo>
                  <a:lnTo>
                    <a:pt x="3400425" y="0"/>
                  </a:lnTo>
                  <a:close/>
                </a:path>
              </a:pathLst>
            </a:custGeom>
            <a:solidFill>
              <a:srgbClr val="E97031"/>
            </a:solidFill>
          </p:spPr>
          <p:txBody>
            <a:bodyPr wrap="square" lIns="0" tIns="0" rIns="0" bIns="0" rtlCol="0"/>
            <a:lstStyle/>
            <a:p>
              <a:endParaRPr/>
            </a:p>
          </p:txBody>
        </p:sp>
        <p:sp>
          <p:nvSpPr>
            <p:cNvPr id="7" name="object 7"/>
            <p:cNvSpPr/>
            <p:nvPr/>
          </p:nvSpPr>
          <p:spPr>
            <a:xfrm>
              <a:off x="519112" y="2109851"/>
              <a:ext cx="3896360" cy="2781300"/>
            </a:xfrm>
            <a:custGeom>
              <a:avLst/>
              <a:gdLst/>
              <a:ahLst/>
              <a:cxnLst/>
              <a:rect l="l" t="t" r="r" b="b"/>
              <a:pathLst>
                <a:path w="3896360" h="2781300">
                  <a:moveTo>
                    <a:pt x="38100" y="2743200"/>
                  </a:moveTo>
                  <a:lnTo>
                    <a:pt x="38100" y="0"/>
                  </a:lnTo>
                </a:path>
                <a:path w="3896360" h="2781300">
                  <a:moveTo>
                    <a:pt x="0" y="2743073"/>
                  </a:moveTo>
                  <a:lnTo>
                    <a:pt x="38100" y="2743073"/>
                  </a:lnTo>
                </a:path>
                <a:path w="3896360" h="2781300">
                  <a:moveTo>
                    <a:pt x="0" y="2400173"/>
                  </a:moveTo>
                  <a:lnTo>
                    <a:pt x="38100" y="2400173"/>
                  </a:lnTo>
                </a:path>
                <a:path w="3896360" h="2781300">
                  <a:moveTo>
                    <a:pt x="0" y="2057273"/>
                  </a:moveTo>
                  <a:lnTo>
                    <a:pt x="38100" y="2057273"/>
                  </a:lnTo>
                </a:path>
                <a:path w="3896360" h="2781300">
                  <a:moveTo>
                    <a:pt x="0" y="1714373"/>
                  </a:moveTo>
                  <a:lnTo>
                    <a:pt x="38100" y="1714373"/>
                  </a:lnTo>
                </a:path>
                <a:path w="3896360" h="2781300">
                  <a:moveTo>
                    <a:pt x="0" y="1371600"/>
                  </a:moveTo>
                  <a:lnTo>
                    <a:pt x="38100" y="1371600"/>
                  </a:lnTo>
                </a:path>
                <a:path w="3896360" h="2781300">
                  <a:moveTo>
                    <a:pt x="0" y="1028700"/>
                  </a:moveTo>
                  <a:lnTo>
                    <a:pt x="38100" y="1028700"/>
                  </a:lnTo>
                </a:path>
                <a:path w="3896360" h="2781300">
                  <a:moveTo>
                    <a:pt x="0" y="685800"/>
                  </a:moveTo>
                  <a:lnTo>
                    <a:pt x="38100" y="685800"/>
                  </a:lnTo>
                </a:path>
                <a:path w="3896360" h="2781300">
                  <a:moveTo>
                    <a:pt x="0" y="342900"/>
                  </a:moveTo>
                  <a:lnTo>
                    <a:pt x="38100" y="342900"/>
                  </a:lnTo>
                </a:path>
                <a:path w="3896360" h="2781300">
                  <a:moveTo>
                    <a:pt x="0" y="0"/>
                  </a:moveTo>
                  <a:lnTo>
                    <a:pt x="38100" y="0"/>
                  </a:lnTo>
                </a:path>
                <a:path w="3896360" h="2781300">
                  <a:moveTo>
                    <a:pt x="38100" y="2743200"/>
                  </a:moveTo>
                  <a:lnTo>
                    <a:pt x="3895788" y="2743200"/>
                  </a:lnTo>
                </a:path>
                <a:path w="3896360" h="2781300">
                  <a:moveTo>
                    <a:pt x="38100" y="2743200"/>
                  </a:moveTo>
                  <a:lnTo>
                    <a:pt x="38100" y="2781300"/>
                  </a:lnTo>
                </a:path>
                <a:path w="3896360" h="2781300">
                  <a:moveTo>
                    <a:pt x="685800" y="2743200"/>
                  </a:moveTo>
                  <a:lnTo>
                    <a:pt x="685800" y="2781300"/>
                  </a:lnTo>
                </a:path>
                <a:path w="3896360" h="2781300">
                  <a:moveTo>
                    <a:pt x="1324038" y="2743200"/>
                  </a:moveTo>
                  <a:lnTo>
                    <a:pt x="1324038" y="2781300"/>
                  </a:lnTo>
                </a:path>
                <a:path w="3896360" h="2781300">
                  <a:moveTo>
                    <a:pt x="1971738" y="2743200"/>
                  </a:moveTo>
                  <a:lnTo>
                    <a:pt x="1971738" y="2781300"/>
                  </a:lnTo>
                </a:path>
                <a:path w="3896360" h="2781300">
                  <a:moveTo>
                    <a:pt x="2609913" y="2743200"/>
                  </a:moveTo>
                  <a:lnTo>
                    <a:pt x="2609913" y="2781300"/>
                  </a:lnTo>
                </a:path>
                <a:path w="3896360" h="2781300">
                  <a:moveTo>
                    <a:pt x="3257613" y="2743200"/>
                  </a:moveTo>
                  <a:lnTo>
                    <a:pt x="3257613" y="2781300"/>
                  </a:lnTo>
                </a:path>
                <a:path w="3896360" h="2781300">
                  <a:moveTo>
                    <a:pt x="3895788" y="2743200"/>
                  </a:moveTo>
                  <a:lnTo>
                    <a:pt x="3895788" y="2781300"/>
                  </a:lnTo>
                </a:path>
              </a:pathLst>
            </a:custGeom>
            <a:ln w="12700">
              <a:solidFill>
                <a:srgbClr val="888888"/>
              </a:solidFill>
            </a:ln>
          </p:spPr>
          <p:txBody>
            <a:bodyPr wrap="square" lIns="0" tIns="0" rIns="0" bIns="0" rtlCol="0"/>
            <a:lstStyle/>
            <a:p>
              <a:endParaRPr/>
            </a:p>
          </p:txBody>
        </p:sp>
      </p:grpSp>
      <p:sp>
        <p:nvSpPr>
          <p:cNvPr id="8" name="object 8"/>
          <p:cNvSpPr txBox="1"/>
          <p:nvPr/>
        </p:nvSpPr>
        <p:spPr>
          <a:xfrm>
            <a:off x="359092" y="4763134"/>
            <a:ext cx="9207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0</a:t>
            </a:r>
            <a:endParaRPr sz="950">
              <a:latin typeface="Trebuchet MS"/>
              <a:cs typeface="Trebuchet MS"/>
            </a:endParaRPr>
          </a:p>
        </p:txBody>
      </p:sp>
      <p:sp>
        <p:nvSpPr>
          <p:cNvPr id="9" name="object 9"/>
          <p:cNvSpPr txBox="1"/>
          <p:nvPr/>
        </p:nvSpPr>
        <p:spPr>
          <a:xfrm>
            <a:off x="291465" y="3732847"/>
            <a:ext cx="158750" cy="86106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30</a:t>
            </a:r>
            <a:endParaRPr sz="950">
              <a:latin typeface="Trebuchet MS"/>
              <a:cs typeface="Trebuchet MS"/>
            </a:endParaRPr>
          </a:p>
          <a:p>
            <a:pPr>
              <a:lnSpc>
                <a:spcPct val="100000"/>
              </a:lnSpc>
              <a:spcBef>
                <a:spcPts val="459"/>
              </a:spcBef>
            </a:pPr>
            <a:endParaRPr sz="950">
              <a:latin typeface="Trebuchet MS"/>
              <a:cs typeface="Trebuchet MS"/>
            </a:endParaRPr>
          </a:p>
          <a:p>
            <a:pPr marL="12700">
              <a:lnSpc>
                <a:spcPct val="100000"/>
              </a:lnSpc>
            </a:pPr>
            <a:r>
              <a:rPr sz="950" spc="-25" dirty="0">
                <a:latin typeface="Trebuchet MS"/>
                <a:cs typeface="Trebuchet MS"/>
              </a:rPr>
              <a:t>20</a:t>
            </a:r>
            <a:endParaRPr sz="950">
              <a:latin typeface="Trebuchet MS"/>
              <a:cs typeface="Trebuchet MS"/>
            </a:endParaRPr>
          </a:p>
          <a:p>
            <a:pPr>
              <a:lnSpc>
                <a:spcPct val="100000"/>
              </a:lnSpc>
              <a:spcBef>
                <a:spcPts val="459"/>
              </a:spcBef>
            </a:pPr>
            <a:endParaRPr sz="950">
              <a:latin typeface="Trebuchet MS"/>
              <a:cs typeface="Trebuchet MS"/>
            </a:endParaRPr>
          </a:p>
          <a:p>
            <a:pPr marL="12700">
              <a:lnSpc>
                <a:spcPct val="100000"/>
              </a:lnSpc>
            </a:pPr>
            <a:r>
              <a:rPr sz="950" spc="-25" dirty="0">
                <a:latin typeface="Trebuchet MS"/>
                <a:cs typeface="Trebuchet MS"/>
              </a:rPr>
              <a:t>10</a:t>
            </a:r>
            <a:endParaRPr sz="950">
              <a:latin typeface="Trebuchet MS"/>
              <a:cs typeface="Trebuchet MS"/>
            </a:endParaRPr>
          </a:p>
        </p:txBody>
      </p:sp>
      <p:sp>
        <p:nvSpPr>
          <p:cNvPr id="10" name="object 10"/>
          <p:cNvSpPr txBox="1"/>
          <p:nvPr/>
        </p:nvSpPr>
        <p:spPr>
          <a:xfrm>
            <a:off x="291465" y="3389566"/>
            <a:ext cx="158750"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40</a:t>
            </a:r>
            <a:endParaRPr sz="950">
              <a:latin typeface="Trebuchet MS"/>
              <a:cs typeface="Trebuchet MS"/>
            </a:endParaRPr>
          </a:p>
        </p:txBody>
      </p:sp>
      <p:sp>
        <p:nvSpPr>
          <p:cNvPr id="11" name="object 11"/>
          <p:cNvSpPr txBox="1"/>
          <p:nvPr/>
        </p:nvSpPr>
        <p:spPr>
          <a:xfrm>
            <a:off x="291465" y="3046729"/>
            <a:ext cx="15875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50</a:t>
            </a:r>
            <a:endParaRPr sz="950">
              <a:latin typeface="Trebuchet MS"/>
              <a:cs typeface="Trebuchet MS"/>
            </a:endParaRPr>
          </a:p>
        </p:txBody>
      </p:sp>
      <p:sp>
        <p:nvSpPr>
          <p:cNvPr id="12" name="object 12"/>
          <p:cNvSpPr txBox="1"/>
          <p:nvPr/>
        </p:nvSpPr>
        <p:spPr>
          <a:xfrm>
            <a:off x="291465" y="2016442"/>
            <a:ext cx="158750" cy="86106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80</a:t>
            </a:r>
            <a:endParaRPr sz="950">
              <a:latin typeface="Trebuchet MS"/>
              <a:cs typeface="Trebuchet MS"/>
            </a:endParaRPr>
          </a:p>
          <a:p>
            <a:pPr>
              <a:lnSpc>
                <a:spcPct val="100000"/>
              </a:lnSpc>
              <a:spcBef>
                <a:spcPts val="459"/>
              </a:spcBef>
            </a:pPr>
            <a:endParaRPr sz="950">
              <a:latin typeface="Trebuchet MS"/>
              <a:cs typeface="Trebuchet MS"/>
            </a:endParaRPr>
          </a:p>
          <a:p>
            <a:pPr marL="12700">
              <a:lnSpc>
                <a:spcPct val="100000"/>
              </a:lnSpc>
              <a:spcBef>
                <a:spcPts val="5"/>
              </a:spcBef>
            </a:pPr>
            <a:r>
              <a:rPr sz="950" spc="-25" dirty="0">
                <a:latin typeface="Trebuchet MS"/>
                <a:cs typeface="Trebuchet MS"/>
              </a:rPr>
              <a:t>70</a:t>
            </a:r>
            <a:endParaRPr sz="950">
              <a:latin typeface="Trebuchet MS"/>
              <a:cs typeface="Trebuchet MS"/>
            </a:endParaRPr>
          </a:p>
          <a:p>
            <a:pPr>
              <a:lnSpc>
                <a:spcPct val="100000"/>
              </a:lnSpc>
              <a:spcBef>
                <a:spcPts val="455"/>
              </a:spcBef>
            </a:pPr>
            <a:endParaRPr sz="950">
              <a:latin typeface="Trebuchet MS"/>
              <a:cs typeface="Trebuchet MS"/>
            </a:endParaRPr>
          </a:p>
          <a:p>
            <a:pPr marL="12700">
              <a:lnSpc>
                <a:spcPct val="100000"/>
              </a:lnSpc>
            </a:pPr>
            <a:r>
              <a:rPr sz="950" spc="-25" dirty="0">
                <a:latin typeface="Trebuchet MS"/>
                <a:cs typeface="Trebuchet MS"/>
              </a:rPr>
              <a:t>60</a:t>
            </a:r>
            <a:endParaRPr sz="950">
              <a:latin typeface="Trebuchet MS"/>
              <a:cs typeface="Trebuchet MS"/>
            </a:endParaRPr>
          </a:p>
        </p:txBody>
      </p:sp>
      <p:sp>
        <p:nvSpPr>
          <p:cNvPr id="13" name="object 13"/>
          <p:cNvSpPr txBox="1"/>
          <p:nvPr/>
        </p:nvSpPr>
        <p:spPr>
          <a:xfrm>
            <a:off x="798512" y="4927219"/>
            <a:ext cx="15875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19</a:t>
            </a:r>
            <a:endParaRPr sz="950">
              <a:latin typeface="Trebuchet MS"/>
              <a:cs typeface="Trebuchet MS"/>
            </a:endParaRPr>
          </a:p>
        </p:txBody>
      </p:sp>
      <p:sp>
        <p:nvSpPr>
          <p:cNvPr id="14" name="object 14"/>
          <p:cNvSpPr txBox="1"/>
          <p:nvPr/>
        </p:nvSpPr>
        <p:spPr>
          <a:xfrm>
            <a:off x="1442719" y="4927219"/>
            <a:ext cx="15875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20</a:t>
            </a:r>
            <a:endParaRPr sz="950">
              <a:latin typeface="Trebuchet MS"/>
              <a:cs typeface="Trebuchet MS"/>
            </a:endParaRPr>
          </a:p>
        </p:txBody>
      </p:sp>
      <p:sp>
        <p:nvSpPr>
          <p:cNvPr id="15" name="object 15"/>
          <p:cNvSpPr txBox="1"/>
          <p:nvPr/>
        </p:nvSpPr>
        <p:spPr>
          <a:xfrm>
            <a:off x="2086991" y="4927219"/>
            <a:ext cx="15875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21</a:t>
            </a:r>
            <a:endParaRPr sz="950">
              <a:latin typeface="Trebuchet MS"/>
              <a:cs typeface="Trebuchet MS"/>
            </a:endParaRPr>
          </a:p>
        </p:txBody>
      </p:sp>
      <p:sp>
        <p:nvSpPr>
          <p:cNvPr id="16" name="object 16"/>
          <p:cNvSpPr txBox="1"/>
          <p:nvPr/>
        </p:nvSpPr>
        <p:spPr>
          <a:xfrm>
            <a:off x="2731135" y="4927219"/>
            <a:ext cx="15875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22</a:t>
            </a:r>
            <a:endParaRPr sz="950">
              <a:latin typeface="Trebuchet MS"/>
              <a:cs typeface="Trebuchet MS"/>
            </a:endParaRPr>
          </a:p>
        </p:txBody>
      </p:sp>
      <p:sp>
        <p:nvSpPr>
          <p:cNvPr id="17" name="object 17"/>
          <p:cNvSpPr txBox="1"/>
          <p:nvPr/>
        </p:nvSpPr>
        <p:spPr>
          <a:xfrm>
            <a:off x="3375025" y="4927219"/>
            <a:ext cx="15938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23</a:t>
            </a:r>
            <a:endParaRPr sz="950">
              <a:latin typeface="Trebuchet MS"/>
              <a:cs typeface="Trebuchet MS"/>
            </a:endParaRPr>
          </a:p>
        </p:txBody>
      </p:sp>
      <p:sp>
        <p:nvSpPr>
          <p:cNvPr id="18" name="object 18"/>
          <p:cNvSpPr txBox="1"/>
          <p:nvPr/>
        </p:nvSpPr>
        <p:spPr>
          <a:xfrm>
            <a:off x="4019296" y="4927219"/>
            <a:ext cx="15875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24</a:t>
            </a:r>
            <a:endParaRPr sz="950">
              <a:latin typeface="Trebuchet MS"/>
              <a:cs typeface="Trebuchet MS"/>
            </a:endParaRPr>
          </a:p>
        </p:txBody>
      </p:sp>
      <p:sp>
        <p:nvSpPr>
          <p:cNvPr id="19" name="object 19"/>
          <p:cNvSpPr/>
          <p:nvPr/>
        </p:nvSpPr>
        <p:spPr>
          <a:xfrm>
            <a:off x="4619625" y="34194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155F82"/>
          </a:solidFill>
        </p:spPr>
        <p:txBody>
          <a:bodyPr wrap="square" lIns="0" tIns="0" rIns="0" bIns="0" rtlCol="0"/>
          <a:lstStyle/>
          <a:p>
            <a:endParaRPr/>
          </a:p>
        </p:txBody>
      </p:sp>
      <p:sp>
        <p:nvSpPr>
          <p:cNvPr id="20" name="object 20"/>
          <p:cNvSpPr txBox="1"/>
          <p:nvPr/>
        </p:nvSpPr>
        <p:spPr>
          <a:xfrm>
            <a:off x="4712334" y="3280962"/>
            <a:ext cx="280670" cy="486409"/>
          </a:xfrm>
          <a:prstGeom prst="rect">
            <a:avLst/>
          </a:prstGeom>
        </p:spPr>
        <p:txBody>
          <a:bodyPr vert="horz" wrap="square" lIns="0" tIns="97790" rIns="0" bIns="0" rtlCol="0">
            <a:spAutoFit/>
          </a:bodyPr>
          <a:lstStyle/>
          <a:p>
            <a:pPr marL="12700">
              <a:lnSpc>
                <a:spcPct val="100000"/>
              </a:lnSpc>
              <a:spcBef>
                <a:spcPts val="770"/>
              </a:spcBef>
            </a:pPr>
            <a:r>
              <a:rPr sz="950" spc="20" dirty="0">
                <a:latin typeface="Trebuchet MS"/>
                <a:cs typeface="Trebuchet MS"/>
              </a:rPr>
              <a:t>N</a:t>
            </a:r>
            <a:endParaRPr sz="950">
              <a:latin typeface="Trebuchet MS"/>
              <a:cs typeface="Trebuchet MS"/>
            </a:endParaRPr>
          </a:p>
          <a:p>
            <a:pPr marL="12700">
              <a:lnSpc>
                <a:spcPct val="100000"/>
              </a:lnSpc>
              <a:spcBef>
                <a:spcPts val="670"/>
              </a:spcBef>
            </a:pPr>
            <a:r>
              <a:rPr sz="950" spc="50" dirty="0">
                <a:latin typeface="Trebuchet MS"/>
                <a:cs typeface="Trebuchet MS"/>
              </a:rPr>
              <a:t>GT%</a:t>
            </a:r>
            <a:endParaRPr sz="950">
              <a:latin typeface="Trebuchet MS"/>
              <a:cs typeface="Trebuchet MS"/>
            </a:endParaRPr>
          </a:p>
        </p:txBody>
      </p:sp>
      <p:sp>
        <p:nvSpPr>
          <p:cNvPr id="21" name="object 21"/>
          <p:cNvSpPr/>
          <p:nvPr/>
        </p:nvSpPr>
        <p:spPr>
          <a:xfrm>
            <a:off x="4619625" y="364807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E97031"/>
          </a:solidFill>
        </p:spPr>
        <p:txBody>
          <a:bodyPr wrap="square" lIns="0" tIns="0" rIns="0" bIns="0" rtlCol="0"/>
          <a:lstStyle/>
          <a:p>
            <a:endParaRPr/>
          </a:p>
        </p:txBody>
      </p:sp>
      <p:grpSp>
        <p:nvGrpSpPr>
          <p:cNvPr id="22" name="object 22"/>
          <p:cNvGrpSpPr/>
          <p:nvPr/>
        </p:nvGrpSpPr>
        <p:grpSpPr>
          <a:xfrm>
            <a:off x="7057708" y="2171531"/>
            <a:ext cx="3610610" cy="2091055"/>
            <a:chOff x="7057708" y="2171531"/>
            <a:chExt cx="3610610" cy="2091055"/>
          </a:xfrm>
        </p:grpSpPr>
        <p:pic>
          <p:nvPicPr>
            <p:cNvPr id="23" name="object 23"/>
            <p:cNvPicPr/>
            <p:nvPr/>
          </p:nvPicPr>
          <p:blipFill>
            <a:blip r:embed="rId2" cstate="print"/>
            <a:stretch>
              <a:fillRect/>
            </a:stretch>
          </p:blipFill>
          <p:spPr>
            <a:xfrm>
              <a:off x="7057708" y="2171531"/>
              <a:ext cx="3548758" cy="2090905"/>
            </a:xfrm>
            <a:prstGeom prst="rect">
              <a:avLst/>
            </a:prstGeom>
          </p:spPr>
        </p:pic>
        <p:sp>
          <p:nvSpPr>
            <p:cNvPr id="24" name="object 24"/>
            <p:cNvSpPr/>
            <p:nvPr/>
          </p:nvSpPr>
          <p:spPr>
            <a:xfrm>
              <a:off x="10591800" y="298132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155F82"/>
            </a:solidFill>
          </p:spPr>
          <p:txBody>
            <a:bodyPr wrap="square" lIns="0" tIns="0" rIns="0" bIns="0" rtlCol="0"/>
            <a:lstStyle/>
            <a:p>
              <a:endParaRPr/>
            </a:p>
          </p:txBody>
        </p:sp>
        <p:sp>
          <p:nvSpPr>
            <p:cNvPr id="25" name="object 25"/>
            <p:cNvSpPr/>
            <p:nvPr/>
          </p:nvSpPr>
          <p:spPr>
            <a:xfrm>
              <a:off x="10591800" y="3219450"/>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E97031"/>
            </a:solidFill>
          </p:spPr>
          <p:txBody>
            <a:bodyPr wrap="square" lIns="0" tIns="0" rIns="0" bIns="0" rtlCol="0"/>
            <a:lstStyle/>
            <a:p>
              <a:endParaRPr/>
            </a:p>
          </p:txBody>
        </p:sp>
      </p:grpSp>
      <p:sp>
        <p:nvSpPr>
          <p:cNvPr id="26" name="object 26"/>
          <p:cNvSpPr txBox="1"/>
          <p:nvPr/>
        </p:nvSpPr>
        <p:spPr>
          <a:xfrm>
            <a:off x="8667115" y="1665541"/>
            <a:ext cx="191135" cy="300355"/>
          </a:xfrm>
          <a:prstGeom prst="rect">
            <a:avLst/>
          </a:prstGeom>
        </p:spPr>
        <p:txBody>
          <a:bodyPr vert="horz" wrap="square" lIns="0" tIns="12700" rIns="0" bIns="0" rtlCol="0">
            <a:spAutoFit/>
          </a:bodyPr>
          <a:lstStyle/>
          <a:p>
            <a:pPr marL="12700">
              <a:lnSpc>
                <a:spcPct val="100000"/>
              </a:lnSpc>
              <a:spcBef>
                <a:spcPts val="100"/>
              </a:spcBef>
            </a:pPr>
            <a:r>
              <a:rPr sz="1800" b="1" spc="45" dirty="0">
                <a:latin typeface="Trebuchet MS"/>
                <a:cs typeface="Trebuchet MS"/>
              </a:rPr>
              <a:t>N</a:t>
            </a:r>
            <a:endParaRPr sz="1800">
              <a:latin typeface="Trebuchet MS"/>
              <a:cs typeface="Trebuchet MS"/>
            </a:endParaRPr>
          </a:p>
        </p:txBody>
      </p:sp>
      <p:sp>
        <p:nvSpPr>
          <p:cNvPr id="27" name="object 27"/>
          <p:cNvSpPr txBox="1"/>
          <p:nvPr/>
        </p:nvSpPr>
        <p:spPr>
          <a:xfrm>
            <a:off x="10691241" y="2846704"/>
            <a:ext cx="434975" cy="485140"/>
          </a:xfrm>
          <a:prstGeom prst="rect">
            <a:avLst/>
          </a:prstGeom>
        </p:spPr>
        <p:txBody>
          <a:bodyPr vert="horz" wrap="square" lIns="0" tIns="12065" rIns="0" bIns="0" rtlCol="0">
            <a:spAutoFit/>
          </a:bodyPr>
          <a:lstStyle/>
          <a:p>
            <a:pPr marL="12700" marR="5080">
              <a:lnSpc>
                <a:spcPct val="158800"/>
              </a:lnSpc>
              <a:spcBef>
                <a:spcPts val="95"/>
              </a:spcBef>
            </a:pPr>
            <a:r>
              <a:rPr sz="950" spc="-20" dirty="0">
                <a:latin typeface="Trebuchet MS"/>
                <a:cs typeface="Trebuchet MS"/>
              </a:rPr>
              <a:t>Male </a:t>
            </a:r>
            <a:r>
              <a:rPr sz="950" spc="-10" dirty="0">
                <a:latin typeface="Trebuchet MS"/>
                <a:cs typeface="Trebuchet MS"/>
              </a:rPr>
              <a:t>Female</a:t>
            </a:r>
            <a:endParaRPr sz="950">
              <a:latin typeface="Trebuchet MS"/>
              <a:cs typeface="Trebuchet MS"/>
            </a:endParaRPr>
          </a:p>
        </p:txBody>
      </p:sp>
      <p:sp>
        <p:nvSpPr>
          <p:cNvPr id="28" name="object 28"/>
          <p:cNvSpPr txBox="1"/>
          <p:nvPr/>
        </p:nvSpPr>
        <p:spPr>
          <a:xfrm>
            <a:off x="6512941" y="1037272"/>
            <a:ext cx="796925" cy="30035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Trebuchet MS"/>
                <a:cs typeface="Trebuchet MS"/>
              </a:rPr>
              <a:t>Gender</a:t>
            </a:r>
            <a:endParaRPr sz="1800">
              <a:latin typeface="Trebuchet MS"/>
              <a:cs typeface="Trebuchet MS"/>
            </a:endParaRPr>
          </a:p>
        </p:txBody>
      </p:sp>
      <p:sp>
        <p:nvSpPr>
          <p:cNvPr id="29" name="object 29"/>
          <p:cNvSpPr txBox="1"/>
          <p:nvPr/>
        </p:nvSpPr>
        <p:spPr>
          <a:xfrm>
            <a:off x="300354" y="5319458"/>
            <a:ext cx="4779645" cy="1130300"/>
          </a:xfrm>
          <a:prstGeom prst="rect">
            <a:avLst/>
          </a:prstGeom>
        </p:spPr>
        <p:txBody>
          <a:bodyPr vert="horz" wrap="square" lIns="0" tIns="10795" rIns="0" bIns="0" rtlCol="0">
            <a:spAutoFit/>
          </a:bodyPr>
          <a:lstStyle/>
          <a:p>
            <a:pPr marL="298450" marR="5080" indent="-285750">
              <a:lnSpc>
                <a:spcPct val="100800"/>
              </a:lnSpc>
              <a:spcBef>
                <a:spcPts val="85"/>
              </a:spcBef>
              <a:buFont typeface="Arial MT"/>
              <a:buChar char="•"/>
              <a:tabLst>
                <a:tab pos="298450" algn="l"/>
              </a:tabLst>
            </a:pPr>
            <a:r>
              <a:rPr sz="1800" spc="-125" dirty="0">
                <a:latin typeface="Trebuchet MS"/>
                <a:cs typeface="Trebuchet MS"/>
              </a:rPr>
              <a:t>Total: </a:t>
            </a:r>
            <a:r>
              <a:rPr sz="1800" dirty="0">
                <a:latin typeface="Trebuchet MS"/>
                <a:cs typeface="Trebuchet MS"/>
              </a:rPr>
              <a:t>380</a:t>
            </a:r>
            <a:r>
              <a:rPr sz="1800" spc="-204" dirty="0">
                <a:latin typeface="Trebuchet MS"/>
                <a:cs typeface="Trebuchet MS"/>
              </a:rPr>
              <a:t> </a:t>
            </a:r>
            <a:r>
              <a:rPr sz="1800" spc="-10" dirty="0">
                <a:latin typeface="Trebuchet MS"/>
                <a:cs typeface="Trebuchet MS"/>
              </a:rPr>
              <a:t>students</a:t>
            </a:r>
            <a:r>
              <a:rPr sz="1800" spc="-100" dirty="0">
                <a:latin typeface="Trebuchet MS"/>
                <a:cs typeface="Trebuchet MS"/>
              </a:rPr>
              <a:t> </a:t>
            </a:r>
            <a:r>
              <a:rPr sz="1800" spc="-80" dirty="0">
                <a:latin typeface="Trebuchet MS"/>
                <a:cs typeface="Trebuchet MS"/>
              </a:rPr>
              <a:t>in</a:t>
            </a:r>
            <a:r>
              <a:rPr sz="1800" spc="-150" dirty="0">
                <a:latin typeface="Trebuchet MS"/>
                <a:cs typeface="Trebuchet MS"/>
              </a:rPr>
              <a:t> </a:t>
            </a:r>
            <a:r>
              <a:rPr sz="1800" spc="-60" dirty="0">
                <a:latin typeface="Trebuchet MS"/>
                <a:cs typeface="Trebuchet MS"/>
              </a:rPr>
              <a:t>the</a:t>
            </a:r>
            <a:r>
              <a:rPr sz="1800" spc="-105" dirty="0">
                <a:latin typeface="Trebuchet MS"/>
                <a:cs typeface="Trebuchet MS"/>
              </a:rPr>
              <a:t> </a:t>
            </a:r>
            <a:r>
              <a:rPr sz="1800" spc="-60" dirty="0">
                <a:latin typeface="Trebuchet MS"/>
                <a:cs typeface="Trebuchet MS"/>
              </a:rPr>
              <a:t>prototype</a:t>
            </a:r>
            <a:r>
              <a:rPr sz="1800" spc="-100" dirty="0">
                <a:latin typeface="Trebuchet MS"/>
                <a:cs typeface="Trebuchet MS"/>
              </a:rPr>
              <a:t> </a:t>
            </a:r>
            <a:r>
              <a:rPr sz="1800" spc="-40" dirty="0">
                <a:latin typeface="Trebuchet MS"/>
                <a:cs typeface="Trebuchet MS"/>
              </a:rPr>
              <a:t>structure, </a:t>
            </a:r>
            <a:r>
              <a:rPr sz="1800" spc="-20" dirty="0">
                <a:latin typeface="Trebuchet MS"/>
                <a:cs typeface="Trebuchet MS"/>
              </a:rPr>
              <a:t>consistent</a:t>
            </a:r>
            <a:r>
              <a:rPr sz="1800" spc="-114" dirty="0">
                <a:latin typeface="Trebuchet MS"/>
                <a:cs typeface="Trebuchet MS"/>
              </a:rPr>
              <a:t> </a:t>
            </a:r>
            <a:r>
              <a:rPr sz="1800" spc="-70" dirty="0">
                <a:latin typeface="Trebuchet MS"/>
                <a:cs typeface="Trebuchet MS"/>
              </a:rPr>
              <a:t>with</a:t>
            </a:r>
            <a:r>
              <a:rPr sz="1800" spc="-155" dirty="0">
                <a:latin typeface="Trebuchet MS"/>
                <a:cs typeface="Trebuchet MS"/>
              </a:rPr>
              <a:t> </a:t>
            </a:r>
            <a:r>
              <a:rPr sz="1800" dirty="0">
                <a:latin typeface="Trebuchet MS"/>
                <a:cs typeface="Trebuchet MS"/>
              </a:rPr>
              <a:t>a</a:t>
            </a:r>
            <a:r>
              <a:rPr sz="1800" spc="-114" dirty="0">
                <a:latin typeface="Trebuchet MS"/>
                <a:cs typeface="Trebuchet MS"/>
              </a:rPr>
              <a:t> </a:t>
            </a:r>
            <a:r>
              <a:rPr sz="1800" spc="-35" dirty="0">
                <a:latin typeface="Trebuchet MS"/>
                <a:cs typeface="Trebuchet MS"/>
              </a:rPr>
              <a:t>young</a:t>
            </a:r>
            <a:r>
              <a:rPr sz="1800" spc="-180" dirty="0">
                <a:latin typeface="Trebuchet MS"/>
                <a:cs typeface="Trebuchet MS"/>
              </a:rPr>
              <a:t> </a:t>
            </a:r>
            <a:r>
              <a:rPr sz="1800" spc="-40" dirty="0">
                <a:latin typeface="Trebuchet MS"/>
                <a:cs typeface="Trebuchet MS"/>
              </a:rPr>
              <a:t>adult</a:t>
            </a:r>
            <a:r>
              <a:rPr sz="1800" spc="-114" dirty="0">
                <a:latin typeface="Trebuchet MS"/>
                <a:cs typeface="Trebuchet MS"/>
              </a:rPr>
              <a:t> </a:t>
            </a:r>
            <a:r>
              <a:rPr sz="1800" spc="-10" dirty="0">
                <a:latin typeface="Trebuchet MS"/>
                <a:cs typeface="Trebuchet MS"/>
              </a:rPr>
              <a:t>cohort </a:t>
            </a:r>
            <a:r>
              <a:rPr sz="1800" spc="-45" dirty="0">
                <a:latin typeface="Trebuchet MS"/>
                <a:cs typeface="Trebuchet MS"/>
              </a:rPr>
              <a:t>predominantly</a:t>
            </a:r>
            <a:r>
              <a:rPr sz="1800" spc="-125" dirty="0">
                <a:latin typeface="Trebuchet MS"/>
                <a:cs typeface="Trebuchet MS"/>
              </a:rPr>
              <a:t> </a:t>
            </a:r>
            <a:r>
              <a:rPr sz="1800" spc="-80" dirty="0">
                <a:latin typeface="Trebuchet MS"/>
                <a:cs typeface="Trebuchet MS"/>
              </a:rPr>
              <a:t>in</a:t>
            </a:r>
            <a:r>
              <a:rPr sz="1800" spc="-155" dirty="0">
                <a:latin typeface="Trebuchet MS"/>
                <a:cs typeface="Trebuchet MS"/>
              </a:rPr>
              <a:t> </a:t>
            </a:r>
            <a:r>
              <a:rPr sz="1800" spc="-60" dirty="0">
                <a:latin typeface="Trebuchet MS"/>
                <a:cs typeface="Trebuchet MS"/>
              </a:rPr>
              <a:t>the</a:t>
            </a:r>
            <a:r>
              <a:rPr sz="1800" spc="-110" dirty="0">
                <a:latin typeface="Trebuchet MS"/>
                <a:cs typeface="Trebuchet MS"/>
              </a:rPr>
              <a:t> </a:t>
            </a:r>
            <a:r>
              <a:rPr sz="1800" spc="-75" dirty="0">
                <a:latin typeface="Trebuchet MS"/>
                <a:cs typeface="Trebuchet MS"/>
              </a:rPr>
              <a:t>early</a:t>
            </a:r>
            <a:r>
              <a:rPr sz="1800" spc="-120" dirty="0">
                <a:latin typeface="Trebuchet MS"/>
                <a:cs typeface="Trebuchet MS"/>
              </a:rPr>
              <a:t> </a:t>
            </a:r>
            <a:r>
              <a:rPr sz="1800" dirty="0">
                <a:latin typeface="Trebuchet MS"/>
                <a:cs typeface="Trebuchet MS"/>
              </a:rPr>
              <a:t>stages</a:t>
            </a:r>
            <a:r>
              <a:rPr sz="1800" spc="-110" dirty="0">
                <a:latin typeface="Trebuchet MS"/>
                <a:cs typeface="Trebuchet MS"/>
              </a:rPr>
              <a:t> </a:t>
            </a:r>
            <a:r>
              <a:rPr sz="1800" spc="-65" dirty="0">
                <a:latin typeface="Trebuchet MS"/>
                <a:cs typeface="Trebuchet MS"/>
              </a:rPr>
              <a:t>of</a:t>
            </a:r>
            <a:r>
              <a:rPr sz="1800" spc="-155" dirty="0">
                <a:latin typeface="Trebuchet MS"/>
                <a:cs typeface="Trebuchet MS"/>
              </a:rPr>
              <a:t> </a:t>
            </a:r>
            <a:r>
              <a:rPr sz="1800" spc="-10" dirty="0">
                <a:latin typeface="Trebuchet MS"/>
                <a:cs typeface="Trebuchet MS"/>
              </a:rPr>
              <a:t>higher education</a:t>
            </a:r>
            <a:endParaRPr sz="1800">
              <a:latin typeface="Trebuchet MS"/>
              <a:cs typeface="Trebuchet MS"/>
            </a:endParaRPr>
          </a:p>
        </p:txBody>
      </p:sp>
      <p:sp>
        <p:nvSpPr>
          <p:cNvPr id="30" name="object 30"/>
          <p:cNvSpPr txBox="1"/>
          <p:nvPr/>
        </p:nvSpPr>
        <p:spPr>
          <a:xfrm>
            <a:off x="5402326" y="4691951"/>
            <a:ext cx="6707505" cy="1950720"/>
          </a:xfrm>
          <a:prstGeom prst="rect">
            <a:avLst/>
          </a:prstGeom>
        </p:spPr>
        <p:txBody>
          <a:bodyPr vert="horz" wrap="square" lIns="0" tIns="12065" rIns="0" bIns="0" rtlCol="0">
            <a:spAutoFit/>
          </a:bodyPr>
          <a:lstStyle/>
          <a:p>
            <a:pPr marL="298450" marR="5080" indent="-285750">
              <a:lnSpc>
                <a:spcPct val="100299"/>
              </a:lnSpc>
              <a:spcBef>
                <a:spcPts val="95"/>
              </a:spcBef>
              <a:buFont typeface="Arial MT"/>
              <a:buChar char="•"/>
              <a:tabLst>
                <a:tab pos="298450" algn="l"/>
              </a:tabLst>
            </a:pPr>
            <a:r>
              <a:rPr sz="1800" dirty="0">
                <a:latin typeface="Trebuchet MS"/>
                <a:cs typeface="Trebuchet MS"/>
              </a:rPr>
              <a:t>Among</a:t>
            </a:r>
            <a:r>
              <a:rPr sz="1800" spc="-110" dirty="0">
                <a:latin typeface="Trebuchet MS"/>
                <a:cs typeface="Trebuchet MS"/>
              </a:rPr>
              <a:t> </a:t>
            </a:r>
            <a:r>
              <a:rPr sz="1800" spc="-65" dirty="0">
                <a:latin typeface="Trebuchet MS"/>
                <a:cs typeface="Trebuchet MS"/>
              </a:rPr>
              <a:t>the</a:t>
            </a:r>
            <a:r>
              <a:rPr sz="1800" spc="-190" dirty="0">
                <a:latin typeface="Trebuchet MS"/>
                <a:cs typeface="Trebuchet MS"/>
              </a:rPr>
              <a:t> </a:t>
            </a:r>
            <a:r>
              <a:rPr sz="1800" spc="-75" dirty="0">
                <a:latin typeface="Trebuchet MS"/>
                <a:cs typeface="Trebuchet MS"/>
              </a:rPr>
              <a:t>total</a:t>
            </a:r>
            <a:r>
              <a:rPr sz="1800" spc="-160" dirty="0">
                <a:latin typeface="Trebuchet MS"/>
                <a:cs typeface="Trebuchet MS"/>
              </a:rPr>
              <a:t> </a:t>
            </a:r>
            <a:r>
              <a:rPr sz="1800" spc="-20" dirty="0">
                <a:latin typeface="Trebuchet MS"/>
                <a:cs typeface="Trebuchet MS"/>
              </a:rPr>
              <a:t>respondents,</a:t>
            </a:r>
            <a:r>
              <a:rPr sz="1800" spc="-204" dirty="0">
                <a:latin typeface="Trebuchet MS"/>
                <a:cs typeface="Trebuchet MS"/>
              </a:rPr>
              <a:t> </a:t>
            </a:r>
            <a:r>
              <a:rPr sz="1800" spc="60" dirty="0">
                <a:latin typeface="Trebuchet MS"/>
                <a:cs typeface="Trebuchet MS"/>
              </a:rPr>
              <a:t>62.9%</a:t>
            </a:r>
            <a:r>
              <a:rPr sz="1800" spc="-210" dirty="0">
                <a:latin typeface="Trebuchet MS"/>
                <a:cs typeface="Trebuchet MS"/>
              </a:rPr>
              <a:t> </a:t>
            </a:r>
            <a:r>
              <a:rPr sz="1800" spc="-60" dirty="0">
                <a:latin typeface="Trebuchet MS"/>
                <a:cs typeface="Trebuchet MS"/>
              </a:rPr>
              <a:t>were</a:t>
            </a:r>
            <a:r>
              <a:rPr sz="1800" spc="-190" dirty="0">
                <a:latin typeface="Trebuchet MS"/>
                <a:cs typeface="Trebuchet MS"/>
              </a:rPr>
              <a:t> </a:t>
            </a:r>
            <a:r>
              <a:rPr sz="1800" spc="-50" dirty="0">
                <a:latin typeface="Trebuchet MS"/>
                <a:cs typeface="Trebuchet MS"/>
              </a:rPr>
              <a:t>female</a:t>
            </a:r>
            <a:r>
              <a:rPr sz="1800" spc="-110" dirty="0">
                <a:latin typeface="Trebuchet MS"/>
                <a:cs typeface="Trebuchet MS"/>
              </a:rPr>
              <a:t> </a:t>
            </a:r>
            <a:r>
              <a:rPr sz="1800" dirty="0">
                <a:latin typeface="Trebuchet MS"/>
                <a:cs typeface="Trebuchet MS"/>
              </a:rPr>
              <a:t>and</a:t>
            </a:r>
            <a:r>
              <a:rPr sz="1800" spc="-170" dirty="0">
                <a:latin typeface="Trebuchet MS"/>
                <a:cs typeface="Trebuchet MS"/>
              </a:rPr>
              <a:t> </a:t>
            </a:r>
            <a:r>
              <a:rPr sz="1800" spc="50" dirty="0">
                <a:latin typeface="Trebuchet MS"/>
                <a:cs typeface="Trebuchet MS"/>
              </a:rPr>
              <a:t>36.8%</a:t>
            </a:r>
            <a:r>
              <a:rPr sz="1800" spc="500" dirty="0">
                <a:latin typeface="Trebuchet MS"/>
                <a:cs typeface="Trebuchet MS"/>
              </a:rPr>
              <a:t> </a:t>
            </a:r>
            <a:r>
              <a:rPr sz="1800" spc="-80" dirty="0">
                <a:latin typeface="Trebuchet MS"/>
                <a:cs typeface="Trebuchet MS"/>
              </a:rPr>
              <a:t>were</a:t>
            </a:r>
            <a:r>
              <a:rPr sz="1800" spc="-110" dirty="0">
                <a:latin typeface="Trebuchet MS"/>
                <a:cs typeface="Trebuchet MS"/>
              </a:rPr>
              <a:t> </a:t>
            </a:r>
            <a:r>
              <a:rPr sz="1800" spc="-70" dirty="0">
                <a:latin typeface="Trebuchet MS"/>
                <a:cs typeface="Trebuchet MS"/>
              </a:rPr>
              <a:t>male,</a:t>
            </a:r>
            <a:r>
              <a:rPr sz="1800" spc="-125" dirty="0">
                <a:latin typeface="Trebuchet MS"/>
                <a:cs typeface="Trebuchet MS"/>
              </a:rPr>
              <a:t> </a:t>
            </a:r>
            <a:r>
              <a:rPr sz="1800" spc="-60" dirty="0">
                <a:latin typeface="Trebuchet MS"/>
                <a:cs typeface="Trebuchet MS"/>
              </a:rPr>
              <a:t>while</a:t>
            </a:r>
            <a:r>
              <a:rPr sz="1800" spc="-105" dirty="0">
                <a:latin typeface="Trebuchet MS"/>
                <a:cs typeface="Trebuchet MS"/>
              </a:rPr>
              <a:t> </a:t>
            </a:r>
            <a:r>
              <a:rPr sz="1800" dirty="0">
                <a:latin typeface="Trebuchet MS"/>
                <a:cs typeface="Trebuchet MS"/>
              </a:rPr>
              <a:t>a</a:t>
            </a:r>
            <a:r>
              <a:rPr sz="1800" spc="-120" dirty="0">
                <a:latin typeface="Trebuchet MS"/>
                <a:cs typeface="Trebuchet MS"/>
              </a:rPr>
              <a:t> </a:t>
            </a:r>
            <a:r>
              <a:rPr sz="1800" spc="-90" dirty="0">
                <a:latin typeface="Trebuchet MS"/>
                <a:cs typeface="Trebuchet MS"/>
              </a:rPr>
              <a:t>very</a:t>
            </a:r>
            <a:r>
              <a:rPr sz="1800" spc="-125" dirty="0">
                <a:latin typeface="Trebuchet MS"/>
                <a:cs typeface="Trebuchet MS"/>
              </a:rPr>
              <a:t> </a:t>
            </a:r>
            <a:r>
              <a:rPr sz="1800" dirty="0">
                <a:latin typeface="Trebuchet MS"/>
                <a:cs typeface="Trebuchet MS"/>
              </a:rPr>
              <a:t>small</a:t>
            </a:r>
            <a:r>
              <a:rPr sz="1800" spc="-155" dirty="0">
                <a:latin typeface="Trebuchet MS"/>
                <a:cs typeface="Trebuchet MS"/>
              </a:rPr>
              <a:t> </a:t>
            </a:r>
            <a:r>
              <a:rPr sz="1800" spc="-45" dirty="0">
                <a:latin typeface="Trebuchet MS"/>
                <a:cs typeface="Trebuchet MS"/>
              </a:rPr>
              <a:t>proportion</a:t>
            </a:r>
            <a:r>
              <a:rPr sz="1800" spc="-160" dirty="0">
                <a:latin typeface="Trebuchet MS"/>
                <a:cs typeface="Trebuchet MS"/>
              </a:rPr>
              <a:t> </a:t>
            </a:r>
            <a:r>
              <a:rPr sz="1800" spc="-80" dirty="0">
                <a:latin typeface="Trebuchet MS"/>
                <a:cs typeface="Trebuchet MS"/>
              </a:rPr>
              <a:t>preferred</a:t>
            </a:r>
            <a:r>
              <a:rPr sz="1800" spc="-90" dirty="0">
                <a:latin typeface="Trebuchet MS"/>
                <a:cs typeface="Trebuchet MS"/>
              </a:rPr>
              <a:t> </a:t>
            </a:r>
            <a:r>
              <a:rPr sz="1800" spc="-55" dirty="0">
                <a:latin typeface="Trebuchet MS"/>
                <a:cs typeface="Trebuchet MS"/>
              </a:rPr>
              <a:t>not</a:t>
            </a:r>
            <a:r>
              <a:rPr sz="1800" spc="-114" dirty="0">
                <a:latin typeface="Trebuchet MS"/>
                <a:cs typeface="Trebuchet MS"/>
              </a:rPr>
              <a:t> </a:t>
            </a:r>
            <a:r>
              <a:rPr sz="1800" spc="-90" dirty="0">
                <a:latin typeface="Trebuchet MS"/>
                <a:cs typeface="Trebuchet MS"/>
              </a:rPr>
              <a:t>to</a:t>
            </a:r>
            <a:r>
              <a:rPr sz="1800" spc="-160" dirty="0">
                <a:latin typeface="Trebuchet MS"/>
                <a:cs typeface="Trebuchet MS"/>
              </a:rPr>
              <a:t> </a:t>
            </a:r>
            <a:r>
              <a:rPr sz="1800" spc="-10" dirty="0">
                <a:latin typeface="Trebuchet MS"/>
                <a:cs typeface="Trebuchet MS"/>
              </a:rPr>
              <a:t>disclose </a:t>
            </a:r>
            <a:r>
              <a:rPr sz="1800" spc="-80" dirty="0">
                <a:latin typeface="Trebuchet MS"/>
                <a:cs typeface="Trebuchet MS"/>
              </a:rPr>
              <a:t>their</a:t>
            </a:r>
            <a:r>
              <a:rPr sz="1800" spc="-125" dirty="0">
                <a:latin typeface="Trebuchet MS"/>
                <a:cs typeface="Trebuchet MS"/>
              </a:rPr>
              <a:t> </a:t>
            </a:r>
            <a:r>
              <a:rPr sz="1800" spc="-75" dirty="0">
                <a:latin typeface="Trebuchet MS"/>
                <a:cs typeface="Trebuchet MS"/>
              </a:rPr>
              <a:t>gender.</a:t>
            </a:r>
            <a:r>
              <a:rPr sz="1800" spc="-200" dirty="0">
                <a:latin typeface="Trebuchet MS"/>
                <a:cs typeface="Trebuchet MS"/>
              </a:rPr>
              <a:t> </a:t>
            </a:r>
            <a:r>
              <a:rPr sz="1800" spc="-35" dirty="0">
                <a:latin typeface="Trebuchet MS"/>
                <a:cs typeface="Trebuchet MS"/>
              </a:rPr>
              <a:t>This</a:t>
            </a:r>
            <a:r>
              <a:rPr sz="1800" spc="-180" dirty="0">
                <a:latin typeface="Trebuchet MS"/>
                <a:cs typeface="Trebuchet MS"/>
              </a:rPr>
              <a:t> </a:t>
            </a:r>
            <a:r>
              <a:rPr sz="1800" spc="-25" dirty="0">
                <a:latin typeface="Trebuchet MS"/>
                <a:cs typeface="Trebuchet MS"/>
              </a:rPr>
              <a:t>indicates</a:t>
            </a:r>
            <a:r>
              <a:rPr sz="1800" spc="-185" dirty="0">
                <a:latin typeface="Trebuchet MS"/>
                <a:cs typeface="Trebuchet MS"/>
              </a:rPr>
              <a:t> </a:t>
            </a:r>
            <a:r>
              <a:rPr sz="1800" spc="-75" dirty="0">
                <a:latin typeface="Trebuchet MS"/>
                <a:cs typeface="Trebuchet MS"/>
              </a:rPr>
              <a:t>that</a:t>
            </a:r>
            <a:r>
              <a:rPr sz="1800" spc="-105" dirty="0">
                <a:latin typeface="Trebuchet MS"/>
                <a:cs typeface="Trebuchet MS"/>
              </a:rPr>
              <a:t> </a:t>
            </a:r>
            <a:r>
              <a:rPr sz="1800" spc="-50" dirty="0">
                <a:latin typeface="Trebuchet MS"/>
                <a:cs typeface="Trebuchet MS"/>
              </a:rPr>
              <a:t>female</a:t>
            </a:r>
            <a:r>
              <a:rPr sz="1800" spc="-180" dirty="0">
                <a:latin typeface="Trebuchet MS"/>
                <a:cs typeface="Trebuchet MS"/>
              </a:rPr>
              <a:t> </a:t>
            </a:r>
            <a:r>
              <a:rPr sz="1800" spc="-10" dirty="0">
                <a:latin typeface="Trebuchet MS"/>
                <a:cs typeface="Trebuchet MS"/>
              </a:rPr>
              <a:t>students</a:t>
            </a:r>
            <a:r>
              <a:rPr sz="1800" spc="-185" dirty="0">
                <a:latin typeface="Trebuchet MS"/>
                <a:cs typeface="Trebuchet MS"/>
              </a:rPr>
              <a:t> </a:t>
            </a:r>
            <a:r>
              <a:rPr sz="1800" spc="-60" dirty="0">
                <a:latin typeface="Trebuchet MS"/>
                <a:cs typeface="Trebuchet MS"/>
              </a:rPr>
              <a:t>were</a:t>
            </a:r>
            <a:r>
              <a:rPr sz="1800" spc="-180" dirty="0">
                <a:latin typeface="Trebuchet MS"/>
                <a:cs typeface="Trebuchet MS"/>
              </a:rPr>
              <a:t> </a:t>
            </a:r>
            <a:r>
              <a:rPr sz="1800" spc="-20" dirty="0">
                <a:latin typeface="Trebuchet MS"/>
                <a:cs typeface="Trebuchet MS"/>
              </a:rPr>
              <a:t>more </a:t>
            </a:r>
            <a:r>
              <a:rPr sz="1800" spc="-70" dirty="0">
                <a:latin typeface="Trebuchet MS"/>
                <a:cs typeface="Trebuchet MS"/>
              </a:rPr>
              <a:t>actively</a:t>
            </a:r>
            <a:r>
              <a:rPr sz="1800" spc="-120" dirty="0">
                <a:latin typeface="Trebuchet MS"/>
                <a:cs typeface="Trebuchet MS"/>
              </a:rPr>
              <a:t> </a:t>
            </a:r>
            <a:r>
              <a:rPr sz="1800" spc="-55" dirty="0">
                <a:latin typeface="Trebuchet MS"/>
                <a:cs typeface="Trebuchet MS"/>
              </a:rPr>
              <a:t>involved</a:t>
            </a:r>
            <a:r>
              <a:rPr sz="1800" spc="-170" dirty="0">
                <a:latin typeface="Trebuchet MS"/>
                <a:cs typeface="Trebuchet MS"/>
              </a:rPr>
              <a:t> </a:t>
            </a:r>
            <a:r>
              <a:rPr sz="1800" spc="-45" dirty="0">
                <a:latin typeface="Trebuchet MS"/>
                <a:cs typeface="Trebuchet MS"/>
              </a:rPr>
              <a:t>in</a:t>
            </a:r>
            <a:r>
              <a:rPr sz="1800" spc="-155" dirty="0">
                <a:latin typeface="Trebuchet MS"/>
                <a:cs typeface="Trebuchet MS"/>
              </a:rPr>
              <a:t> </a:t>
            </a:r>
            <a:r>
              <a:rPr sz="1800" spc="-20" dirty="0">
                <a:latin typeface="Trebuchet MS"/>
                <a:cs typeface="Trebuchet MS"/>
              </a:rPr>
              <a:t>responding</a:t>
            </a:r>
            <a:r>
              <a:rPr sz="1800" spc="-105" dirty="0">
                <a:latin typeface="Trebuchet MS"/>
                <a:cs typeface="Trebuchet MS"/>
              </a:rPr>
              <a:t> </a:t>
            </a:r>
            <a:r>
              <a:rPr sz="1800" spc="-90" dirty="0">
                <a:latin typeface="Trebuchet MS"/>
                <a:cs typeface="Trebuchet MS"/>
              </a:rPr>
              <a:t>to</a:t>
            </a:r>
            <a:r>
              <a:rPr sz="1800" spc="-150" dirty="0">
                <a:latin typeface="Trebuchet MS"/>
                <a:cs typeface="Trebuchet MS"/>
              </a:rPr>
              <a:t> </a:t>
            </a:r>
            <a:r>
              <a:rPr sz="1800" spc="-60" dirty="0">
                <a:latin typeface="Trebuchet MS"/>
                <a:cs typeface="Trebuchet MS"/>
              </a:rPr>
              <a:t>the</a:t>
            </a:r>
            <a:r>
              <a:rPr sz="1800" spc="-105" dirty="0">
                <a:latin typeface="Trebuchet MS"/>
                <a:cs typeface="Trebuchet MS"/>
              </a:rPr>
              <a:t> </a:t>
            </a:r>
            <a:r>
              <a:rPr sz="1800" spc="-25" dirty="0">
                <a:latin typeface="Trebuchet MS"/>
                <a:cs typeface="Trebuchet MS"/>
              </a:rPr>
              <a:t>survey</a:t>
            </a:r>
            <a:r>
              <a:rPr sz="1800" spc="-200" dirty="0">
                <a:latin typeface="Trebuchet MS"/>
                <a:cs typeface="Trebuchet MS"/>
              </a:rPr>
              <a:t> </a:t>
            </a:r>
            <a:r>
              <a:rPr sz="1800" spc="-10" dirty="0">
                <a:latin typeface="Trebuchet MS"/>
                <a:cs typeface="Trebuchet MS"/>
              </a:rPr>
              <a:t>compared</a:t>
            </a:r>
            <a:r>
              <a:rPr sz="1800" spc="-90" dirty="0">
                <a:latin typeface="Trebuchet MS"/>
                <a:cs typeface="Trebuchet MS"/>
              </a:rPr>
              <a:t> to</a:t>
            </a:r>
            <a:r>
              <a:rPr sz="1800" spc="-150" dirty="0">
                <a:latin typeface="Trebuchet MS"/>
                <a:cs typeface="Trebuchet MS"/>
              </a:rPr>
              <a:t> </a:t>
            </a:r>
            <a:r>
              <a:rPr sz="1800" spc="-10" dirty="0">
                <a:latin typeface="Trebuchet MS"/>
                <a:cs typeface="Trebuchet MS"/>
              </a:rPr>
              <a:t>their male</a:t>
            </a:r>
            <a:r>
              <a:rPr sz="1800" spc="-185" dirty="0">
                <a:latin typeface="Trebuchet MS"/>
                <a:cs typeface="Trebuchet MS"/>
              </a:rPr>
              <a:t> </a:t>
            </a:r>
            <a:r>
              <a:rPr sz="1800" spc="-45" dirty="0">
                <a:latin typeface="Trebuchet MS"/>
                <a:cs typeface="Trebuchet MS"/>
              </a:rPr>
              <a:t>counterparts,</a:t>
            </a:r>
            <a:r>
              <a:rPr sz="1800" spc="-110" dirty="0">
                <a:latin typeface="Trebuchet MS"/>
                <a:cs typeface="Trebuchet MS"/>
              </a:rPr>
              <a:t> </a:t>
            </a:r>
            <a:r>
              <a:rPr sz="1800" spc="-25" dirty="0">
                <a:latin typeface="Trebuchet MS"/>
                <a:cs typeface="Trebuchet MS"/>
              </a:rPr>
              <a:t>which</a:t>
            </a:r>
            <a:r>
              <a:rPr sz="1800" spc="-150" dirty="0">
                <a:latin typeface="Trebuchet MS"/>
                <a:cs typeface="Trebuchet MS"/>
              </a:rPr>
              <a:t> </a:t>
            </a:r>
            <a:r>
              <a:rPr sz="1800" spc="-30" dirty="0">
                <a:latin typeface="Trebuchet MS"/>
                <a:cs typeface="Trebuchet MS"/>
              </a:rPr>
              <a:t>may</a:t>
            </a:r>
            <a:r>
              <a:rPr sz="1800" spc="-110" dirty="0">
                <a:latin typeface="Trebuchet MS"/>
                <a:cs typeface="Trebuchet MS"/>
              </a:rPr>
              <a:t> </a:t>
            </a:r>
            <a:r>
              <a:rPr sz="1800" spc="-75" dirty="0">
                <a:latin typeface="Trebuchet MS"/>
                <a:cs typeface="Trebuchet MS"/>
              </a:rPr>
              <a:t>reflect</a:t>
            </a:r>
            <a:r>
              <a:rPr sz="1800" spc="-185" dirty="0">
                <a:latin typeface="Trebuchet MS"/>
                <a:cs typeface="Trebuchet MS"/>
              </a:rPr>
              <a:t> </a:t>
            </a:r>
            <a:r>
              <a:rPr sz="1800" spc="-60" dirty="0">
                <a:latin typeface="Trebuchet MS"/>
                <a:cs typeface="Trebuchet MS"/>
              </a:rPr>
              <a:t>the</a:t>
            </a:r>
            <a:r>
              <a:rPr sz="1800" spc="-100" dirty="0">
                <a:latin typeface="Trebuchet MS"/>
                <a:cs typeface="Trebuchet MS"/>
              </a:rPr>
              <a:t> </a:t>
            </a:r>
            <a:r>
              <a:rPr sz="1800" spc="-60" dirty="0">
                <a:latin typeface="Trebuchet MS"/>
                <a:cs typeface="Trebuchet MS"/>
              </a:rPr>
              <a:t>higher</a:t>
            </a:r>
            <a:r>
              <a:rPr sz="1800" spc="-120" dirty="0">
                <a:latin typeface="Trebuchet MS"/>
                <a:cs typeface="Trebuchet MS"/>
              </a:rPr>
              <a:t> </a:t>
            </a:r>
            <a:r>
              <a:rPr sz="1800" spc="-55" dirty="0">
                <a:latin typeface="Trebuchet MS"/>
                <a:cs typeface="Trebuchet MS"/>
              </a:rPr>
              <a:t>enrollment</a:t>
            </a:r>
            <a:r>
              <a:rPr sz="1800" spc="-110" dirty="0">
                <a:latin typeface="Trebuchet MS"/>
                <a:cs typeface="Trebuchet MS"/>
              </a:rPr>
              <a:t> </a:t>
            </a:r>
            <a:r>
              <a:rPr sz="1800" spc="-25" dirty="0">
                <a:latin typeface="Trebuchet MS"/>
                <a:cs typeface="Trebuchet MS"/>
              </a:rPr>
              <a:t>of </a:t>
            </a:r>
            <a:r>
              <a:rPr sz="1800" spc="-50" dirty="0">
                <a:latin typeface="Trebuchet MS"/>
                <a:cs typeface="Trebuchet MS"/>
              </a:rPr>
              <a:t>female</a:t>
            </a:r>
            <a:r>
              <a:rPr sz="1800" spc="-90" dirty="0">
                <a:latin typeface="Trebuchet MS"/>
                <a:cs typeface="Trebuchet MS"/>
              </a:rPr>
              <a:t> </a:t>
            </a:r>
            <a:r>
              <a:rPr sz="1800" spc="-10" dirty="0">
                <a:latin typeface="Trebuchet MS"/>
                <a:cs typeface="Trebuchet MS"/>
              </a:rPr>
              <a:t>students</a:t>
            </a:r>
            <a:r>
              <a:rPr sz="1800" spc="-85" dirty="0">
                <a:latin typeface="Trebuchet MS"/>
                <a:cs typeface="Trebuchet MS"/>
              </a:rPr>
              <a:t> </a:t>
            </a:r>
            <a:r>
              <a:rPr sz="1800" spc="-80" dirty="0">
                <a:latin typeface="Trebuchet MS"/>
                <a:cs typeface="Trebuchet MS"/>
              </a:rPr>
              <a:t>in</a:t>
            </a:r>
            <a:r>
              <a:rPr sz="1800" spc="-140" dirty="0">
                <a:latin typeface="Trebuchet MS"/>
                <a:cs typeface="Trebuchet MS"/>
              </a:rPr>
              <a:t> </a:t>
            </a:r>
            <a:r>
              <a:rPr sz="1800" spc="-50" dirty="0">
                <a:latin typeface="Trebuchet MS"/>
                <a:cs typeface="Trebuchet MS"/>
              </a:rPr>
              <a:t>health-</a:t>
            </a:r>
            <a:r>
              <a:rPr sz="1800" spc="-60" dirty="0">
                <a:latin typeface="Trebuchet MS"/>
                <a:cs typeface="Trebuchet MS"/>
              </a:rPr>
              <a:t>related</a:t>
            </a:r>
            <a:r>
              <a:rPr sz="1800" spc="-155" dirty="0">
                <a:latin typeface="Trebuchet MS"/>
                <a:cs typeface="Trebuchet MS"/>
              </a:rPr>
              <a:t> </a:t>
            </a:r>
            <a:r>
              <a:rPr sz="1800" dirty="0">
                <a:latin typeface="Trebuchet MS"/>
                <a:cs typeface="Trebuchet MS"/>
              </a:rPr>
              <a:t>courses</a:t>
            </a:r>
            <a:r>
              <a:rPr sz="1800" spc="-90" dirty="0">
                <a:latin typeface="Trebuchet MS"/>
                <a:cs typeface="Trebuchet MS"/>
              </a:rPr>
              <a:t> </a:t>
            </a:r>
            <a:r>
              <a:rPr sz="1800" spc="-80" dirty="0">
                <a:latin typeface="Trebuchet MS"/>
                <a:cs typeface="Trebuchet MS"/>
              </a:rPr>
              <a:t>in</a:t>
            </a:r>
            <a:r>
              <a:rPr sz="1800" spc="-130" dirty="0">
                <a:latin typeface="Trebuchet MS"/>
                <a:cs typeface="Trebuchet MS"/>
              </a:rPr>
              <a:t> </a:t>
            </a:r>
            <a:r>
              <a:rPr sz="1800" spc="-60" dirty="0">
                <a:latin typeface="Trebuchet MS"/>
                <a:cs typeface="Trebuchet MS"/>
              </a:rPr>
              <a:t>the</a:t>
            </a:r>
            <a:r>
              <a:rPr sz="1800" spc="-90" dirty="0">
                <a:latin typeface="Trebuchet MS"/>
                <a:cs typeface="Trebuchet MS"/>
              </a:rPr>
              <a:t> </a:t>
            </a:r>
            <a:r>
              <a:rPr sz="1800" spc="-10" dirty="0">
                <a:latin typeface="Trebuchet MS"/>
                <a:cs typeface="Trebuchet MS"/>
              </a:rPr>
              <a:t>surveyed colleges</a:t>
            </a:r>
            <a:endParaRPr sz="1800">
              <a:latin typeface="Trebuchet MS"/>
              <a:cs typeface="Trebuchet MS"/>
            </a:endParaRPr>
          </a:p>
        </p:txBody>
      </p:sp>
      <p:grpSp>
        <p:nvGrpSpPr>
          <p:cNvPr id="31" name="object 31"/>
          <p:cNvGrpSpPr/>
          <p:nvPr/>
        </p:nvGrpSpPr>
        <p:grpSpPr>
          <a:xfrm>
            <a:off x="220027" y="1015"/>
            <a:ext cx="5780405" cy="826769"/>
            <a:chOff x="220027" y="1015"/>
            <a:chExt cx="5780405" cy="826769"/>
          </a:xfrm>
        </p:grpSpPr>
        <p:sp>
          <p:nvSpPr>
            <p:cNvPr id="32" name="object 32"/>
            <p:cNvSpPr/>
            <p:nvPr/>
          </p:nvSpPr>
          <p:spPr>
            <a:xfrm>
              <a:off x="223837" y="4826"/>
              <a:ext cx="5772785" cy="819150"/>
            </a:xfrm>
            <a:custGeom>
              <a:avLst/>
              <a:gdLst/>
              <a:ahLst/>
              <a:cxnLst/>
              <a:rect l="l" t="t" r="r" b="b"/>
              <a:pathLst>
                <a:path w="5772785" h="819150">
                  <a:moveTo>
                    <a:pt x="5400230" y="0"/>
                  </a:moveTo>
                  <a:lnTo>
                    <a:pt x="371932" y="0"/>
                  </a:lnTo>
                  <a:lnTo>
                    <a:pt x="325278" y="2897"/>
                  </a:lnTo>
                  <a:lnTo>
                    <a:pt x="280353" y="11357"/>
                  </a:lnTo>
                  <a:lnTo>
                    <a:pt x="237506" y="25031"/>
                  </a:lnTo>
                  <a:lnTo>
                    <a:pt x="197086" y="43571"/>
                  </a:lnTo>
                  <a:lnTo>
                    <a:pt x="159440" y="66627"/>
                  </a:lnTo>
                  <a:lnTo>
                    <a:pt x="124918" y="93851"/>
                  </a:lnTo>
                  <a:lnTo>
                    <a:pt x="93868" y="124896"/>
                  </a:lnTo>
                  <a:lnTo>
                    <a:pt x="66638" y="159411"/>
                  </a:lnTo>
                  <a:lnTo>
                    <a:pt x="43578" y="197049"/>
                  </a:lnTo>
                  <a:lnTo>
                    <a:pt x="25035" y="237461"/>
                  </a:lnTo>
                  <a:lnTo>
                    <a:pt x="11359" y="280299"/>
                  </a:lnTo>
                  <a:lnTo>
                    <a:pt x="2897" y="325213"/>
                  </a:lnTo>
                  <a:lnTo>
                    <a:pt x="0" y="371856"/>
                  </a:lnTo>
                  <a:lnTo>
                    <a:pt x="0" y="447166"/>
                  </a:lnTo>
                  <a:lnTo>
                    <a:pt x="2897" y="493811"/>
                  </a:lnTo>
                  <a:lnTo>
                    <a:pt x="11359" y="538731"/>
                  </a:lnTo>
                  <a:lnTo>
                    <a:pt x="25035" y="581578"/>
                  </a:lnTo>
                  <a:lnTo>
                    <a:pt x="43578" y="622002"/>
                  </a:lnTo>
                  <a:lnTo>
                    <a:pt x="66638" y="659653"/>
                  </a:lnTo>
                  <a:lnTo>
                    <a:pt x="93868" y="694182"/>
                  </a:lnTo>
                  <a:lnTo>
                    <a:pt x="124918" y="725241"/>
                  </a:lnTo>
                  <a:lnTo>
                    <a:pt x="159440" y="752480"/>
                  </a:lnTo>
                  <a:lnTo>
                    <a:pt x="197086" y="775550"/>
                  </a:lnTo>
                  <a:lnTo>
                    <a:pt x="237506" y="794101"/>
                  </a:lnTo>
                  <a:lnTo>
                    <a:pt x="280353" y="807784"/>
                  </a:lnTo>
                  <a:lnTo>
                    <a:pt x="325278" y="816250"/>
                  </a:lnTo>
                  <a:lnTo>
                    <a:pt x="371932" y="819150"/>
                  </a:lnTo>
                  <a:lnTo>
                    <a:pt x="5400230" y="819150"/>
                  </a:lnTo>
                  <a:lnTo>
                    <a:pt x="5446875" y="816250"/>
                  </a:lnTo>
                  <a:lnTo>
                    <a:pt x="5491795" y="807784"/>
                  </a:lnTo>
                  <a:lnTo>
                    <a:pt x="5534641" y="794101"/>
                  </a:lnTo>
                  <a:lnTo>
                    <a:pt x="5575065" y="775550"/>
                  </a:lnTo>
                  <a:lnTo>
                    <a:pt x="5612716" y="752480"/>
                  </a:lnTo>
                  <a:lnTo>
                    <a:pt x="5647246" y="725241"/>
                  </a:lnTo>
                  <a:lnTo>
                    <a:pt x="5678305" y="694182"/>
                  </a:lnTo>
                  <a:lnTo>
                    <a:pt x="5705544" y="659653"/>
                  </a:lnTo>
                  <a:lnTo>
                    <a:pt x="5728613" y="622002"/>
                  </a:lnTo>
                  <a:lnTo>
                    <a:pt x="5747164" y="581578"/>
                  </a:lnTo>
                  <a:lnTo>
                    <a:pt x="5760847" y="538731"/>
                  </a:lnTo>
                  <a:lnTo>
                    <a:pt x="5769313" y="493811"/>
                  </a:lnTo>
                  <a:lnTo>
                    <a:pt x="5772213" y="447166"/>
                  </a:lnTo>
                  <a:lnTo>
                    <a:pt x="5772213" y="371856"/>
                  </a:lnTo>
                  <a:lnTo>
                    <a:pt x="5769313" y="325213"/>
                  </a:lnTo>
                  <a:lnTo>
                    <a:pt x="5760847" y="280299"/>
                  </a:lnTo>
                  <a:lnTo>
                    <a:pt x="5747164" y="237461"/>
                  </a:lnTo>
                  <a:lnTo>
                    <a:pt x="5728613" y="197049"/>
                  </a:lnTo>
                  <a:lnTo>
                    <a:pt x="5705544" y="159411"/>
                  </a:lnTo>
                  <a:lnTo>
                    <a:pt x="5678305" y="124896"/>
                  </a:lnTo>
                  <a:lnTo>
                    <a:pt x="5647246" y="93851"/>
                  </a:lnTo>
                  <a:lnTo>
                    <a:pt x="5612716" y="66627"/>
                  </a:lnTo>
                  <a:lnTo>
                    <a:pt x="5575065" y="43571"/>
                  </a:lnTo>
                  <a:lnTo>
                    <a:pt x="5534641" y="25031"/>
                  </a:lnTo>
                  <a:lnTo>
                    <a:pt x="5491795" y="11357"/>
                  </a:lnTo>
                  <a:lnTo>
                    <a:pt x="5446875" y="2897"/>
                  </a:lnTo>
                  <a:lnTo>
                    <a:pt x="5400230" y="0"/>
                  </a:lnTo>
                  <a:close/>
                </a:path>
              </a:pathLst>
            </a:custGeom>
            <a:solidFill>
              <a:srgbClr val="C1E4F5"/>
            </a:solidFill>
          </p:spPr>
          <p:txBody>
            <a:bodyPr wrap="square" lIns="0" tIns="0" rIns="0" bIns="0" rtlCol="0"/>
            <a:lstStyle/>
            <a:p>
              <a:endParaRPr/>
            </a:p>
          </p:txBody>
        </p:sp>
        <p:sp>
          <p:nvSpPr>
            <p:cNvPr id="33" name="object 33"/>
            <p:cNvSpPr/>
            <p:nvPr/>
          </p:nvSpPr>
          <p:spPr>
            <a:xfrm>
              <a:off x="223837" y="4826"/>
              <a:ext cx="5772785" cy="819150"/>
            </a:xfrm>
            <a:custGeom>
              <a:avLst/>
              <a:gdLst/>
              <a:ahLst/>
              <a:cxnLst/>
              <a:rect l="l" t="t" r="r" b="b"/>
              <a:pathLst>
                <a:path w="5772785" h="819150">
                  <a:moveTo>
                    <a:pt x="0" y="371856"/>
                  </a:moveTo>
                  <a:lnTo>
                    <a:pt x="2897" y="325213"/>
                  </a:lnTo>
                  <a:lnTo>
                    <a:pt x="11359" y="280299"/>
                  </a:lnTo>
                  <a:lnTo>
                    <a:pt x="25035" y="237461"/>
                  </a:lnTo>
                  <a:lnTo>
                    <a:pt x="43578" y="197049"/>
                  </a:lnTo>
                  <a:lnTo>
                    <a:pt x="66638" y="159411"/>
                  </a:lnTo>
                  <a:lnTo>
                    <a:pt x="93868" y="124896"/>
                  </a:lnTo>
                  <a:lnTo>
                    <a:pt x="124918" y="93851"/>
                  </a:lnTo>
                  <a:lnTo>
                    <a:pt x="159440" y="66627"/>
                  </a:lnTo>
                  <a:lnTo>
                    <a:pt x="197086" y="43571"/>
                  </a:lnTo>
                  <a:lnTo>
                    <a:pt x="237506" y="25031"/>
                  </a:lnTo>
                  <a:lnTo>
                    <a:pt x="280353" y="11357"/>
                  </a:lnTo>
                  <a:lnTo>
                    <a:pt x="325278" y="2897"/>
                  </a:lnTo>
                  <a:lnTo>
                    <a:pt x="371932" y="0"/>
                  </a:lnTo>
                  <a:lnTo>
                    <a:pt x="5400230" y="0"/>
                  </a:lnTo>
                  <a:lnTo>
                    <a:pt x="5446875" y="2897"/>
                  </a:lnTo>
                  <a:lnTo>
                    <a:pt x="5491795" y="11357"/>
                  </a:lnTo>
                  <a:lnTo>
                    <a:pt x="5534641" y="25031"/>
                  </a:lnTo>
                  <a:lnTo>
                    <a:pt x="5575065" y="43571"/>
                  </a:lnTo>
                  <a:lnTo>
                    <a:pt x="5612716" y="66627"/>
                  </a:lnTo>
                  <a:lnTo>
                    <a:pt x="5647246" y="93851"/>
                  </a:lnTo>
                  <a:lnTo>
                    <a:pt x="5678305" y="124896"/>
                  </a:lnTo>
                  <a:lnTo>
                    <a:pt x="5705544" y="159411"/>
                  </a:lnTo>
                  <a:lnTo>
                    <a:pt x="5728613" y="197049"/>
                  </a:lnTo>
                  <a:lnTo>
                    <a:pt x="5747164" y="237461"/>
                  </a:lnTo>
                  <a:lnTo>
                    <a:pt x="5760847" y="280299"/>
                  </a:lnTo>
                  <a:lnTo>
                    <a:pt x="5769313" y="325213"/>
                  </a:lnTo>
                  <a:lnTo>
                    <a:pt x="5772213" y="371856"/>
                  </a:lnTo>
                  <a:lnTo>
                    <a:pt x="5772213" y="447166"/>
                  </a:lnTo>
                  <a:lnTo>
                    <a:pt x="5769313" y="493811"/>
                  </a:lnTo>
                  <a:lnTo>
                    <a:pt x="5760847" y="538731"/>
                  </a:lnTo>
                  <a:lnTo>
                    <a:pt x="5747164" y="581578"/>
                  </a:lnTo>
                  <a:lnTo>
                    <a:pt x="5728613" y="622002"/>
                  </a:lnTo>
                  <a:lnTo>
                    <a:pt x="5705544" y="659653"/>
                  </a:lnTo>
                  <a:lnTo>
                    <a:pt x="5678305" y="694182"/>
                  </a:lnTo>
                  <a:lnTo>
                    <a:pt x="5647246" y="725241"/>
                  </a:lnTo>
                  <a:lnTo>
                    <a:pt x="5612716" y="752480"/>
                  </a:lnTo>
                  <a:lnTo>
                    <a:pt x="5575065" y="775550"/>
                  </a:lnTo>
                  <a:lnTo>
                    <a:pt x="5534641" y="794101"/>
                  </a:lnTo>
                  <a:lnTo>
                    <a:pt x="5491795" y="807784"/>
                  </a:lnTo>
                  <a:lnTo>
                    <a:pt x="5446875" y="816250"/>
                  </a:lnTo>
                  <a:lnTo>
                    <a:pt x="5400230" y="819150"/>
                  </a:lnTo>
                  <a:lnTo>
                    <a:pt x="371932" y="819150"/>
                  </a:lnTo>
                  <a:lnTo>
                    <a:pt x="325278" y="816250"/>
                  </a:lnTo>
                  <a:lnTo>
                    <a:pt x="280353" y="807784"/>
                  </a:lnTo>
                  <a:lnTo>
                    <a:pt x="237506" y="794101"/>
                  </a:lnTo>
                  <a:lnTo>
                    <a:pt x="197086" y="775550"/>
                  </a:lnTo>
                  <a:lnTo>
                    <a:pt x="159440" y="752480"/>
                  </a:lnTo>
                  <a:lnTo>
                    <a:pt x="124918" y="725241"/>
                  </a:lnTo>
                  <a:lnTo>
                    <a:pt x="93868" y="694182"/>
                  </a:lnTo>
                  <a:lnTo>
                    <a:pt x="66638" y="659653"/>
                  </a:lnTo>
                  <a:lnTo>
                    <a:pt x="43578" y="622002"/>
                  </a:lnTo>
                  <a:lnTo>
                    <a:pt x="25035" y="581578"/>
                  </a:lnTo>
                  <a:lnTo>
                    <a:pt x="11359" y="538731"/>
                  </a:lnTo>
                  <a:lnTo>
                    <a:pt x="2897" y="493811"/>
                  </a:lnTo>
                  <a:lnTo>
                    <a:pt x="0" y="447166"/>
                  </a:lnTo>
                  <a:lnTo>
                    <a:pt x="0" y="371856"/>
                  </a:lnTo>
                  <a:close/>
                </a:path>
              </a:pathLst>
            </a:custGeom>
            <a:ln w="7620">
              <a:solidFill>
                <a:srgbClr val="BED2D7"/>
              </a:solidFill>
            </a:ln>
          </p:spPr>
          <p:txBody>
            <a:bodyPr wrap="square" lIns="0" tIns="0" rIns="0" bIns="0" rtlCol="0"/>
            <a:lstStyle/>
            <a:p>
              <a:endParaRPr/>
            </a:p>
          </p:txBody>
        </p:sp>
      </p:grpSp>
      <p:sp>
        <p:nvSpPr>
          <p:cNvPr id="34" name="object 34"/>
          <p:cNvSpPr txBox="1">
            <a:spLocks noGrp="1"/>
          </p:cNvSpPr>
          <p:nvPr>
            <p:ph type="title"/>
          </p:nvPr>
        </p:nvSpPr>
        <p:spPr>
          <a:prstGeom prst="rect">
            <a:avLst/>
          </a:prstGeom>
        </p:spPr>
        <p:txBody>
          <a:bodyPr vert="horz" wrap="square" lIns="0" tIns="121348" rIns="0" bIns="0" rtlCol="0">
            <a:spAutoFit/>
          </a:bodyPr>
          <a:lstStyle/>
          <a:p>
            <a:pPr marL="342900">
              <a:lnSpc>
                <a:spcPct val="100000"/>
              </a:lnSpc>
              <a:spcBef>
                <a:spcPts val="100"/>
              </a:spcBef>
            </a:pPr>
            <a:r>
              <a:rPr spc="-10" dirty="0"/>
              <a:t>SOCIO-</a:t>
            </a:r>
            <a:r>
              <a:rPr dirty="0"/>
              <a:t>DEMOGRAPHICS</a:t>
            </a:r>
            <a:r>
              <a:rPr spc="-20" dirty="0"/>
              <a:t> </a:t>
            </a:r>
            <a:r>
              <a:rPr spc="-10" dirty="0"/>
              <a:t>DETAILS: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317" y="383793"/>
            <a:ext cx="1111250" cy="449580"/>
          </a:xfrm>
          <a:prstGeom prst="rect">
            <a:avLst/>
          </a:prstGeom>
        </p:spPr>
        <p:txBody>
          <a:bodyPr vert="horz" wrap="square" lIns="0" tIns="16510" rIns="0" bIns="0" rtlCol="0">
            <a:spAutoFit/>
          </a:bodyPr>
          <a:lstStyle/>
          <a:p>
            <a:pPr marL="12700">
              <a:lnSpc>
                <a:spcPct val="100000"/>
              </a:lnSpc>
              <a:spcBef>
                <a:spcPts val="130"/>
              </a:spcBef>
            </a:pPr>
            <a:r>
              <a:rPr sz="2750" spc="-45" dirty="0">
                <a:latin typeface="Trebuchet MS"/>
                <a:cs typeface="Trebuchet MS"/>
              </a:rPr>
              <a:t>Course</a:t>
            </a:r>
            <a:endParaRPr sz="2750">
              <a:latin typeface="Trebuchet MS"/>
              <a:cs typeface="Trebuchet MS"/>
            </a:endParaRPr>
          </a:p>
        </p:txBody>
      </p:sp>
      <p:grpSp>
        <p:nvGrpSpPr>
          <p:cNvPr id="3" name="object 3"/>
          <p:cNvGrpSpPr/>
          <p:nvPr/>
        </p:nvGrpSpPr>
        <p:grpSpPr>
          <a:xfrm>
            <a:off x="3281553" y="1004950"/>
            <a:ext cx="3528060" cy="3528060"/>
            <a:chOff x="3281553" y="1004950"/>
            <a:chExt cx="3528060" cy="3528060"/>
          </a:xfrm>
        </p:grpSpPr>
        <p:sp>
          <p:nvSpPr>
            <p:cNvPr id="4" name="object 4"/>
            <p:cNvSpPr/>
            <p:nvPr/>
          </p:nvSpPr>
          <p:spPr>
            <a:xfrm>
              <a:off x="3722497" y="1445894"/>
              <a:ext cx="2646045" cy="2646045"/>
            </a:xfrm>
            <a:custGeom>
              <a:avLst/>
              <a:gdLst/>
              <a:ahLst/>
              <a:cxnLst/>
              <a:rect l="l" t="t" r="r" b="b"/>
              <a:pathLst>
                <a:path w="2646045" h="2646045">
                  <a:moveTo>
                    <a:pt x="1322831" y="0"/>
                  </a:moveTo>
                  <a:lnTo>
                    <a:pt x="1322831" y="440943"/>
                  </a:lnTo>
                  <a:lnTo>
                    <a:pt x="1362918" y="441848"/>
                  </a:lnTo>
                  <a:lnTo>
                    <a:pt x="1402921" y="444563"/>
                  </a:lnTo>
                  <a:lnTo>
                    <a:pt x="1442757" y="449087"/>
                  </a:lnTo>
                  <a:lnTo>
                    <a:pt x="1482343" y="455421"/>
                  </a:lnTo>
                  <a:lnTo>
                    <a:pt x="1529698" y="465461"/>
                  </a:lnTo>
                  <a:lnTo>
                    <a:pt x="1575918" y="477899"/>
                  </a:lnTo>
                  <a:lnTo>
                    <a:pt x="1620949" y="492659"/>
                  </a:lnTo>
                  <a:lnTo>
                    <a:pt x="1664736" y="509660"/>
                  </a:lnTo>
                  <a:lnTo>
                    <a:pt x="1707226" y="528826"/>
                  </a:lnTo>
                  <a:lnTo>
                    <a:pt x="1748366" y="550078"/>
                  </a:lnTo>
                  <a:lnTo>
                    <a:pt x="1788100" y="573338"/>
                  </a:lnTo>
                  <a:lnTo>
                    <a:pt x="1826376" y="598526"/>
                  </a:lnTo>
                  <a:lnTo>
                    <a:pt x="1863139" y="625566"/>
                  </a:lnTo>
                  <a:lnTo>
                    <a:pt x="1898334" y="654379"/>
                  </a:lnTo>
                  <a:lnTo>
                    <a:pt x="1931909" y="684886"/>
                  </a:lnTo>
                  <a:lnTo>
                    <a:pt x="1963810" y="717009"/>
                  </a:lnTo>
                  <a:lnTo>
                    <a:pt x="1993981" y="750670"/>
                  </a:lnTo>
                  <a:lnTo>
                    <a:pt x="2022370" y="785791"/>
                  </a:lnTo>
                  <a:lnTo>
                    <a:pt x="2048922" y="822293"/>
                  </a:lnTo>
                  <a:lnTo>
                    <a:pt x="2073584" y="860098"/>
                  </a:lnTo>
                  <a:lnTo>
                    <a:pt x="2096301" y="899128"/>
                  </a:lnTo>
                  <a:lnTo>
                    <a:pt x="2117019" y="939304"/>
                  </a:lnTo>
                  <a:lnTo>
                    <a:pt x="2135685" y="980548"/>
                  </a:lnTo>
                  <a:lnTo>
                    <a:pt x="2152245" y="1022782"/>
                  </a:lnTo>
                  <a:lnTo>
                    <a:pt x="2166644" y="1065928"/>
                  </a:lnTo>
                  <a:lnTo>
                    <a:pt x="2178829" y="1109907"/>
                  </a:lnTo>
                  <a:lnTo>
                    <a:pt x="2188745" y="1154641"/>
                  </a:lnTo>
                  <a:lnTo>
                    <a:pt x="2196340" y="1200052"/>
                  </a:lnTo>
                  <a:lnTo>
                    <a:pt x="2201557" y="1246061"/>
                  </a:lnTo>
                  <a:lnTo>
                    <a:pt x="2204345" y="1292591"/>
                  </a:lnTo>
                  <a:lnTo>
                    <a:pt x="2204649" y="1339562"/>
                  </a:lnTo>
                  <a:lnTo>
                    <a:pt x="2202414" y="1386896"/>
                  </a:lnTo>
                  <a:lnTo>
                    <a:pt x="2197587" y="1434516"/>
                  </a:lnTo>
                  <a:lnTo>
                    <a:pt x="2190115" y="1482343"/>
                  </a:lnTo>
                  <a:lnTo>
                    <a:pt x="2180087" y="1529698"/>
                  </a:lnTo>
                  <a:lnTo>
                    <a:pt x="2167660" y="1575918"/>
                  </a:lnTo>
                  <a:lnTo>
                    <a:pt x="2152912" y="1620949"/>
                  </a:lnTo>
                  <a:lnTo>
                    <a:pt x="2135920" y="1664736"/>
                  </a:lnTo>
                  <a:lnTo>
                    <a:pt x="2116763" y="1707226"/>
                  </a:lnTo>
                  <a:lnTo>
                    <a:pt x="2095520" y="1748366"/>
                  </a:lnTo>
                  <a:lnTo>
                    <a:pt x="2072268" y="1788100"/>
                  </a:lnTo>
                  <a:lnTo>
                    <a:pt x="2047087" y="1826376"/>
                  </a:lnTo>
                  <a:lnTo>
                    <a:pt x="2020053" y="1863139"/>
                  </a:lnTo>
                  <a:lnTo>
                    <a:pt x="1991247" y="1898334"/>
                  </a:lnTo>
                  <a:lnTo>
                    <a:pt x="1960745" y="1931909"/>
                  </a:lnTo>
                  <a:lnTo>
                    <a:pt x="1928627" y="1963810"/>
                  </a:lnTo>
                  <a:lnTo>
                    <a:pt x="1894970" y="1993981"/>
                  </a:lnTo>
                  <a:lnTo>
                    <a:pt x="1859853" y="2022370"/>
                  </a:lnTo>
                  <a:lnTo>
                    <a:pt x="1823354" y="2048922"/>
                  </a:lnTo>
                  <a:lnTo>
                    <a:pt x="1785552" y="2073584"/>
                  </a:lnTo>
                  <a:lnTo>
                    <a:pt x="1746525" y="2096301"/>
                  </a:lnTo>
                  <a:lnTo>
                    <a:pt x="1706351" y="2117019"/>
                  </a:lnTo>
                  <a:lnTo>
                    <a:pt x="1665109" y="2135685"/>
                  </a:lnTo>
                  <a:lnTo>
                    <a:pt x="1622876" y="2152245"/>
                  </a:lnTo>
                  <a:lnTo>
                    <a:pt x="1579732" y="2166644"/>
                  </a:lnTo>
                  <a:lnTo>
                    <a:pt x="1535753" y="2178829"/>
                  </a:lnTo>
                  <a:lnTo>
                    <a:pt x="1491020" y="2188745"/>
                  </a:lnTo>
                  <a:lnTo>
                    <a:pt x="1445610" y="2196340"/>
                  </a:lnTo>
                  <a:lnTo>
                    <a:pt x="1399601" y="2201557"/>
                  </a:lnTo>
                  <a:lnTo>
                    <a:pt x="1353072" y="2204345"/>
                  </a:lnTo>
                  <a:lnTo>
                    <a:pt x="1306101" y="2204649"/>
                  </a:lnTo>
                  <a:lnTo>
                    <a:pt x="1258766" y="2202414"/>
                  </a:lnTo>
                  <a:lnTo>
                    <a:pt x="1211147" y="2197587"/>
                  </a:lnTo>
                  <a:lnTo>
                    <a:pt x="1163319" y="2190115"/>
                  </a:lnTo>
                  <a:lnTo>
                    <a:pt x="1115965" y="2180087"/>
                  </a:lnTo>
                  <a:lnTo>
                    <a:pt x="1069745" y="2167660"/>
                  </a:lnTo>
                  <a:lnTo>
                    <a:pt x="1024714" y="2152912"/>
                  </a:lnTo>
                  <a:lnTo>
                    <a:pt x="980927" y="2135920"/>
                  </a:lnTo>
                  <a:lnTo>
                    <a:pt x="938436" y="2116763"/>
                  </a:lnTo>
                  <a:lnTo>
                    <a:pt x="897296" y="2095520"/>
                  </a:lnTo>
                  <a:lnTo>
                    <a:pt x="857561" y="2072268"/>
                  </a:lnTo>
                  <a:lnTo>
                    <a:pt x="819285" y="2047087"/>
                  </a:lnTo>
                  <a:lnTo>
                    <a:pt x="782521" y="2020053"/>
                  </a:lnTo>
                  <a:lnTo>
                    <a:pt x="747324" y="1991247"/>
                  </a:lnTo>
                  <a:lnTo>
                    <a:pt x="713747" y="1960745"/>
                  </a:lnTo>
                  <a:lnTo>
                    <a:pt x="681845" y="1928627"/>
                  </a:lnTo>
                  <a:lnTo>
                    <a:pt x="651671" y="1894970"/>
                  </a:lnTo>
                  <a:lnTo>
                    <a:pt x="623280" y="1859853"/>
                  </a:lnTo>
                  <a:lnTo>
                    <a:pt x="596725" y="1823354"/>
                  </a:lnTo>
                  <a:lnTo>
                    <a:pt x="572060" y="1785552"/>
                  </a:lnTo>
                  <a:lnTo>
                    <a:pt x="549339" y="1746525"/>
                  </a:lnTo>
                  <a:lnTo>
                    <a:pt x="528616" y="1706351"/>
                  </a:lnTo>
                  <a:lnTo>
                    <a:pt x="509945" y="1665109"/>
                  </a:lnTo>
                  <a:lnTo>
                    <a:pt x="493380" y="1622876"/>
                  </a:lnTo>
                  <a:lnTo>
                    <a:pt x="478975" y="1579732"/>
                  </a:lnTo>
                  <a:lnTo>
                    <a:pt x="466784" y="1535753"/>
                  </a:lnTo>
                  <a:lnTo>
                    <a:pt x="456860" y="1491020"/>
                  </a:lnTo>
                  <a:lnTo>
                    <a:pt x="449258" y="1445610"/>
                  </a:lnTo>
                  <a:lnTo>
                    <a:pt x="444032" y="1399601"/>
                  </a:lnTo>
                  <a:lnTo>
                    <a:pt x="441235" y="1353072"/>
                  </a:lnTo>
                  <a:lnTo>
                    <a:pt x="440922" y="1306101"/>
                  </a:lnTo>
                  <a:lnTo>
                    <a:pt x="443146" y="1258766"/>
                  </a:lnTo>
                  <a:lnTo>
                    <a:pt x="447961" y="1211147"/>
                  </a:lnTo>
                  <a:lnTo>
                    <a:pt x="455422" y="1163319"/>
                  </a:lnTo>
                  <a:lnTo>
                    <a:pt x="21843" y="1083564"/>
                  </a:lnTo>
                  <a:lnTo>
                    <a:pt x="14012" y="1131027"/>
                  </a:lnTo>
                  <a:lnTo>
                    <a:pt x="7900" y="1178740"/>
                  </a:lnTo>
                  <a:lnTo>
                    <a:pt x="3519" y="1226649"/>
                  </a:lnTo>
                  <a:lnTo>
                    <a:pt x="881" y="1274697"/>
                  </a:lnTo>
                  <a:lnTo>
                    <a:pt x="0" y="1322831"/>
                  </a:lnTo>
                  <a:lnTo>
                    <a:pt x="872" y="1371322"/>
                  </a:lnTo>
                  <a:lnTo>
                    <a:pt x="3469" y="1419373"/>
                  </a:lnTo>
                  <a:lnTo>
                    <a:pt x="7761" y="1466955"/>
                  </a:lnTo>
                  <a:lnTo>
                    <a:pt x="13718" y="1514038"/>
                  </a:lnTo>
                  <a:lnTo>
                    <a:pt x="21310" y="1560592"/>
                  </a:lnTo>
                  <a:lnTo>
                    <a:pt x="30508" y="1606587"/>
                  </a:lnTo>
                  <a:lnTo>
                    <a:pt x="41281" y="1651993"/>
                  </a:lnTo>
                  <a:lnTo>
                    <a:pt x="53599" y="1696781"/>
                  </a:lnTo>
                  <a:lnTo>
                    <a:pt x="67433" y="1740920"/>
                  </a:lnTo>
                  <a:lnTo>
                    <a:pt x="82753" y="1784380"/>
                  </a:lnTo>
                  <a:lnTo>
                    <a:pt x="99529" y="1827132"/>
                  </a:lnTo>
                  <a:lnTo>
                    <a:pt x="117731" y="1869145"/>
                  </a:lnTo>
                  <a:lnTo>
                    <a:pt x="137329" y="1910390"/>
                  </a:lnTo>
                  <a:lnTo>
                    <a:pt x="158293" y="1950837"/>
                  </a:lnTo>
                  <a:lnTo>
                    <a:pt x="180594" y="1990456"/>
                  </a:lnTo>
                  <a:lnTo>
                    <a:pt x="204201" y="2029217"/>
                  </a:lnTo>
                  <a:lnTo>
                    <a:pt x="229084" y="2067091"/>
                  </a:lnTo>
                  <a:lnTo>
                    <a:pt x="255215" y="2104046"/>
                  </a:lnTo>
                  <a:lnTo>
                    <a:pt x="282562" y="2140054"/>
                  </a:lnTo>
                  <a:lnTo>
                    <a:pt x="311096" y="2175084"/>
                  </a:lnTo>
                  <a:lnTo>
                    <a:pt x="340788" y="2209107"/>
                  </a:lnTo>
                  <a:lnTo>
                    <a:pt x="371606" y="2242092"/>
                  </a:lnTo>
                  <a:lnTo>
                    <a:pt x="403522" y="2274010"/>
                  </a:lnTo>
                  <a:lnTo>
                    <a:pt x="436506" y="2304831"/>
                  </a:lnTo>
                  <a:lnTo>
                    <a:pt x="470527" y="2334525"/>
                  </a:lnTo>
                  <a:lnTo>
                    <a:pt x="505555" y="2363062"/>
                  </a:lnTo>
                  <a:lnTo>
                    <a:pt x="541562" y="2390412"/>
                  </a:lnTo>
                  <a:lnTo>
                    <a:pt x="578517" y="2416545"/>
                  </a:lnTo>
                  <a:lnTo>
                    <a:pt x="616389" y="2441431"/>
                  </a:lnTo>
                  <a:lnTo>
                    <a:pt x="655150" y="2465041"/>
                  </a:lnTo>
                  <a:lnTo>
                    <a:pt x="694769" y="2487345"/>
                  </a:lnTo>
                  <a:lnTo>
                    <a:pt x="735217" y="2508312"/>
                  </a:lnTo>
                  <a:lnTo>
                    <a:pt x="776463" y="2527912"/>
                  </a:lnTo>
                  <a:lnTo>
                    <a:pt x="818478" y="2546117"/>
                  </a:lnTo>
                  <a:lnTo>
                    <a:pt x="861232" y="2562895"/>
                  </a:lnTo>
                  <a:lnTo>
                    <a:pt x="904695" y="2578217"/>
                  </a:lnTo>
                  <a:lnTo>
                    <a:pt x="948836" y="2592054"/>
                  </a:lnTo>
                  <a:lnTo>
                    <a:pt x="993627" y="2604374"/>
                  </a:lnTo>
                  <a:lnTo>
                    <a:pt x="1039038" y="2615149"/>
                  </a:lnTo>
                  <a:lnTo>
                    <a:pt x="1085037" y="2624348"/>
                  </a:lnTo>
                  <a:lnTo>
                    <a:pt x="1131597" y="2631942"/>
                  </a:lnTo>
                  <a:lnTo>
                    <a:pt x="1178685" y="2637900"/>
                  </a:lnTo>
                  <a:lnTo>
                    <a:pt x="1226274" y="2642193"/>
                  </a:lnTo>
                  <a:lnTo>
                    <a:pt x="1274333" y="2644791"/>
                  </a:lnTo>
                  <a:lnTo>
                    <a:pt x="1322831" y="2645663"/>
                  </a:lnTo>
                  <a:lnTo>
                    <a:pt x="1371322" y="2644791"/>
                  </a:lnTo>
                  <a:lnTo>
                    <a:pt x="1419373" y="2642193"/>
                  </a:lnTo>
                  <a:lnTo>
                    <a:pt x="1466955" y="2637900"/>
                  </a:lnTo>
                  <a:lnTo>
                    <a:pt x="1514038" y="2631942"/>
                  </a:lnTo>
                  <a:lnTo>
                    <a:pt x="1560592" y="2624348"/>
                  </a:lnTo>
                  <a:lnTo>
                    <a:pt x="1606587" y="2615149"/>
                  </a:lnTo>
                  <a:lnTo>
                    <a:pt x="1651993" y="2604374"/>
                  </a:lnTo>
                  <a:lnTo>
                    <a:pt x="1696781" y="2592054"/>
                  </a:lnTo>
                  <a:lnTo>
                    <a:pt x="1740920" y="2578217"/>
                  </a:lnTo>
                  <a:lnTo>
                    <a:pt x="1784380" y="2562895"/>
                  </a:lnTo>
                  <a:lnTo>
                    <a:pt x="1827132" y="2546117"/>
                  </a:lnTo>
                  <a:lnTo>
                    <a:pt x="1869145" y="2527912"/>
                  </a:lnTo>
                  <a:lnTo>
                    <a:pt x="1910390" y="2508312"/>
                  </a:lnTo>
                  <a:lnTo>
                    <a:pt x="1950837" y="2487345"/>
                  </a:lnTo>
                  <a:lnTo>
                    <a:pt x="1990456" y="2465041"/>
                  </a:lnTo>
                  <a:lnTo>
                    <a:pt x="2029217" y="2441431"/>
                  </a:lnTo>
                  <a:lnTo>
                    <a:pt x="2067091" y="2416545"/>
                  </a:lnTo>
                  <a:lnTo>
                    <a:pt x="2104046" y="2390412"/>
                  </a:lnTo>
                  <a:lnTo>
                    <a:pt x="2140054" y="2363062"/>
                  </a:lnTo>
                  <a:lnTo>
                    <a:pt x="2175084" y="2334525"/>
                  </a:lnTo>
                  <a:lnTo>
                    <a:pt x="2209107" y="2304831"/>
                  </a:lnTo>
                  <a:lnTo>
                    <a:pt x="2242092" y="2274010"/>
                  </a:lnTo>
                  <a:lnTo>
                    <a:pt x="2274010" y="2242092"/>
                  </a:lnTo>
                  <a:lnTo>
                    <a:pt x="2304831" y="2209107"/>
                  </a:lnTo>
                  <a:lnTo>
                    <a:pt x="2334525" y="2175084"/>
                  </a:lnTo>
                  <a:lnTo>
                    <a:pt x="2363062" y="2140054"/>
                  </a:lnTo>
                  <a:lnTo>
                    <a:pt x="2390412" y="2104046"/>
                  </a:lnTo>
                  <a:lnTo>
                    <a:pt x="2416545" y="2067091"/>
                  </a:lnTo>
                  <a:lnTo>
                    <a:pt x="2441431" y="2029217"/>
                  </a:lnTo>
                  <a:lnTo>
                    <a:pt x="2465041" y="1990456"/>
                  </a:lnTo>
                  <a:lnTo>
                    <a:pt x="2487345" y="1950837"/>
                  </a:lnTo>
                  <a:lnTo>
                    <a:pt x="2508312" y="1910390"/>
                  </a:lnTo>
                  <a:lnTo>
                    <a:pt x="2527912" y="1869145"/>
                  </a:lnTo>
                  <a:lnTo>
                    <a:pt x="2546117" y="1827132"/>
                  </a:lnTo>
                  <a:lnTo>
                    <a:pt x="2562895" y="1784380"/>
                  </a:lnTo>
                  <a:lnTo>
                    <a:pt x="2578217" y="1740920"/>
                  </a:lnTo>
                  <a:lnTo>
                    <a:pt x="2592054" y="1696781"/>
                  </a:lnTo>
                  <a:lnTo>
                    <a:pt x="2604374" y="1651993"/>
                  </a:lnTo>
                  <a:lnTo>
                    <a:pt x="2615149" y="1606587"/>
                  </a:lnTo>
                  <a:lnTo>
                    <a:pt x="2624348" y="1560592"/>
                  </a:lnTo>
                  <a:lnTo>
                    <a:pt x="2631942" y="1514038"/>
                  </a:lnTo>
                  <a:lnTo>
                    <a:pt x="2637900" y="1466955"/>
                  </a:lnTo>
                  <a:lnTo>
                    <a:pt x="2642193" y="1419373"/>
                  </a:lnTo>
                  <a:lnTo>
                    <a:pt x="2644791" y="1371322"/>
                  </a:lnTo>
                  <a:lnTo>
                    <a:pt x="2645664" y="1322831"/>
                  </a:lnTo>
                  <a:lnTo>
                    <a:pt x="2644791" y="1274333"/>
                  </a:lnTo>
                  <a:lnTo>
                    <a:pt x="2642193" y="1226274"/>
                  </a:lnTo>
                  <a:lnTo>
                    <a:pt x="2637900" y="1178685"/>
                  </a:lnTo>
                  <a:lnTo>
                    <a:pt x="2631942" y="1131597"/>
                  </a:lnTo>
                  <a:lnTo>
                    <a:pt x="2624348" y="1085037"/>
                  </a:lnTo>
                  <a:lnTo>
                    <a:pt x="2615149" y="1039038"/>
                  </a:lnTo>
                  <a:lnTo>
                    <a:pt x="2604374" y="993627"/>
                  </a:lnTo>
                  <a:lnTo>
                    <a:pt x="2592054" y="948836"/>
                  </a:lnTo>
                  <a:lnTo>
                    <a:pt x="2578217" y="904695"/>
                  </a:lnTo>
                  <a:lnTo>
                    <a:pt x="2562895" y="861232"/>
                  </a:lnTo>
                  <a:lnTo>
                    <a:pt x="2546117" y="818478"/>
                  </a:lnTo>
                  <a:lnTo>
                    <a:pt x="2527912" y="776463"/>
                  </a:lnTo>
                  <a:lnTo>
                    <a:pt x="2508312" y="735217"/>
                  </a:lnTo>
                  <a:lnTo>
                    <a:pt x="2487345" y="694769"/>
                  </a:lnTo>
                  <a:lnTo>
                    <a:pt x="2465041" y="655150"/>
                  </a:lnTo>
                  <a:lnTo>
                    <a:pt x="2441431" y="616389"/>
                  </a:lnTo>
                  <a:lnTo>
                    <a:pt x="2416545" y="578517"/>
                  </a:lnTo>
                  <a:lnTo>
                    <a:pt x="2390412" y="541562"/>
                  </a:lnTo>
                  <a:lnTo>
                    <a:pt x="2363062" y="505555"/>
                  </a:lnTo>
                  <a:lnTo>
                    <a:pt x="2334525" y="470527"/>
                  </a:lnTo>
                  <a:lnTo>
                    <a:pt x="2304831" y="436506"/>
                  </a:lnTo>
                  <a:lnTo>
                    <a:pt x="2274010" y="403522"/>
                  </a:lnTo>
                  <a:lnTo>
                    <a:pt x="2242092" y="371606"/>
                  </a:lnTo>
                  <a:lnTo>
                    <a:pt x="2209107" y="340788"/>
                  </a:lnTo>
                  <a:lnTo>
                    <a:pt x="2175084" y="311096"/>
                  </a:lnTo>
                  <a:lnTo>
                    <a:pt x="2140054" y="282562"/>
                  </a:lnTo>
                  <a:lnTo>
                    <a:pt x="2104046" y="255215"/>
                  </a:lnTo>
                  <a:lnTo>
                    <a:pt x="2067091" y="229084"/>
                  </a:lnTo>
                  <a:lnTo>
                    <a:pt x="2029217" y="204201"/>
                  </a:lnTo>
                  <a:lnTo>
                    <a:pt x="1990456" y="180593"/>
                  </a:lnTo>
                  <a:lnTo>
                    <a:pt x="1950837" y="158293"/>
                  </a:lnTo>
                  <a:lnTo>
                    <a:pt x="1910390" y="137329"/>
                  </a:lnTo>
                  <a:lnTo>
                    <a:pt x="1869145" y="117731"/>
                  </a:lnTo>
                  <a:lnTo>
                    <a:pt x="1827132" y="99529"/>
                  </a:lnTo>
                  <a:lnTo>
                    <a:pt x="1784380" y="82753"/>
                  </a:lnTo>
                  <a:lnTo>
                    <a:pt x="1740920" y="67433"/>
                  </a:lnTo>
                  <a:lnTo>
                    <a:pt x="1696781" y="53599"/>
                  </a:lnTo>
                  <a:lnTo>
                    <a:pt x="1651993" y="41281"/>
                  </a:lnTo>
                  <a:lnTo>
                    <a:pt x="1606587" y="30508"/>
                  </a:lnTo>
                  <a:lnTo>
                    <a:pt x="1560592" y="21310"/>
                  </a:lnTo>
                  <a:lnTo>
                    <a:pt x="1514038" y="13718"/>
                  </a:lnTo>
                  <a:lnTo>
                    <a:pt x="1466955" y="7761"/>
                  </a:lnTo>
                  <a:lnTo>
                    <a:pt x="1419373" y="3469"/>
                  </a:lnTo>
                  <a:lnTo>
                    <a:pt x="1371322" y="872"/>
                  </a:lnTo>
                  <a:lnTo>
                    <a:pt x="1322831" y="0"/>
                  </a:lnTo>
                  <a:close/>
                </a:path>
              </a:pathLst>
            </a:custGeom>
            <a:solidFill>
              <a:srgbClr val="155F82"/>
            </a:solidFill>
          </p:spPr>
          <p:txBody>
            <a:bodyPr wrap="square" lIns="0" tIns="0" rIns="0" bIns="0" rtlCol="0"/>
            <a:lstStyle/>
            <a:p>
              <a:endParaRPr/>
            </a:p>
          </p:txBody>
        </p:sp>
        <p:sp>
          <p:nvSpPr>
            <p:cNvPr id="5" name="object 5"/>
            <p:cNvSpPr/>
            <p:nvPr/>
          </p:nvSpPr>
          <p:spPr>
            <a:xfrm>
              <a:off x="3744341" y="1673351"/>
              <a:ext cx="806450" cy="935990"/>
            </a:xfrm>
            <a:custGeom>
              <a:avLst/>
              <a:gdLst/>
              <a:ahLst/>
              <a:cxnLst/>
              <a:rect l="l" t="t" r="r" b="b"/>
              <a:pathLst>
                <a:path w="806450" h="935989">
                  <a:moveTo>
                    <a:pt x="559308" y="0"/>
                  </a:moveTo>
                  <a:lnTo>
                    <a:pt x="517976" y="29149"/>
                  </a:lnTo>
                  <a:lnTo>
                    <a:pt x="477930" y="59745"/>
                  </a:lnTo>
                  <a:lnTo>
                    <a:pt x="439198" y="91743"/>
                  </a:lnTo>
                  <a:lnTo>
                    <a:pt x="401810" y="125097"/>
                  </a:lnTo>
                  <a:lnTo>
                    <a:pt x="365794" y="159762"/>
                  </a:lnTo>
                  <a:lnTo>
                    <a:pt x="331181" y="195694"/>
                  </a:lnTo>
                  <a:lnTo>
                    <a:pt x="297998" y="232847"/>
                  </a:lnTo>
                  <a:lnTo>
                    <a:pt x="266275" y="271177"/>
                  </a:lnTo>
                  <a:lnTo>
                    <a:pt x="236042" y="310639"/>
                  </a:lnTo>
                  <a:lnTo>
                    <a:pt x="207327" y="351188"/>
                  </a:lnTo>
                  <a:lnTo>
                    <a:pt x="180159" y="392778"/>
                  </a:lnTo>
                  <a:lnTo>
                    <a:pt x="154568" y="435366"/>
                  </a:lnTo>
                  <a:lnTo>
                    <a:pt x="130582" y="478906"/>
                  </a:lnTo>
                  <a:lnTo>
                    <a:pt x="108232" y="523352"/>
                  </a:lnTo>
                  <a:lnTo>
                    <a:pt x="87545" y="568661"/>
                  </a:lnTo>
                  <a:lnTo>
                    <a:pt x="68552" y="614788"/>
                  </a:lnTo>
                  <a:lnTo>
                    <a:pt x="51280" y="661686"/>
                  </a:lnTo>
                  <a:lnTo>
                    <a:pt x="35760" y="709313"/>
                  </a:lnTo>
                  <a:lnTo>
                    <a:pt x="22021" y="757621"/>
                  </a:lnTo>
                  <a:lnTo>
                    <a:pt x="10091" y="806568"/>
                  </a:lnTo>
                  <a:lnTo>
                    <a:pt x="0" y="856107"/>
                  </a:lnTo>
                  <a:lnTo>
                    <a:pt x="433578" y="935863"/>
                  </a:lnTo>
                  <a:lnTo>
                    <a:pt x="444139" y="886462"/>
                  </a:lnTo>
                  <a:lnTo>
                    <a:pt x="457438" y="837987"/>
                  </a:lnTo>
                  <a:lnTo>
                    <a:pt x="473408" y="790537"/>
                  </a:lnTo>
                  <a:lnTo>
                    <a:pt x="491982" y="744214"/>
                  </a:lnTo>
                  <a:lnTo>
                    <a:pt x="513095" y="699118"/>
                  </a:lnTo>
                  <a:lnTo>
                    <a:pt x="536681" y="655351"/>
                  </a:lnTo>
                  <a:lnTo>
                    <a:pt x="562673" y="613013"/>
                  </a:lnTo>
                  <a:lnTo>
                    <a:pt x="591006" y="572204"/>
                  </a:lnTo>
                  <a:lnTo>
                    <a:pt x="621613" y="533026"/>
                  </a:lnTo>
                  <a:lnTo>
                    <a:pt x="654428" y="495580"/>
                  </a:lnTo>
                  <a:lnTo>
                    <a:pt x="689385" y="459966"/>
                  </a:lnTo>
                  <a:lnTo>
                    <a:pt x="726419" y="426284"/>
                  </a:lnTo>
                  <a:lnTo>
                    <a:pt x="765462" y="394637"/>
                  </a:lnTo>
                  <a:lnTo>
                    <a:pt x="806450" y="365125"/>
                  </a:lnTo>
                  <a:lnTo>
                    <a:pt x="559308" y="0"/>
                  </a:lnTo>
                  <a:close/>
                </a:path>
              </a:pathLst>
            </a:custGeom>
            <a:solidFill>
              <a:srgbClr val="E97031"/>
            </a:solidFill>
          </p:spPr>
          <p:txBody>
            <a:bodyPr wrap="square" lIns="0" tIns="0" rIns="0" bIns="0" rtlCol="0"/>
            <a:lstStyle/>
            <a:p>
              <a:endParaRPr/>
            </a:p>
          </p:txBody>
        </p:sp>
        <p:sp>
          <p:nvSpPr>
            <p:cNvPr id="6" name="object 6"/>
            <p:cNvSpPr/>
            <p:nvPr/>
          </p:nvSpPr>
          <p:spPr>
            <a:xfrm>
              <a:off x="4303649" y="1445894"/>
              <a:ext cx="741680" cy="593090"/>
            </a:xfrm>
            <a:custGeom>
              <a:avLst/>
              <a:gdLst/>
              <a:ahLst/>
              <a:cxnLst/>
              <a:rect l="l" t="t" r="r" b="b"/>
              <a:pathLst>
                <a:path w="741679" h="593089">
                  <a:moveTo>
                    <a:pt x="741679" y="0"/>
                  </a:moveTo>
                  <a:lnTo>
                    <a:pt x="692181" y="926"/>
                  </a:lnTo>
                  <a:lnTo>
                    <a:pt x="642875" y="3694"/>
                  </a:lnTo>
                  <a:lnTo>
                    <a:pt x="593809" y="8290"/>
                  </a:lnTo>
                  <a:lnTo>
                    <a:pt x="545032" y="14698"/>
                  </a:lnTo>
                  <a:lnTo>
                    <a:pt x="496593" y="22903"/>
                  </a:lnTo>
                  <a:lnTo>
                    <a:pt x="448540" y="32890"/>
                  </a:lnTo>
                  <a:lnTo>
                    <a:pt x="400923" y="44644"/>
                  </a:lnTo>
                  <a:lnTo>
                    <a:pt x="353790" y="58150"/>
                  </a:lnTo>
                  <a:lnTo>
                    <a:pt x="307189" y="73392"/>
                  </a:lnTo>
                  <a:lnTo>
                    <a:pt x="261171" y="90357"/>
                  </a:lnTo>
                  <a:lnTo>
                    <a:pt x="215782" y="109028"/>
                  </a:lnTo>
                  <a:lnTo>
                    <a:pt x="171072" y="129391"/>
                  </a:lnTo>
                  <a:lnTo>
                    <a:pt x="127091" y="151430"/>
                  </a:lnTo>
                  <a:lnTo>
                    <a:pt x="83885" y="175131"/>
                  </a:lnTo>
                  <a:lnTo>
                    <a:pt x="41505" y="200478"/>
                  </a:lnTo>
                  <a:lnTo>
                    <a:pt x="0" y="227456"/>
                  </a:lnTo>
                  <a:lnTo>
                    <a:pt x="247141" y="592581"/>
                  </a:lnTo>
                  <a:lnTo>
                    <a:pt x="291719" y="564326"/>
                  </a:lnTo>
                  <a:lnTo>
                    <a:pt x="337734" y="538870"/>
                  </a:lnTo>
                  <a:lnTo>
                    <a:pt x="385054" y="516254"/>
                  </a:lnTo>
                  <a:lnTo>
                    <a:pt x="433545" y="496521"/>
                  </a:lnTo>
                  <a:lnTo>
                    <a:pt x="483076" y="479710"/>
                  </a:lnTo>
                  <a:lnTo>
                    <a:pt x="533513" y="465864"/>
                  </a:lnTo>
                  <a:lnTo>
                    <a:pt x="584725" y="455023"/>
                  </a:lnTo>
                  <a:lnTo>
                    <a:pt x="636578" y="447228"/>
                  </a:lnTo>
                  <a:lnTo>
                    <a:pt x="688941" y="442522"/>
                  </a:lnTo>
                  <a:lnTo>
                    <a:pt x="741679" y="440943"/>
                  </a:lnTo>
                  <a:lnTo>
                    <a:pt x="741679" y="0"/>
                  </a:lnTo>
                  <a:close/>
                </a:path>
              </a:pathLst>
            </a:custGeom>
            <a:solidFill>
              <a:srgbClr val="186B23"/>
            </a:solidFill>
          </p:spPr>
          <p:txBody>
            <a:bodyPr wrap="square" lIns="0" tIns="0" rIns="0" bIns="0" rtlCol="0"/>
            <a:lstStyle/>
            <a:p>
              <a:endParaRPr/>
            </a:p>
          </p:txBody>
        </p:sp>
        <p:sp>
          <p:nvSpPr>
            <p:cNvPr id="7" name="object 7"/>
            <p:cNvSpPr/>
            <p:nvPr/>
          </p:nvSpPr>
          <p:spPr>
            <a:xfrm>
              <a:off x="3281553" y="1004950"/>
              <a:ext cx="3528060" cy="3528060"/>
            </a:xfrm>
            <a:custGeom>
              <a:avLst/>
              <a:gdLst/>
              <a:ahLst/>
              <a:cxnLst/>
              <a:rect l="l" t="t" r="r" b="b"/>
              <a:pathLst>
                <a:path w="3528059" h="3528060">
                  <a:moveTo>
                    <a:pt x="1763776" y="0"/>
                  </a:moveTo>
                  <a:lnTo>
                    <a:pt x="1763776" y="440944"/>
                  </a:lnTo>
                  <a:lnTo>
                    <a:pt x="1811973" y="441825"/>
                  </a:lnTo>
                  <a:lnTo>
                    <a:pt x="1860066" y="444463"/>
                  </a:lnTo>
                  <a:lnTo>
                    <a:pt x="1908013" y="448844"/>
                  </a:lnTo>
                  <a:lnTo>
                    <a:pt x="1955771" y="454956"/>
                  </a:lnTo>
                  <a:lnTo>
                    <a:pt x="2003298" y="462788"/>
                  </a:lnTo>
                  <a:lnTo>
                    <a:pt x="2050829" y="472430"/>
                  </a:lnTo>
                  <a:lnTo>
                    <a:pt x="2097616" y="483688"/>
                  </a:lnTo>
                  <a:lnTo>
                    <a:pt x="2143635" y="496528"/>
                  </a:lnTo>
                  <a:lnTo>
                    <a:pt x="2188861" y="510915"/>
                  </a:lnTo>
                  <a:lnTo>
                    <a:pt x="2233270" y="526814"/>
                  </a:lnTo>
                  <a:lnTo>
                    <a:pt x="2276839" y="544190"/>
                  </a:lnTo>
                  <a:lnTo>
                    <a:pt x="2319543" y="563009"/>
                  </a:lnTo>
                  <a:lnTo>
                    <a:pt x="2361359" y="583235"/>
                  </a:lnTo>
                  <a:lnTo>
                    <a:pt x="2402262" y="604834"/>
                  </a:lnTo>
                  <a:lnTo>
                    <a:pt x="2442229" y="627772"/>
                  </a:lnTo>
                  <a:lnTo>
                    <a:pt x="2481236" y="652013"/>
                  </a:lnTo>
                  <a:lnTo>
                    <a:pt x="2519258" y="677522"/>
                  </a:lnTo>
                  <a:lnTo>
                    <a:pt x="2556272" y="704265"/>
                  </a:lnTo>
                  <a:lnTo>
                    <a:pt x="2592253" y="732207"/>
                  </a:lnTo>
                  <a:lnTo>
                    <a:pt x="2627178" y="761313"/>
                  </a:lnTo>
                  <a:lnTo>
                    <a:pt x="2661023" y="791548"/>
                  </a:lnTo>
                  <a:lnTo>
                    <a:pt x="2693763" y="822878"/>
                  </a:lnTo>
                  <a:lnTo>
                    <a:pt x="2725375" y="855268"/>
                  </a:lnTo>
                  <a:lnTo>
                    <a:pt x="2755834" y="888683"/>
                  </a:lnTo>
                  <a:lnTo>
                    <a:pt x="2785118" y="923088"/>
                  </a:lnTo>
                  <a:lnTo>
                    <a:pt x="2813201" y="958449"/>
                  </a:lnTo>
                  <a:lnTo>
                    <a:pt x="2840060" y="994730"/>
                  </a:lnTo>
                  <a:lnTo>
                    <a:pt x="2865671" y="1031898"/>
                  </a:lnTo>
                  <a:lnTo>
                    <a:pt x="2890009" y="1069916"/>
                  </a:lnTo>
                  <a:lnTo>
                    <a:pt x="2913051" y="1108751"/>
                  </a:lnTo>
                  <a:lnTo>
                    <a:pt x="2934773" y="1148367"/>
                  </a:lnTo>
                  <a:lnTo>
                    <a:pt x="2955151" y="1188730"/>
                  </a:lnTo>
                  <a:lnTo>
                    <a:pt x="2974161" y="1229805"/>
                  </a:lnTo>
                  <a:lnTo>
                    <a:pt x="2991779" y="1271557"/>
                  </a:lnTo>
                  <a:lnTo>
                    <a:pt x="3007980" y="1313951"/>
                  </a:lnTo>
                  <a:lnTo>
                    <a:pt x="3022742" y="1356953"/>
                  </a:lnTo>
                  <a:lnTo>
                    <a:pt x="3036039" y="1400528"/>
                  </a:lnTo>
                  <a:lnTo>
                    <a:pt x="3047849" y="1444640"/>
                  </a:lnTo>
                  <a:lnTo>
                    <a:pt x="3058146" y="1489257"/>
                  </a:lnTo>
                  <a:lnTo>
                    <a:pt x="3066907" y="1534341"/>
                  </a:lnTo>
                  <a:lnTo>
                    <a:pt x="3074109" y="1579859"/>
                  </a:lnTo>
                  <a:lnTo>
                    <a:pt x="3079726" y="1625776"/>
                  </a:lnTo>
                  <a:lnTo>
                    <a:pt x="3083735" y="1672057"/>
                  </a:lnTo>
                  <a:lnTo>
                    <a:pt x="3086113" y="1718668"/>
                  </a:lnTo>
                  <a:lnTo>
                    <a:pt x="3086834" y="1765573"/>
                  </a:lnTo>
                  <a:lnTo>
                    <a:pt x="3085876" y="1812737"/>
                  </a:lnTo>
                  <a:lnTo>
                    <a:pt x="3083214" y="1860127"/>
                  </a:lnTo>
                  <a:lnTo>
                    <a:pt x="3078823" y="1907707"/>
                  </a:lnTo>
                  <a:lnTo>
                    <a:pt x="3072681" y="1955442"/>
                  </a:lnTo>
                  <a:lnTo>
                    <a:pt x="3064764" y="2003298"/>
                  </a:lnTo>
                  <a:lnTo>
                    <a:pt x="3055121" y="2050829"/>
                  </a:lnTo>
                  <a:lnTo>
                    <a:pt x="3043862" y="2097616"/>
                  </a:lnTo>
                  <a:lnTo>
                    <a:pt x="3031021" y="2143635"/>
                  </a:lnTo>
                  <a:lnTo>
                    <a:pt x="3016633" y="2188861"/>
                  </a:lnTo>
                  <a:lnTo>
                    <a:pt x="3000733" y="2233270"/>
                  </a:lnTo>
                  <a:lnTo>
                    <a:pt x="2983355" y="2276839"/>
                  </a:lnTo>
                  <a:lnTo>
                    <a:pt x="2964534" y="2319543"/>
                  </a:lnTo>
                  <a:lnTo>
                    <a:pt x="2944306" y="2361359"/>
                  </a:lnTo>
                  <a:lnTo>
                    <a:pt x="2922704" y="2402262"/>
                  </a:lnTo>
                  <a:lnTo>
                    <a:pt x="2899765" y="2442229"/>
                  </a:lnTo>
                  <a:lnTo>
                    <a:pt x="2875521" y="2481236"/>
                  </a:lnTo>
                  <a:lnTo>
                    <a:pt x="2850009" y="2519258"/>
                  </a:lnTo>
                  <a:lnTo>
                    <a:pt x="2823264" y="2556272"/>
                  </a:lnTo>
                  <a:lnTo>
                    <a:pt x="2795319" y="2592253"/>
                  </a:lnTo>
                  <a:lnTo>
                    <a:pt x="2766210" y="2627178"/>
                  </a:lnTo>
                  <a:lnTo>
                    <a:pt x="2735972" y="2661023"/>
                  </a:lnTo>
                  <a:lnTo>
                    <a:pt x="2704639" y="2693763"/>
                  </a:lnTo>
                  <a:lnTo>
                    <a:pt x="2672246" y="2725375"/>
                  </a:lnTo>
                  <a:lnTo>
                    <a:pt x="2638828" y="2755834"/>
                  </a:lnTo>
                  <a:lnTo>
                    <a:pt x="2604421" y="2785118"/>
                  </a:lnTo>
                  <a:lnTo>
                    <a:pt x="2569058" y="2813201"/>
                  </a:lnTo>
                  <a:lnTo>
                    <a:pt x="2532774" y="2840060"/>
                  </a:lnTo>
                  <a:lnTo>
                    <a:pt x="2495605" y="2865671"/>
                  </a:lnTo>
                  <a:lnTo>
                    <a:pt x="2457584" y="2890009"/>
                  </a:lnTo>
                  <a:lnTo>
                    <a:pt x="2418748" y="2913051"/>
                  </a:lnTo>
                  <a:lnTo>
                    <a:pt x="2379131" y="2934773"/>
                  </a:lnTo>
                  <a:lnTo>
                    <a:pt x="2338766" y="2955151"/>
                  </a:lnTo>
                  <a:lnTo>
                    <a:pt x="2297691" y="2974161"/>
                  </a:lnTo>
                  <a:lnTo>
                    <a:pt x="2255938" y="2991779"/>
                  </a:lnTo>
                  <a:lnTo>
                    <a:pt x="2213544" y="3007980"/>
                  </a:lnTo>
                  <a:lnTo>
                    <a:pt x="2170542" y="3022742"/>
                  </a:lnTo>
                  <a:lnTo>
                    <a:pt x="2126968" y="3036039"/>
                  </a:lnTo>
                  <a:lnTo>
                    <a:pt x="2082856" y="3047849"/>
                  </a:lnTo>
                  <a:lnTo>
                    <a:pt x="2038241" y="3058146"/>
                  </a:lnTo>
                  <a:lnTo>
                    <a:pt x="1993159" y="3066907"/>
                  </a:lnTo>
                  <a:lnTo>
                    <a:pt x="1947643" y="3074109"/>
                  </a:lnTo>
                  <a:lnTo>
                    <a:pt x="1901729" y="3079726"/>
                  </a:lnTo>
                  <a:lnTo>
                    <a:pt x="1855451" y="3083735"/>
                  </a:lnTo>
                  <a:lnTo>
                    <a:pt x="1808845" y="3086113"/>
                  </a:lnTo>
                  <a:lnTo>
                    <a:pt x="1761945" y="3086834"/>
                  </a:lnTo>
                  <a:lnTo>
                    <a:pt x="1714786" y="3085876"/>
                  </a:lnTo>
                  <a:lnTo>
                    <a:pt x="1667402" y="3083214"/>
                  </a:lnTo>
                  <a:lnTo>
                    <a:pt x="1619829" y="3078823"/>
                  </a:lnTo>
                  <a:lnTo>
                    <a:pt x="1572101" y="3072681"/>
                  </a:lnTo>
                  <a:lnTo>
                    <a:pt x="1524254" y="3064764"/>
                  </a:lnTo>
                  <a:lnTo>
                    <a:pt x="1476714" y="3055121"/>
                  </a:lnTo>
                  <a:lnTo>
                    <a:pt x="1429919" y="3043862"/>
                  </a:lnTo>
                  <a:lnTo>
                    <a:pt x="1383894" y="3031021"/>
                  </a:lnTo>
                  <a:lnTo>
                    <a:pt x="1338662" y="3016633"/>
                  </a:lnTo>
                  <a:lnTo>
                    <a:pt x="1294248" y="3000733"/>
                  </a:lnTo>
                  <a:lnTo>
                    <a:pt x="1250674" y="2983355"/>
                  </a:lnTo>
                  <a:lnTo>
                    <a:pt x="1207966" y="2964534"/>
                  </a:lnTo>
                  <a:lnTo>
                    <a:pt x="1166146" y="2944306"/>
                  </a:lnTo>
                  <a:lnTo>
                    <a:pt x="1125240" y="2922704"/>
                  </a:lnTo>
                  <a:lnTo>
                    <a:pt x="1085270" y="2899765"/>
                  </a:lnTo>
                  <a:lnTo>
                    <a:pt x="1046262" y="2875521"/>
                  </a:lnTo>
                  <a:lnTo>
                    <a:pt x="1008238" y="2850009"/>
                  </a:lnTo>
                  <a:lnTo>
                    <a:pt x="971224" y="2823264"/>
                  </a:lnTo>
                  <a:lnTo>
                    <a:pt x="935242" y="2795319"/>
                  </a:lnTo>
                  <a:lnTo>
                    <a:pt x="900317" y="2766210"/>
                  </a:lnTo>
                  <a:lnTo>
                    <a:pt x="866472" y="2735972"/>
                  </a:lnTo>
                  <a:lnTo>
                    <a:pt x="833732" y="2704639"/>
                  </a:lnTo>
                  <a:lnTo>
                    <a:pt x="802121" y="2672246"/>
                  </a:lnTo>
                  <a:lnTo>
                    <a:pt x="771663" y="2638828"/>
                  </a:lnTo>
                  <a:lnTo>
                    <a:pt x="742381" y="2604421"/>
                  </a:lnTo>
                  <a:lnTo>
                    <a:pt x="714299" y="2569058"/>
                  </a:lnTo>
                  <a:lnTo>
                    <a:pt x="687442" y="2532774"/>
                  </a:lnTo>
                  <a:lnTo>
                    <a:pt x="661834" y="2495605"/>
                  </a:lnTo>
                  <a:lnTo>
                    <a:pt x="637498" y="2457584"/>
                  </a:lnTo>
                  <a:lnTo>
                    <a:pt x="614458" y="2418748"/>
                  </a:lnTo>
                  <a:lnTo>
                    <a:pt x="592738" y="2379131"/>
                  </a:lnTo>
                  <a:lnTo>
                    <a:pt x="572363" y="2338766"/>
                  </a:lnTo>
                  <a:lnTo>
                    <a:pt x="553356" y="2297691"/>
                  </a:lnTo>
                  <a:lnTo>
                    <a:pt x="535741" y="2255938"/>
                  </a:lnTo>
                  <a:lnTo>
                    <a:pt x="519542" y="2213544"/>
                  </a:lnTo>
                  <a:lnTo>
                    <a:pt x="504784" y="2170542"/>
                  </a:lnTo>
                  <a:lnTo>
                    <a:pt x="491489" y="2126968"/>
                  </a:lnTo>
                  <a:lnTo>
                    <a:pt x="479682" y="2082856"/>
                  </a:lnTo>
                  <a:lnTo>
                    <a:pt x="469388" y="2038241"/>
                  </a:lnTo>
                  <a:lnTo>
                    <a:pt x="460629" y="1993159"/>
                  </a:lnTo>
                  <a:lnTo>
                    <a:pt x="453430" y="1947643"/>
                  </a:lnTo>
                  <a:lnTo>
                    <a:pt x="447815" y="1901729"/>
                  </a:lnTo>
                  <a:lnTo>
                    <a:pt x="443808" y="1855451"/>
                  </a:lnTo>
                  <a:lnTo>
                    <a:pt x="441432" y="1808845"/>
                  </a:lnTo>
                  <a:lnTo>
                    <a:pt x="440712" y="1761945"/>
                  </a:lnTo>
                  <a:lnTo>
                    <a:pt x="441672" y="1714786"/>
                  </a:lnTo>
                  <a:lnTo>
                    <a:pt x="444336" y="1667402"/>
                  </a:lnTo>
                  <a:lnTo>
                    <a:pt x="448727" y="1619829"/>
                  </a:lnTo>
                  <a:lnTo>
                    <a:pt x="454869" y="1572101"/>
                  </a:lnTo>
                  <a:lnTo>
                    <a:pt x="462788" y="1524253"/>
                  </a:lnTo>
                  <a:lnTo>
                    <a:pt x="29210" y="1444371"/>
                  </a:lnTo>
                  <a:lnTo>
                    <a:pt x="20299" y="1497187"/>
                  </a:lnTo>
                  <a:lnTo>
                    <a:pt x="13001" y="1550209"/>
                  </a:lnTo>
                  <a:lnTo>
                    <a:pt x="7318" y="1603406"/>
                  </a:lnTo>
                  <a:lnTo>
                    <a:pt x="3254" y="1656752"/>
                  </a:lnTo>
                  <a:lnTo>
                    <a:pt x="814" y="1710218"/>
                  </a:lnTo>
                  <a:lnTo>
                    <a:pt x="0" y="1763776"/>
                  </a:lnTo>
                  <a:lnTo>
                    <a:pt x="655" y="1812324"/>
                  </a:lnTo>
                  <a:lnTo>
                    <a:pt x="2609" y="1860547"/>
                  </a:lnTo>
                  <a:lnTo>
                    <a:pt x="5846" y="1908430"/>
                  </a:lnTo>
                  <a:lnTo>
                    <a:pt x="10349" y="1955955"/>
                  </a:lnTo>
                  <a:lnTo>
                    <a:pt x="16101" y="2003106"/>
                  </a:lnTo>
                  <a:lnTo>
                    <a:pt x="23085" y="2049865"/>
                  </a:lnTo>
                  <a:lnTo>
                    <a:pt x="31284" y="2096216"/>
                  </a:lnTo>
                  <a:lnTo>
                    <a:pt x="40681" y="2142142"/>
                  </a:lnTo>
                  <a:lnTo>
                    <a:pt x="51260" y="2187626"/>
                  </a:lnTo>
                  <a:lnTo>
                    <a:pt x="63004" y="2232651"/>
                  </a:lnTo>
                  <a:lnTo>
                    <a:pt x="75896" y="2277201"/>
                  </a:lnTo>
                  <a:lnTo>
                    <a:pt x="89920" y="2321259"/>
                  </a:lnTo>
                  <a:lnTo>
                    <a:pt x="105057" y="2364807"/>
                  </a:lnTo>
                  <a:lnTo>
                    <a:pt x="121292" y="2407830"/>
                  </a:lnTo>
                  <a:lnTo>
                    <a:pt x="138608" y="2450310"/>
                  </a:lnTo>
                  <a:lnTo>
                    <a:pt x="156988" y="2492230"/>
                  </a:lnTo>
                  <a:lnTo>
                    <a:pt x="176415" y="2533574"/>
                  </a:lnTo>
                  <a:lnTo>
                    <a:pt x="196872" y="2574325"/>
                  </a:lnTo>
                  <a:lnTo>
                    <a:pt x="218343" y="2614466"/>
                  </a:lnTo>
                  <a:lnTo>
                    <a:pt x="240810" y="2653980"/>
                  </a:lnTo>
                  <a:lnTo>
                    <a:pt x="264258" y="2692850"/>
                  </a:lnTo>
                  <a:lnTo>
                    <a:pt x="288668" y="2731060"/>
                  </a:lnTo>
                  <a:lnTo>
                    <a:pt x="314025" y="2768593"/>
                  </a:lnTo>
                  <a:lnTo>
                    <a:pt x="340311" y="2805432"/>
                  </a:lnTo>
                  <a:lnTo>
                    <a:pt x="367509" y="2841559"/>
                  </a:lnTo>
                  <a:lnTo>
                    <a:pt x="395604" y="2876960"/>
                  </a:lnTo>
                  <a:lnTo>
                    <a:pt x="424577" y="2911615"/>
                  </a:lnTo>
                  <a:lnTo>
                    <a:pt x="454413" y="2945510"/>
                  </a:lnTo>
                  <a:lnTo>
                    <a:pt x="485094" y="2978626"/>
                  </a:lnTo>
                  <a:lnTo>
                    <a:pt x="516604" y="3010947"/>
                  </a:lnTo>
                  <a:lnTo>
                    <a:pt x="548925" y="3042457"/>
                  </a:lnTo>
                  <a:lnTo>
                    <a:pt x="582041" y="3073138"/>
                  </a:lnTo>
                  <a:lnTo>
                    <a:pt x="615936" y="3102974"/>
                  </a:lnTo>
                  <a:lnTo>
                    <a:pt x="650591" y="3131947"/>
                  </a:lnTo>
                  <a:lnTo>
                    <a:pt x="685992" y="3160042"/>
                  </a:lnTo>
                  <a:lnTo>
                    <a:pt x="722119" y="3187240"/>
                  </a:lnTo>
                  <a:lnTo>
                    <a:pt x="758958" y="3213526"/>
                  </a:lnTo>
                  <a:lnTo>
                    <a:pt x="796491" y="3238883"/>
                  </a:lnTo>
                  <a:lnTo>
                    <a:pt x="834701" y="3263293"/>
                  </a:lnTo>
                  <a:lnTo>
                    <a:pt x="873571" y="3286741"/>
                  </a:lnTo>
                  <a:lnTo>
                    <a:pt x="913085" y="3309208"/>
                  </a:lnTo>
                  <a:lnTo>
                    <a:pt x="953226" y="3330679"/>
                  </a:lnTo>
                  <a:lnTo>
                    <a:pt x="993977" y="3351136"/>
                  </a:lnTo>
                  <a:lnTo>
                    <a:pt x="1035321" y="3370563"/>
                  </a:lnTo>
                  <a:lnTo>
                    <a:pt x="1077241" y="3388943"/>
                  </a:lnTo>
                  <a:lnTo>
                    <a:pt x="1119721" y="3406259"/>
                  </a:lnTo>
                  <a:lnTo>
                    <a:pt x="1162744" y="3422494"/>
                  </a:lnTo>
                  <a:lnTo>
                    <a:pt x="1206292" y="3437631"/>
                  </a:lnTo>
                  <a:lnTo>
                    <a:pt x="1250350" y="3451655"/>
                  </a:lnTo>
                  <a:lnTo>
                    <a:pt x="1294900" y="3464547"/>
                  </a:lnTo>
                  <a:lnTo>
                    <a:pt x="1339925" y="3476291"/>
                  </a:lnTo>
                  <a:lnTo>
                    <a:pt x="1385409" y="3486870"/>
                  </a:lnTo>
                  <a:lnTo>
                    <a:pt x="1431335" y="3496267"/>
                  </a:lnTo>
                  <a:lnTo>
                    <a:pt x="1477686" y="3504466"/>
                  </a:lnTo>
                  <a:lnTo>
                    <a:pt x="1524445" y="3511450"/>
                  </a:lnTo>
                  <a:lnTo>
                    <a:pt x="1571596" y="3517202"/>
                  </a:lnTo>
                  <a:lnTo>
                    <a:pt x="1619121" y="3521705"/>
                  </a:lnTo>
                  <a:lnTo>
                    <a:pt x="1667004" y="3524942"/>
                  </a:lnTo>
                  <a:lnTo>
                    <a:pt x="1715227" y="3526896"/>
                  </a:lnTo>
                  <a:lnTo>
                    <a:pt x="1763776" y="3527552"/>
                  </a:lnTo>
                  <a:lnTo>
                    <a:pt x="1812324" y="3526896"/>
                  </a:lnTo>
                  <a:lnTo>
                    <a:pt x="1860547" y="3524942"/>
                  </a:lnTo>
                  <a:lnTo>
                    <a:pt x="1908430" y="3521705"/>
                  </a:lnTo>
                  <a:lnTo>
                    <a:pt x="1955955" y="3517202"/>
                  </a:lnTo>
                  <a:lnTo>
                    <a:pt x="2003106" y="3511450"/>
                  </a:lnTo>
                  <a:lnTo>
                    <a:pt x="2049865" y="3504466"/>
                  </a:lnTo>
                  <a:lnTo>
                    <a:pt x="2096216" y="3496267"/>
                  </a:lnTo>
                  <a:lnTo>
                    <a:pt x="2142142" y="3486870"/>
                  </a:lnTo>
                  <a:lnTo>
                    <a:pt x="2187626" y="3476291"/>
                  </a:lnTo>
                  <a:lnTo>
                    <a:pt x="2232651" y="3464547"/>
                  </a:lnTo>
                  <a:lnTo>
                    <a:pt x="2277201" y="3451655"/>
                  </a:lnTo>
                  <a:lnTo>
                    <a:pt x="2321259" y="3437631"/>
                  </a:lnTo>
                  <a:lnTo>
                    <a:pt x="2364807" y="3422494"/>
                  </a:lnTo>
                  <a:lnTo>
                    <a:pt x="2407830" y="3406259"/>
                  </a:lnTo>
                  <a:lnTo>
                    <a:pt x="2450310" y="3388943"/>
                  </a:lnTo>
                  <a:lnTo>
                    <a:pt x="2492230" y="3370563"/>
                  </a:lnTo>
                  <a:lnTo>
                    <a:pt x="2533574" y="3351136"/>
                  </a:lnTo>
                  <a:lnTo>
                    <a:pt x="2574325" y="3330679"/>
                  </a:lnTo>
                  <a:lnTo>
                    <a:pt x="2614466" y="3309208"/>
                  </a:lnTo>
                  <a:lnTo>
                    <a:pt x="2653980" y="3286741"/>
                  </a:lnTo>
                  <a:lnTo>
                    <a:pt x="2692850" y="3263293"/>
                  </a:lnTo>
                  <a:lnTo>
                    <a:pt x="2731060" y="3238883"/>
                  </a:lnTo>
                  <a:lnTo>
                    <a:pt x="2768593" y="3213526"/>
                  </a:lnTo>
                  <a:lnTo>
                    <a:pt x="2805432" y="3187240"/>
                  </a:lnTo>
                  <a:lnTo>
                    <a:pt x="2841559" y="3160042"/>
                  </a:lnTo>
                  <a:lnTo>
                    <a:pt x="2876960" y="3131947"/>
                  </a:lnTo>
                  <a:lnTo>
                    <a:pt x="2911615" y="3102974"/>
                  </a:lnTo>
                  <a:lnTo>
                    <a:pt x="2945510" y="3073138"/>
                  </a:lnTo>
                  <a:lnTo>
                    <a:pt x="2978626" y="3042457"/>
                  </a:lnTo>
                  <a:lnTo>
                    <a:pt x="3010947" y="3010947"/>
                  </a:lnTo>
                  <a:lnTo>
                    <a:pt x="3042457" y="2978626"/>
                  </a:lnTo>
                  <a:lnTo>
                    <a:pt x="3073138" y="2945510"/>
                  </a:lnTo>
                  <a:lnTo>
                    <a:pt x="3102974" y="2911615"/>
                  </a:lnTo>
                  <a:lnTo>
                    <a:pt x="3131947" y="2876960"/>
                  </a:lnTo>
                  <a:lnTo>
                    <a:pt x="3160042" y="2841559"/>
                  </a:lnTo>
                  <a:lnTo>
                    <a:pt x="3187240" y="2805432"/>
                  </a:lnTo>
                  <a:lnTo>
                    <a:pt x="3213526" y="2768593"/>
                  </a:lnTo>
                  <a:lnTo>
                    <a:pt x="3238883" y="2731060"/>
                  </a:lnTo>
                  <a:lnTo>
                    <a:pt x="3263293" y="2692850"/>
                  </a:lnTo>
                  <a:lnTo>
                    <a:pt x="3286741" y="2653980"/>
                  </a:lnTo>
                  <a:lnTo>
                    <a:pt x="3309208" y="2614466"/>
                  </a:lnTo>
                  <a:lnTo>
                    <a:pt x="3330679" y="2574325"/>
                  </a:lnTo>
                  <a:lnTo>
                    <a:pt x="3351136" y="2533574"/>
                  </a:lnTo>
                  <a:lnTo>
                    <a:pt x="3370563" y="2492230"/>
                  </a:lnTo>
                  <a:lnTo>
                    <a:pt x="3388943" y="2450310"/>
                  </a:lnTo>
                  <a:lnTo>
                    <a:pt x="3406259" y="2407830"/>
                  </a:lnTo>
                  <a:lnTo>
                    <a:pt x="3422494" y="2364807"/>
                  </a:lnTo>
                  <a:lnTo>
                    <a:pt x="3437631" y="2321259"/>
                  </a:lnTo>
                  <a:lnTo>
                    <a:pt x="3451655" y="2277201"/>
                  </a:lnTo>
                  <a:lnTo>
                    <a:pt x="3464547" y="2232651"/>
                  </a:lnTo>
                  <a:lnTo>
                    <a:pt x="3476291" y="2187626"/>
                  </a:lnTo>
                  <a:lnTo>
                    <a:pt x="3486870" y="2142142"/>
                  </a:lnTo>
                  <a:lnTo>
                    <a:pt x="3496267" y="2096216"/>
                  </a:lnTo>
                  <a:lnTo>
                    <a:pt x="3504466" y="2049865"/>
                  </a:lnTo>
                  <a:lnTo>
                    <a:pt x="3511450" y="2003106"/>
                  </a:lnTo>
                  <a:lnTo>
                    <a:pt x="3517202" y="1955955"/>
                  </a:lnTo>
                  <a:lnTo>
                    <a:pt x="3521705" y="1908430"/>
                  </a:lnTo>
                  <a:lnTo>
                    <a:pt x="3524942" y="1860547"/>
                  </a:lnTo>
                  <a:lnTo>
                    <a:pt x="3526896" y="1812324"/>
                  </a:lnTo>
                  <a:lnTo>
                    <a:pt x="3527552" y="1763776"/>
                  </a:lnTo>
                  <a:lnTo>
                    <a:pt x="3526896" y="1715227"/>
                  </a:lnTo>
                  <a:lnTo>
                    <a:pt x="3524942" y="1667004"/>
                  </a:lnTo>
                  <a:lnTo>
                    <a:pt x="3521705" y="1619121"/>
                  </a:lnTo>
                  <a:lnTo>
                    <a:pt x="3517202" y="1571596"/>
                  </a:lnTo>
                  <a:lnTo>
                    <a:pt x="3511450" y="1524445"/>
                  </a:lnTo>
                  <a:lnTo>
                    <a:pt x="3504466" y="1477686"/>
                  </a:lnTo>
                  <a:lnTo>
                    <a:pt x="3496267" y="1431335"/>
                  </a:lnTo>
                  <a:lnTo>
                    <a:pt x="3486870" y="1385409"/>
                  </a:lnTo>
                  <a:lnTo>
                    <a:pt x="3476291" y="1339925"/>
                  </a:lnTo>
                  <a:lnTo>
                    <a:pt x="3464547" y="1294900"/>
                  </a:lnTo>
                  <a:lnTo>
                    <a:pt x="3451655" y="1250350"/>
                  </a:lnTo>
                  <a:lnTo>
                    <a:pt x="3437631" y="1206292"/>
                  </a:lnTo>
                  <a:lnTo>
                    <a:pt x="3422494" y="1162744"/>
                  </a:lnTo>
                  <a:lnTo>
                    <a:pt x="3406259" y="1119721"/>
                  </a:lnTo>
                  <a:lnTo>
                    <a:pt x="3388943" y="1077241"/>
                  </a:lnTo>
                  <a:lnTo>
                    <a:pt x="3370563" y="1035321"/>
                  </a:lnTo>
                  <a:lnTo>
                    <a:pt x="3351136" y="993977"/>
                  </a:lnTo>
                  <a:lnTo>
                    <a:pt x="3330679" y="953226"/>
                  </a:lnTo>
                  <a:lnTo>
                    <a:pt x="3309208" y="913085"/>
                  </a:lnTo>
                  <a:lnTo>
                    <a:pt x="3286741" y="873571"/>
                  </a:lnTo>
                  <a:lnTo>
                    <a:pt x="3263293" y="834701"/>
                  </a:lnTo>
                  <a:lnTo>
                    <a:pt x="3238883" y="796491"/>
                  </a:lnTo>
                  <a:lnTo>
                    <a:pt x="3213526" y="758958"/>
                  </a:lnTo>
                  <a:lnTo>
                    <a:pt x="3187240" y="722119"/>
                  </a:lnTo>
                  <a:lnTo>
                    <a:pt x="3160042" y="685992"/>
                  </a:lnTo>
                  <a:lnTo>
                    <a:pt x="3131947" y="650591"/>
                  </a:lnTo>
                  <a:lnTo>
                    <a:pt x="3102974" y="615936"/>
                  </a:lnTo>
                  <a:lnTo>
                    <a:pt x="3073138" y="582041"/>
                  </a:lnTo>
                  <a:lnTo>
                    <a:pt x="3042457" y="548925"/>
                  </a:lnTo>
                  <a:lnTo>
                    <a:pt x="3010947" y="516604"/>
                  </a:lnTo>
                  <a:lnTo>
                    <a:pt x="2978626" y="485094"/>
                  </a:lnTo>
                  <a:lnTo>
                    <a:pt x="2945510" y="454413"/>
                  </a:lnTo>
                  <a:lnTo>
                    <a:pt x="2911615" y="424577"/>
                  </a:lnTo>
                  <a:lnTo>
                    <a:pt x="2876960" y="395604"/>
                  </a:lnTo>
                  <a:lnTo>
                    <a:pt x="2841559" y="367509"/>
                  </a:lnTo>
                  <a:lnTo>
                    <a:pt x="2805432" y="340311"/>
                  </a:lnTo>
                  <a:lnTo>
                    <a:pt x="2768593" y="314025"/>
                  </a:lnTo>
                  <a:lnTo>
                    <a:pt x="2731060" y="288668"/>
                  </a:lnTo>
                  <a:lnTo>
                    <a:pt x="2692850" y="264258"/>
                  </a:lnTo>
                  <a:lnTo>
                    <a:pt x="2653980" y="240810"/>
                  </a:lnTo>
                  <a:lnTo>
                    <a:pt x="2614466" y="218343"/>
                  </a:lnTo>
                  <a:lnTo>
                    <a:pt x="2574325" y="196872"/>
                  </a:lnTo>
                  <a:lnTo>
                    <a:pt x="2533574" y="176415"/>
                  </a:lnTo>
                  <a:lnTo>
                    <a:pt x="2492230" y="156988"/>
                  </a:lnTo>
                  <a:lnTo>
                    <a:pt x="2450310" y="138608"/>
                  </a:lnTo>
                  <a:lnTo>
                    <a:pt x="2407830" y="121292"/>
                  </a:lnTo>
                  <a:lnTo>
                    <a:pt x="2364807" y="105057"/>
                  </a:lnTo>
                  <a:lnTo>
                    <a:pt x="2321259" y="89920"/>
                  </a:lnTo>
                  <a:lnTo>
                    <a:pt x="2277201" y="75896"/>
                  </a:lnTo>
                  <a:lnTo>
                    <a:pt x="2232651" y="63004"/>
                  </a:lnTo>
                  <a:lnTo>
                    <a:pt x="2187626" y="51260"/>
                  </a:lnTo>
                  <a:lnTo>
                    <a:pt x="2142142" y="40681"/>
                  </a:lnTo>
                  <a:lnTo>
                    <a:pt x="2096216" y="31284"/>
                  </a:lnTo>
                  <a:lnTo>
                    <a:pt x="2049865" y="23085"/>
                  </a:lnTo>
                  <a:lnTo>
                    <a:pt x="2003106" y="16101"/>
                  </a:lnTo>
                  <a:lnTo>
                    <a:pt x="1955955" y="10349"/>
                  </a:lnTo>
                  <a:lnTo>
                    <a:pt x="1908430" y="5846"/>
                  </a:lnTo>
                  <a:lnTo>
                    <a:pt x="1860547" y="2609"/>
                  </a:lnTo>
                  <a:lnTo>
                    <a:pt x="1812324" y="655"/>
                  </a:lnTo>
                  <a:lnTo>
                    <a:pt x="1763776" y="0"/>
                  </a:lnTo>
                  <a:close/>
                </a:path>
              </a:pathLst>
            </a:custGeom>
            <a:solidFill>
              <a:srgbClr val="155F82"/>
            </a:solidFill>
          </p:spPr>
          <p:txBody>
            <a:bodyPr wrap="square" lIns="0" tIns="0" rIns="0" bIns="0" rtlCol="0"/>
            <a:lstStyle/>
            <a:p>
              <a:endParaRPr/>
            </a:p>
          </p:txBody>
        </p:sp>
        <p:sp>
          <p:nvSpPr>
            <p:cNvPr id="8" name="object 8"/>
            <p:cNvSpPr/>
            <p:nvPr/>
          </p:nvSpPr>
          <p:spPr>
            <a:xfrm>
              <a:off x="3310763" y="1308099"/>
              <a:ext cx="993140" cy="1221105"/>
            </a:xfrm>
            <a:custGeom>
              <a:avLst/>
              <a:gdLst/>
              <a:ahLst/>
              <a:cxnLst/>
              <a:rect l="l" t="t" r="r" b="b"/>
              <a:pathLst>
                <a:path w="993139" h="1221105">
                  <a:moveTo>
                    <a:pt x="745871" y="0"/>
                  </a:moveTo>
                  <a:lnTo>
                    <a:pt x="704392" y="28953"/>
                  </a:lnTo>
                  <a:lnTo>
                    <a:pt x="663871" y="58999"/>
                  </a:lnTo>
                  <a:lnTo>
                    <a:pt x="624322" y="90114"/>
                  </a:lnTo>
                  <a:lnTo>
                    <a:pt x="585762" y="122272"/>
                  </a:lnTo>
                  <a:lnTo>
                    <a:pt x="548208" y="155447"/>
                  </a:lnTo>
                  <a:lnTo>
                    <a:pt x="511677" y="189615"/>
                  </a:lnTo>
                  <a:lnTo>
                    <a:pt x="476184" y="224750"/>
                  </a:lnTo>
                  <a:lnTo>
                    <a:pt x="441747" y="260826"/>
                  </a:lnTo>
                  <a:lnTo>
                    <a:pt x="408381" y="297820"/>
                  </a:lnTo>
                  <a:lnTo>
                    <a:pt x="376104" y="335704"/>
                  </a:lnTo>
                  <a:lnTo>
                    <a:pt x="344931" y="374454"/>
                  </a:lnTo>
                  <a:lnTo>
                    <a:pt x="314880" y="414045"/>
                  </a:lnTo>
                  <a:lnTo>
                    <a:pt x="285966" y="454452"/>
                  </a:lnTo>
                  <a:lnTo>
                    <a:pt x="258206" y="495649"/>
                  </a:lnTo>
                  <a:lnTo>
                    <a:pt x="231618" y="537610"/>
                  </a:lnTo>
                  <a:lnTo>
                    <a:pt x="206216" y="580312"/>
                  </a:lnTo>
                  <a:lnTo>
                    <a:pt x="182018" y="623727"/>
                  </a:lnTo>
                  <a:lnTo>
                    <a:pt x="159040" y="667832"/>
                  </a:lnTo>
                  <a:lnTo>
                    <a:pt x="137299" y="712601"/>
                  </a:lnTo>
                  <a:lnTo>
                    <a:pt x="116811" y="758008"/>
                  </a:lnTo>
                  <a:lnTo>
                    <a:pt x="97593" y="804029"/>
                  </a:lnTo>
                  <a:lnTo>
                    <a:pt x="79661" y="850637"/>
                  </a:lnTo>
                  <a:lnTo>
                    <a:pt x="63031" y="897808"/>
                  </a:lnTo>
                  <a:lnTo>
                    <a:pt x="47721" y="945517"/>
                  </a:lnTo>
                  <a:lnTo>
                    <a:pt x="33746" y="993738"/>
                  </a:lnTo>
                  <a:lnTo>
                    <a:pt x="21123" y="1042446"/>
                  </a:lnTo>
                  <a:lnTo>
                    <a:pt x="9869" y="1091616"/>
                  </a:lnTo>
                  <a:lnTo>
                    <a:pt x="0" y="1141222"/>
                  </a:lnTo>
                  <a:lnTo>
                    <a:pt x="433577" y="1221104"/>
                  </a:lnTo>
                  <a:lnTo>
                    <a:pt x="443687" y="1171566"/>
                  </a:lnTo>
                  <a:lnTo>
                    <a:pt x="455635" y="1122623"/>
                  </a:lnTo>
                  <a:lnTo>
                    <a:pt x="469392" y="1074318"/>
                  </a:lnTo>
                  <a:lnTo>
                    <a:pt x="484929" y="1026697"/>
                  </a:lnTo>
                  <a:lnTo>
                    <a:pt x="502217" y="979804"/>
                  </a:lnTo>
                  <a:lnTo>
                    <a:pt x="521226" y="933685"/>
                  </a:lnTo>
                  <a:lnTo>
                    <a:pt x="541927" y="888383"/>
                  </a:lnTo>
                  <a:lnTo>
                    <a:pt x="564291" y="843945"/>
                  </a:lnTo>
                  <a:lnTo>
                    <a:pt x="588289" y="800414"/>
                  </a:lnTo>
                  <a:lnTo>
                    <a:pt x="613891" y="757835"/>
                  </a:lnTo>
                  <a:lnTo>
                    <a:pt x="641068" y="716254"/>
                  </a:lnTo>
                  <a:lnTo>
                    <a:pt x="669790" y="675714"/>
                  </a:lnTo>
                  <a:lnTo>
                    <a:pt x="700029" y="636261"/>
                  </a:lnTo>
                  <a:lnTo>
                    <a:pt x="731755" y="597939"/>
                  </a:lnTo>
                  <a:lnTo>
                    <a:pt x="764938" y="560793"/>
                  </a:lnTo>
                  <a:lnTo>
                    <a:pt x="799550" y="524869"/>
                  </a:lnTo>
                  <a:lnTo>
                    <a:pt x="835562" y="490209"/>
                  </a:lnTo>
                  <a:lnTo>
                    <a:pt x="872943" y="456861"/>
                  </a:lnTo>
                  <a:lnTo>
                    <a:pt x="911664" y="424867"/>
                  </a:lnTo>
                  <a:lnTo>
                    <a:pt x="951697" y="394273"/>
                  </a:lnTo>
                  <a:lnTo>
                    <a:pt x="993013" y="365125"/>
                  </a:lnTo>
                  <a:lnTo>
                    <a:pt x="745871" y="0"/>
                  </a:lnTo>
                  <a:close/>
                </a:path>
              </a:pathLst>
            </a:custGeom>
            <a:solidFill>
              <a:srgbClr val="E97031"/>
            </a:solidFill>
          </p:spPr>
          <p:txBody>
            <a:bodyPr wrap="square" lIns="0" tIns="0" rIns="0" bIns="0" rtlCol="0"/>
            <a:lstStyle/>
            <a:p>
              <a:endParaRPr/>
            </a:p>
          </p:txBody>
        </p:sp>
        <p:sp>
          <p:nvSpPr>
            <p:cNvPr id="9" name="object 9"/>
            <p:cNvSpPr/>
            <p:nvPr/>
          </p:nvSpPr>
          <p:spPr>
            <a:xfrm>
              <a:off x="4056634" y="1004950"/>
              <a:ext cx="988694" cy="668655"/>
            </a:xfrm>
            <a:custGeom>
              <a:avLst/>
              <a:gdLst/>
              <a:ahLst/>
              <a:cxnLst/>
              <a:rect l="l" t="t" r="r" b="b"/>
              <a:pathLst>
                <a:path w="988695" h="668655">
                  <a:moveTo>
                    <a:pt x="988694" y="0"/>
                  </a:moveTo>
                  <a:lnTo>
                    <a:pt x="938407" y="716"/>
                  </a:lnTo>
                  <a:lnTo>
                    <a:pt x="888258" y="2860"/>
                  </a:lnTo>
                  <a:lnTo>
                    <a:pt x="838275" y="6422"/>
                  </a:lnTo>
                  <a:lnTo>
                    <a:pt x="788488" y="11393"/>
                  </a:lnTo>
                  <a:lnTo>
                    <a:pt x="738925" y="17766"/>
                  </a:lnTo>
                  <a:lnTo>
                    <a:pt x="689615" y="25531"/>
                  </a:lnTo>
                  <a:lnTo>
                    <a:pt x="640587" y="34680"/>
                  </a:lnTo>
                  <a:lnTo>
                    <a:pt x="591871" y="45203"/>
                  </a:lnTo>
                  <a:lnTo>
                    <a:pt x="543494" y="57093"/>
                  </a:lnTo>
                  <a:lnTo>
                    <a:pt x="495486" y="70340"/>
                  </a:lnTo>
                  <a:lnTo>
                    <a:pt x="447876" y="84935"/>
                  </a:lnTo>
                  <a:lnTo>
                    <a:pt x="400693" y="100871"/>
                  </a:lnTo>
                  <a:lnTo>
                    <a:pt x="353964" y="118138"/>
                  </a:lnTo>
                  <a:lnTo>
                    <a:pt x="307720" y="136727"/>
                  </a:lnTo>
                  <a:lnTo>
                    <a:pt x="261990" y="156630"/>
                  </a:lnTo>
                  <a:lnTo>
                    <a:pt x="216801" y="177838"/>
                  </a:lnTo>
                  <a:lnTo>
                    <a:pt x="172183" y="200342"/>
                  </a:lnTo>
                  <a:lnTo>
                    <a:pt x="128165" y="224134"/>
                  </a:lnTo>
                  <a:lnTo>
                    <a:pt x="84776" y="249205"/>
                  </a:lnTo>
                  <a:lnTo>
                    <a:pt x="42045" y="275546"/>
                  </a:lnTo>
                  <a:lnTo>
                    <a:pt x="0" y="303149"/>
                  </a:lnTo>
                  <a:lnTo>
                    <a:pt x="247141" y="668274"/>
                  </a:lnTo>
                  <a:lnTo>
                    <a:pt x="288646" y="641317"/>
                  </a:lnTo>
                  <a:lnTo>
                    <a:pt x="331022" y="615990"/>
                  </a:lnTo>
                  <a:lnTo>
                    <a:pt x="374221" y="592306"/>
                  </a:lnTo>
                  <a:lnTo>
                    <a:pt x="418195" y="570281"/>
                  </a:lnTo>
                  <a:lnTo>
                    <a:pt x="462895" y="549931"/>
                  </a:lnTo>
                  <a:lnTo>
                    <a:pt x="508272" y="531270"/>
                  </a:lnTo>
                  <a:lnTo>
                    <a:pt x="554280" y="514314"/>
                  </a:lnTo>
                  <a:lnTo>
                    <a:pt x="600868" y="499078"/>
                  </a:lnTo>
                  <a:lnTo>
                    <a:pt x="647990" y="485577"/>
                  </a:lnTo>
                  <a:lnTo>
                    <a:pt x="695595" y="473827"/>
                  </a:lnTo>
                  <a:lnTo>
                    <a:pt x="743637" y="463843"/>
                  </a:lnTo>
                  <a:lnTo>
                    <a:pt x="792067" y="455640"/>
                  </a:lnTo>
                  <a:lnTo>
                    <a:pt x="840836" y="449233"/>
                  </a:lnTo>
                  <a:lnTo>
                    <a:pt x="889895" y="444638"/>
                  </a:lnTo>
                  <a:lnTo>
                    <a:pt x="939198" y="441870"/>
                  </a:lnTo>
                  <a:lnTo>
                    <a:pt x="988694" y="440944"/>
                  </a:lnTo>
                  <a:lnTo>
                    <a:pt x="988694" y="0"/>
                  </a:lnTo>
                  <a:close/>
                </a:path>
              </a:pathLst>
            </a:custGeom>
            <a:solidFill>
              <a:srgbClr val="186B23"/>
            </a:solidFill>
          </p:spPr>
          <p:txBody>
            <a:bodyPr wrap="square" lIns="0" tIns="0" rIns="0" bIns="0" rtlCol="0"/>
            <a:lstStyle/>
            <a:p>
              <a:endParaRPr/>
            </a:p>
          </p:txBody>
        </p:sp>
      </p:grpSp>
      <p:sp>
        <p:nvSpPr>
          <p:cNvPr id="10" name="object 10"/>
          <p:cNvSpPr/>
          <p:nvPr/>
        </p:nvSpPr>
        <p:spPr>
          <a:xfrm>
            <a:off x="9410700" y="25050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155F82"/>
          </a:solidFill>
        </p:spPr>
        <p:txBody>
          <a:bodyPr wrap="square" lIns="0" tIns="0" rIns="0" bIns="0" rtlCol="0"/>
          <a:lstStyle/>
          <a:p>
            <a:endParaRPr/>
          </a:p>
        </p:txBody>
      </p:sp>
      <p:sp>
        <p:nvSpPr>
          <p:cNvPr id="11" name="object 11"/>
          <p:cNvSpPr txBox="1"/>
          <p:nvPr/>
        </p:nvSpPr>
        <p:spPr>
          <a:xfrm>
            <a:off x="9508870" y="2364168"/>
            <a:ext cx="804545" cy="715645"/>
          </a:xfrm>
          <a:prstGeom prst="rect">
            <a:avLst/>
          </a:prstGeom>
        </p:spPr>
        <p:txBody>
          <a:bodyPr vert="horz" wrap="square" lIns="0" tIns="12065" rIns="0" bIns="0" rtlCol="0">
            <a:spAutoFit/>
          </a:bodyPr>
          <a:lstStyle/>
          <a:p>
            <a:pPr marL="12700" marR="232410">
              <a:lnSpc>
                <a:spcPct val="158800"/>
              </a:lnSpc>
              <a:spcBef>
                <a:spcPts val="95"/>
              </a:spcBef>
            </a:pPr>
            <a:r>
              <a:rPr sz="950" spc="-10" dirty="0">
                <a:latin typeface="Trebuchet MS"/>
                <a:cs typeface="Trebuchet MS"/>
              </a:rPr>
              <a:t>Pharmacy Nursing</a:t>
            </a:r>
            <a:endParaRPr sz="950">
              <a:latin typeface="Trebuchet MS"/>
              <a:cs typeface="Trebuchet MS"/>
            </a:endParaRPr>
          </a:p>
          <a:p>
            <a:pPr marL="12700">
              <a:lnSpc>
                <a:spcPct val="100000"/>
              </a:lnSpc>
              <a:spcBef>
                <a:spcPts val="670"/>
              </a:spcBef>
            </a:pPr>
            <a:r>
              <a:rPr sz="950" spc="-10" dirty="0">
                <a:latin typeface="Trebuchet MS"/>
                <a:cs typeface="Trebuchet MS"/>
              </a:rPr>
              <a:t>Physiotherapy</a:t>
            </a:r>
            <a:endParaRPr sz="950">
              <a:latin typeface="Trebuchet MS"/>
              <a:cs typeface="Trebuchet MS"/>
            </a:endParaRPr>
          </a:p>
        </p:txBody>
      </p:sp>
      <p:sp>
        <p:nvSpPr>
          <p:cNvPr id="12" name="object 12"/>
          <p:cNvSpPr/>
          <p:nvPr/>
        </p:nvSpPr>
        <p:spPr>
          <a:xfrm>
            <a:off x="9410700" y="27336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E97031"/>
          </a:solidFill>
        </p:spPr>
        <p:txBody>
          <a:bodyPr wrap="square" lIns="0" tIns="0" rIns="0" bIns="0" rtlCol="0"/>
          <a:lstStyle/>
          <a:p>
            <a:endParaRPr/>
          </a:p>
        </p:txBody>
      </p:sp>
      <p:sp>
        <p:nvSpPr>
          <p:cNvPr id="13" name="object 13"/>
          <p:cNvSpPr/>
          <p:nvPr/>
        </p:nvSpPr>
        <p:spPr>
          <a:xfrm>
            <a:off x="9410700" y="29622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186B23"/>
          </a:solidFill>
        </p:spPr>
        <p:txBody>
          <a:bodyPr wrap="square" lIns="0" tIns="0" rIns="0" bIns="0" rtlCol="0"/>
          <a:lstStyle/>
          <a:p>
            <a:endParaRPr/>
          </a:p>
        </p:txBody>
      </p:sp>
      <p:sp>
        <p:nvSpPr>
          <p:cNvPr id="14" name="object 14"/>
          <p:cNvSpPr txBox="1"/>
          <p:nvPr/>
        </p:nvSpPr>
        <p:spPr>
          <a:xfrm>
            <a:off x="917575" y="4692586"/>
            <a:ext cx="10380980" cy="1130300"/>
          </a:xfrm>
          <a:prstGeom prst="rect">
            <a:avLst/>
          </a:prstGeom>
        </p:spPr>
        <p:txBody>
          <a:bodyPr vert="horz" wrap="square" lIns="0" tIns="10160" rIns="0" bIns="0" rtlCol="0">
            <a:spAutoFit/>
          </a:bodyPr>
          <a:lstStyle/>
          <a:p>
            <a:pPr marL="12700" marR="5080" indent="151130">
              <a:lnSpc>
                <a:spcPct val="100899"/>
              </a:lnSpc>
              <a:spcBef>
                <a:spcPts val="80"/>
              </a:spcBef>
              <a:buChar char="•"/>
              <a:tabLst>
                <a:tab pos="163830" algn="l"/>
              </a:tabLst>
            </a:pPr>
            <a:r>
              <a:rPr sz="1800" spc="-20" dirty="0">
                <a:latin typeface="Trebuchet MS"/>
                <a:cs typeface="Trebuchet MS"/>
              </a:rPr>
              <a:t>Out</a:t>
            </a:r>
            <a:r>
              <a:rPr sz="1800" spc="-85" dirty="0">
                <a:latin typeface="Trebuchet MS"/>
                <a:cs typeface="Trebuchet MS"/>
              </a:rPr>
              <a:t> </a:t>
            </a:r>
            <a:r>
              <a:rPr sz="1800" spc="-65" dirty="0">
                <a:latin typeface="Trebuchet MS"/>
                <a:cs typeface="Trebuchet MS"/>
              </a:rPr>
              <a:t>of</a:t>
            </a:r>
            <a:r>
              <a:rPr sz="1800" spc="-125" dirty="0">
                <a:latin typeface="Trebuchet MS"/>
                <a:cs typeface="Trebuchet MS"/>
              </a:rPr>
              <a:t> </a:t>
            </a:r>
            <a:r>
              <a:rPr sz="1800" dirty="0">
                <a:latin typeface="Trebuchet MS"/>
                <a:cs typeface="Trebuchet MS"/>
              </a:rPr>
              <a:t>380</a:t>
            </a:r>
            <a:r>
              <a:rPr sz="1800" spc="-170" dirty="0">
                <a:latin typeface="Trebuchet MS"/>
                <a:cs typeface="Trebuchet MS"/>
              </a:rPr>
              <a:t> </a:t>
            </a:r>
            <a:r>
              <a:rPr sz="1800" spc="-25" dirty="0">
                <a:latin typeface="Trebuchet MS"/>
                <a:cs typeface="Trebuchet MS"/>
              </a:rPr>
              <a:t>respondents,</a:t>
            </a:r>
            <a:r>
              <a:rPr sz="1800" spc="-95" dirty="0">
                <a:latin typeface="Trebuchet MS"/>
                <a:cs typeface="Trebuchet MS"/>
              </a:rPr>
              <a:t> </a:t>
            </a:r>
            <a:r>
              <a:rPr sz="1800" dirty="0">
                <a:latin typeface="Trebuchet MS"/>
                <a:cs typeface="Trebuchet MS"/>
              </a:rPr>
              <a:t>77.9%</a:t>
            </a:r>
            <a:r>
              <a:rPr sz="1800" spc="-90" dirty="0">
                <a:latin typeface="Trebuchet MS"/>
                <a:cs typeface="Trebuchet MS"/>
              </a:rPr>
              <a:t> </a:t>
            </a:r>
            <a:r>
              <a:rPr sz="1800" spc="-60" dirty="0">
                <a:latin typeface="Trebuchet MS"/>
                <a:cs typeface="Trebuchet MS"/>
              </a:rPr>
              <a:t>were</a:t>
            </a:r>
            <a:r>
              <a:rPr sz="1800" spc="-160" dirty="0">
                <a:latin typeface="Trebuchet MS"/>
                <a:cs typeface="Trebuchet MS"/>
              </a:rPr>
              <a:t> </a:t>
            </a:r>
            <a:r>
              <a:rPr sz="1800" spc="-25" dirty="0">
                <a:latin typeface="Trebuchet MS"/>
                <a:cs typeface="Trebuchet MS"/>
              </a:rPr>
              <a:t>pharmacy</a:t>
            </a:r>
            <a:r>
              <a:rPr sz="1800" spc="-90" dirty="0">
                <a:latin typeface="Trebuchet MS"/>
                <a:cs typeface="Trebuchet MS"/>
              </a:rPr>
              <a:t> </a:t>
            </a:r>
            <a:r>
              <a:rPr sz="1800" spc="-30" dirty="0">
                <a:latin typeface="Trebuchet MS"/>
                <a:cs typeface="Trebuchet MS"/>
              </a:rPr>
              <a:t>students,</a:t>
            </a:r>
            <a:r>
              <a:rPr sz="1800" spc="-90" dirty="0">
                <a:latin typeface="Trebuchet MS"/>
                <a:cs typeface="Trebuchet MS"/>
              </a:rPr>
              <a:t> </a:t>
            </a:r>
            <a:r>
              <a:rPr sz="1800" dirty="0">
                <a:latin typeface="Trebuchet MS"/>
                <a:cs typeface="Trebuchet MS"/>
              </a:rPr>
              <a:t>12.6%</a:t>
            </a:r>
            <a:r>
              <a:rPr sz="1800" spc="-90" dirty="0">
                <a:latin typeface="Trebuchet MS"/>
                <a:cs typeface="Trebuchet MS"/>
              </a:rPr>
              <a:t> </a:t>
            </a:r>
            <a:r>
              <a:rPr sz="1800" spc="-80" dirty="0">
                <a:latin typeface="Trebuchet MS"/>
                <a:cs typeface="Trebuchet MS"/>
              </a:rPr>
              <a:t>were</a:t>
            </a:r>
            <a:r>
              <a:rPr sz="1800" spc="-70" dirty="0">
                <a:latin typeface="Trebuchet MS"/>
                <a:cs typeface="Trebuchet MS"/>
              </a:rPr>
              <a:t> </a:t>
            </a:r>
            <a:r>
              <a:rPr sz="1800" spc="-60" dirty="0">
                <a:latin typeface="Trebuchet MS"/>
                <a:cs typeface="Trebuchet MS"/>
              </a:rPr>
              <a:t>from</a:t>
            </a:r>
            <a:r>
              <a:rPr sz="1800" spc="-145" dirty="0">
                <a:latin typeface="Trebuchet MS"/>
                <a:cs typeface="Trebuchet MS"/>
              </a:rPr>
              <a:t> </a:t>
            </a:r>
            <a:r>
              <a:rPr sz="1800" spc="-35" dirty="0">
                <a:latin typeface="Trebuchet MS"/>
                <a:cs typeface="Trebuchet MS"/>
              </a:rPr>
              <a:t>nursing,</a:t>
            </a:r>
            <a:r>
              <a:rPr sz="1800" spc="-175" dirty="0">
                <a:latin typeface="Trebuchet MS"/>
                <a:cs typeface="Trebuchet MS"/>
              </a:rPr>
              <a:t> </a:t>
            </a:r>
            <a:r>
              <a:rPr sz="1800" dirty="0">
                <a:latin typeface="Trebuchet MS"/>
                <a:cs typeface="Trebuchet MS"/>
              </a:rPr>
              <a:t>and</a:t>
            </a:r>
            <a:r>
              <a:rPr sz="1800" spc="-55" dirty="0">
                <a:latin typeface="Trebuchet MS"/>
                <a:cs typeface="Trebuchet MS"/>
              </a:rPr>
              <a:t> </a:t>
            </a:r>
            <a:r>
              <a:rPr sz="1800" spc="55" dirty="0">
                <a:latin typeface="Trebuchet MS"/>
                <a:cs typeface="Trebuchet MS"/>
              </a:rPr>
              <a:t>9.5%</a:t>
            </a:r>
            <a:r>
              <a:rPr sz="1800" spc="-90" dirty="0">
                <a:latin typeface="Trebuchet MS"/>
                <a:cs typeface="Trebuchet MS"/>
              </a:rPr>
              <a:t> </a:t>
            </a:r>
            <a:r>
              <a:rPr sz="1800" spc="-20" dirty="0">
                <a:latin typeface="Trebuchet MS"/>
                <a:cs typeface="Trebuchet MS"/>
              </a:rPr>
              <a:t>from </a:t>
            </a:r>
            <a:r>
              <a:rPr sz="1800" spc="-60" dirty="0">
                <a:latin typeface="Trebuchet MS"/>
                <a:cs typeface="Trebuchet MS"/>
              </a:rPr>
              <a:t>physiotherapy.</a:t>
            </a:r>
            <a:r>
              <a:rPr sz="1800" spc="-114" dirty="0">
                <a:latin typeface="Trebuchet MS"/>
                <a:cs typeface="Trebuchet MS"/>
              </a:rPr>
              <a:t> </a:t>
            </a:r>
            <a:r>
              <a:rPr sz="1800" spc="-50" dirty="0">
                <a:latin typeface="Trebuchet MS"/>
                <a:cs typeface="Trebuchet MS"/>
              </a:rPr>
              <a:t>This</a:t>
            </a:r>
            <a:r>
              <a:rPr sz="1800" spc="-90" dirty="0">
                <a:latin typeface="Trebuchet MS"/>
                <a:cs typeface="Trebuchet MS"/>
              </a:rPr>
              <a:t> </a:t>
            </a:r>
            <a:r>
              <a:rPr sz="1800" spc="-50" dirty="0">
                <a:latin typeface="Trebuchet MS"/>
                <a:cs typeface="Trebuchet MS"/>
              </a:rPr>
              <a:t>distribution</a:t>
            </a:r>
            <a:r>
              <a:rPr sz="1800" spc="-145" dirty="0">
                <a:latin typeface="Trebuchet MS"/>
                <a:cs typeface="Trebuchet MS"/>
              </a:rPr>
              <a:t> </a:t>
            </a:r>
            <a:r>
              <a:rPr sz="1800" spc="-50" dirty="0">
                <a:latin typeface="Trebuchet MS"/>
                <a:cs typeface="Trebuchet MS"/>
              </a:rPr>
              <a:t>reflects</a:t>
            </a:r>
            <a:r>
              <a:rPr sz="1800" spc="-175" dirty="0">
                <a:latin typeface="Trebuchet MS"/>
                <a:cs typeface="Trebuchet MS"/>
              </a:rPr>
              <a:t> </a:t>
            </a:r>
            <a:r>
              <a:rPr sz="1800" spc="-60" dirty="0">
                <a:latin typeface="Trebuchet MS"/>
                <a:cs typeface="Trebuchet MS"/>
              </a:rPr>
              <a:t>the</a:t>
            </a:r>
            <a:r>
              <a:rPr sz="1800" spc="-90" dirty="0">
                <a:latin typeface="Trebuchet MS"/>
                <a:cs typeface="Trebuchet MS"/>
              </a:rPr>
              <a:t> </a:t>
            </a:r>
            <a:r>
              <a:rPr sz="1800" spc="-10" dirty="0">
                <a:latin typeface="Trebuchet MS"/>
                <a:cs typeface="Trebuchet MS"/>
              </a:rPr>
              <a:t>academic</a:t>
            </a:r>
            <a:r>
              <a:rPr sz="1800" spc="-90" dirty="0">
                <a:latin typeface="Trebuchet MS"/>
                <a:cs typeface="Trebuchet MS"/>
              </a:rPr>
              <a:t> </a:t>
            </a:r>
            <a:r>
              <a:rPr sz="1800" spc="-70" dirty="0">
                <a:latin typeface="Trebuchet MS"/>
                <a:cs typeface="Trebuchet MS"/>
              </a:rPr>
              <a:t>diversity</a:t>
            </a:r>
            <a:r>
              <a:rPr sz="1800" spc="-110" dirty="0">
                <a:latin typeface="Trebuchet MS"/>
                <a:cs typeface="Trebuchet MS"/>
              </a:rPr>
              <a:t> </a:t>
            </a:r>
            <a:r>
              <a:rPr sz="1800" spc="-65" dirty="0">
                <a:latin typeface="Trebuchet MS"/>
                <a:cs typeface="Trebuchet MS"/>
              </a:rPr>
              <a:t>within</a:t>
            </a:r>
            <a:r>
              <a:rPr sz="1800" spc="-140" dirty="0">
                <a:latin typeface="Trebuchet MS"/>
                <a:cs typeface="Trebuchet MS"/>
              </a:rPr>
              <a:t> </a:t>
            </a:r>
            <a:r>
              <a:rPr sz="1800" spc="-60" dirty="0">
                <a:latin typeface="Trebuchet MS"/>
                <a:cs typeface="Trebuchet MS"/>
              </a:rPr>
              <a:t>the</a:t>
            </a:r>
            <a:r>
              <a:rPr sz="1800" spc="-180" dirty="0">
                <a:latin typeface="Trebuchet MS"/>
                <a:cs typeface="Trebuchet MS"/>
              </a:rPr>
              <a:t> </a:t>
            </a:r>
            <a:r>
              <a:rPr sz="1800" spc="-40" dirty="0">
                <a:latin typeface="Trebuchet MS"/>
                <a:cs typeface="Trebuchet MS"/>
              </a:rPr>
              <a:t>healthcare</a:t>
            </a:r>
            <a:r>
              <a:rPr sz="1800" spc="-95" dirty="0">
                <a:latin typeface="Trebuchet MS"/>
                <a:cs typeface="Trebuchet MS"/>
              </a:rPr>
              <a:t> </a:t>
            </a:r>
            <a:r>
              <a:rPr sz="1800" spc="-90" dirty="0">
                <a:latin typeface="Trebuchet MS"/>
                <a:cs typeface="Trebuchet MS"/>
              </a:rPr>
              <a:t>field,</a:t>
            </a:r>
            <a:r>
              <a:rPr sz="1800" spc="-200" dirty="0">
                <a:latin typeface="Trebuchet MS"/>
                <a:cs typeface="Trebuchet MS"/>
              </a:rPr>
              <a:t> </a:t>
            </a:r>
            <a:r>
              <a:rPr sz="1800" spc="-70" dirty="0">
                <a:latin typeface="Trebuchet MS"/>
                <a:cs typeface="Trebuchet MS"/>
              </a:rPr>
              <a:t>with</a:t>
            </a:r>
            <a:r>
              <a:rPr sz="1800" spc="-140" dirty="0">
                <a:latin typeface="Trebuchet MS"/>
                <a:cs typeface="Trebuchet MS"/>
              </a:rPr>
              <a:t> </a:t>
            </a:r>
            <a:r>
              <a:rPr sz="1800" spc="-10" dirty="0">
                <a:latin typeface="Trebuchet MS"/>
                <a:cs typeface="Trebuchet MS"/>
              </a:rPr>
              <a:t>pharmacy students</a:t>
            </a:r>
            <a:r>
              <a:rPr sz="1800" spc="-185" dirty="0">
                <a:latin typeface="Trebuchet MS"/>
                <a:cs typeface="Trebuchet MS"/>
              </a:rPr>
              <a:t> </a:t>
            </a:r>
            <a:r>
              <a:rPr sz="1800" spc="-50" dirty="0">
                <a:latin typeface="Trebuchet MS"/>
                <a:cs typeface="Trebuchet MS"/>
              </a:rPr>
              <a:t>forming</a:t>
            </a:r>
            <a:r>
              <a:rPr sz="1800" spc="-175" dirty="0">
                <a:latin typeface="Trebuchet MS"/>
                <a:cs typeface="Trebuchet MS"/>
              </a:rPr>
              <a:t> </a:t>
            </a:r>
            <a:r>
              <a:rPr sz="1800" spc="-60" dirty="0">
                <a:latin typeface="Trebuchet MS"/>
                <a:cs typeface="Trebuchet MS"/>
              </a:rPr>
              <a:t>the</a:t>
            </a:r>
            <a:r>
              <a:rPr sz="1800" spc="-95" dirty="0">
                <a:latin typeface="Trebuchet MS"/>
                <a:cs typeface="Trebuchet MS"/>
              </a:rPr>
              <a:t> </a:t>
            </a:r>
            <a:r>
              <a:rPr sz="1800" spc="-30" dirty="0">
                <a:latin typeface="Trebuchet MS"/>
                <a:cs typeface="Trebuchet MS"/>
              </a:rPr>
              <a:t>dominant</a:t>
            </a:r>
            <a:r>
              <a:rPr sz="1800" spc="-190" dirty="0">
                <a:latin typeface="Trebuchet MS"/>
                <a:cs typeface="Trebuchet MS"/>
              </a:rPr>
              <a:t> </a:t>
            </a:r>
            <a:r>
              <a:rPr sz="1800" spc="-55" dirty="0">
                <a:latin typeface="Trebuchet MS"/>
                <a:cs typeface="Trebuchet MS"/>
              </a:rPr>
              <a:t>group.</a:t>
            </a:r>
            <a:r>
              <a:rPr sz="1800" spc="-120" dirty="0">
                <a:latin typeface="Trebuchet MS"/>
                <a:cs typeface="Trebuchet MS"/>
              </a:rPr>
              <a:t> </a:t>
            </a:r>
            <a:r>
              <a:rPr sz="1800" spc="-95" dirty="0">
                <a:latin typeface="Trebuchet MS"/>
                <a:cs typeface="Trebuchet MS"/>
              </a:rPr>
              <a:t>Their</a:t>
            </a:r>
            <a:r>
              <a:rPr sz="1800" spc="-215" dirty="0">
                <a:latin typeface="Trebuchet MS"/>
                <a:cs typeface="Trebuchet MS"/>
              </a:rPr>
              <a:t> </a:t>
            </a:r>
            <a:r>
              <a:rPr sz="1800" spc="-25" dirty="0">
                <a:latin typeface="Trebuchet MS"/>
                <a:cs typeface="Trebuchet MS"/>
              </a:rPr>
              <a:t>curriculum</a:t>
            </a:r>
            <a:r>
              <a:rPr sz="1800" spc="-160" dirty="0">
                <a:latin typeface="Trebuchet MS"/>
                <a:cs typeface="Trebuchet MS"/>
              </a:rPr>
              <a:t> </a:t>
            </a:r>
            <a:r>
              <a:rPr sz="1800" spc="-30" dirty="0">
                <a:latin typeface="Trebuchet MS"/>
                <a:cs typeface="Trebuchet MS"/>
              </a:rPr>
              <a:t>exposure</a:t>
            </a:r>
            <a:r>
              <a:rPr sz="1800" spc="-95" dirty="0">
                <a:latin typeface="Trebuchet MS"/>
                <a:cs typeface="Trebuchet MS"/>
              </a:rPr>
              <a:t> </a:t>
            </a:r>
            <a:r>
              <a:rPr sz="1800" spc="-90" dirty="0">
                <a:latin typeface="Trebuchet MS"/>
                <a:cs typeface="Trebuchet MS"/>
              </a:rPr>
              <a:t>to</a:t>
            </a:r>
            <a:r>
              <a:rPr sz="1800" spc="-150" dirty="0">
                <a:latin typeface="Trebuchet MS"/>
                <a:cs typeface="Trebuchet MS"/>
              </a:rPr>
              <a:t> </a:t>
            </a:r>
            <a:r>
              <a:rPr sz="1800" spc="-10" dirty="0">
                <a:latin typeface="Trebuchet MS"/>
                <a:cs typeface="Trebuchet MS"/>
              </a:rPr>
              <a:t>pharmacology</a:t>
            </a:r>
            <a:r>
              <a:rPr sz="1800" spc="-110" dirty="0">
                <a:latin typeface="Trebuchet MS"/>
                <a:cs typeface="Trebuchet MS"/>
              </a:rPr>
              <a:t> </a:t>
            </a:r>
            <a:r>
              <a:rPr sz="1800" dirty="0">
                <a:latin typeface="Trebuchet MS"/>
                <a:cs typeface="Trebuchet MS"/>
              </a:rPr>
              <a:t>and</a:t>
            </a:r>
            <a:r>
              <a:rPr sz="1800" spc="-165" dirty="0">
                <a:latin typeface="Trebuchet MS"/>
                <a:cs typeface="Trebuchet MS"/>
              </a:rPr>
              <a:t> </a:t>
            </a:r>
            <a:r>
              <a:rPr sz="1800" spc="-35" dirty="0">
                <a:latin typeface="Trebuchet MS"/>
                <a:cs typeface="Trebuchet MS"/>
              </a:rPr>
              <a:t>therapeutics</a:t>
            </a:r>
            <a:r>
              <a:rPr sz="1800" spc="-180" dirty="0">
                <a:latin typeface="Trebuchet MS"/>
                <a:cs typeface="Trebuchet MS"/>
              </a:rPr>
              <a:t> </a:t>
            </a:r>
            <a:r>
              <a:rPr sz="1800" spc="-10" dirty="0">
                <a:latin typeface="Trebuchet MS"/>
                <a:cs typeface="Trebuchet MS"/>
              </a:rPr>
              <a:t>could </a:t>
            </a:r>
            <a:r>
              <a:rPr sz="1800" spc="-45" dirty="0">
                <a:latin typeface="Trebuchet MS"/>
                <a:cs typeface="Trebuchet MS"/>
              </a:rPr>
              <a:t>influence</a:t>
            </a:r>
            <a:r>
              <a:rPr sz="1800" spc="-110" dirty="0">
                <a:latin typeface="Trebuchet MS"/>
                <a:cs typeface="Trebuchet MS"/>
              </a:rPr>
              <a:t> </a:t>
            </a:r>
            <a:r>
              <a:rPr sz="1800" spc="-80" dirty="0">
                <a:latin typeface="Trebuchet MS"/>
                <a:cs typeface="Trebuchet MS"/>
              </a:rPr>
              <a:t>their</a:t>
            </a:r>
            <a:r>
              <a:rPr sz="1800" spc="-145" dirty="0">
                <a:latin typeface="Trebuchet MS"/>
                <a:cs typeface="Trebuchet MS"/>
              </a:rPr>
              <a:t> </a:t>
            </a:r>
            <a:r>
              <a:rPr sz="1800" spc="-60" dirty="0">
                <a:latin typeface="Trebuchet MS"/>
                <a:cs typeface="Trebuchet MS"/>
              </a:rPr>
              <a:t>higher</a:t>
            </a:r>
            <a:r>
              <a:rPr sz="1800" spc="-140" dirty="0">
                <a:latin typeface="Trebuchet MS"/>
                <a:cs typeface="Trebuchet MS"/>
              </a:rPr>
              <a:t> </a:t>
            </a:r>
            <a:r>
              <a:rPr sz="1800" spc="-10" dirty="0">
                <a:latin typeface="Trebuchet MS"/>
                <a:cs typeface="Trebuchet MS"/>
              </a:rPr>
              <a:t>baseline</a:t>
            </a:r>
            <a:r>
              <a:rPr sz="1800" spc="-190" dirty="0">
                <a:latin typeface="Trebuchet MS"/>
                <a:cs typeface="Trebuchet MS"/>
              </a:rPr>
              <a:t> </a:t>
            </a:r>
            <a:r>
              <a:rPr sz="1800" spc="-35" dirty="0">
                <a:latin typeface="Trebuchet MS"/>
                <a:cs typeface="Trebuchet MS"/>
              </a:rPr>
              <a:t>knowledge</a:t>
            </a:r>
            <a:r>
              <a:rPr sz="1800" spc="-190" dirty="0">
                <a:latin typeface="Trebuchet MS"/>
                <a:cs typeface="Trebuchet MS"/>
              </a:rPr>
              <a:t> </a:t>
            </a:r>
            <a:r>
              <a:rPr sz="1800" spc="-30" dirty="0">
                <a:latin typeface="Trebuchet MS"/>
                <a:cs typeface="Trebuchet MS"/>
              </a:rPr>
              <a:t>of</a:t>
            </a:r>
            <a:r>
              <a:rPr sz="1800" spc="-160" dirty="0">
                <a:latin typeface="Trebuchet MS"/>
                <a:cs typeface="Trebuchet MS"/>
              </a:rPr>
              <a:t> </a:t>
            </a:r>
            <a:r>
              <a:rPr sz="1800" spc="-30" dirty="0">
                <a:latin typeface="Trebuchet MS"/>
                <a:cs typeface="Trebuchet MS"/>
              </a:rPr>
              <a:t>antibiotics</a:t>
            </a:r>
            <a:r>
              <a:rPr sz="1800" spc="-190" dirty="0">
                <a:latin typeface="Trebuchet MS"/>
                <a:cs typeface="Trebuchet MS"/>
              </a:rPr>
              <a:t> </a:t>
            </a:r>
            <a:r>
              <a:rPr sz="1800" spc="-10" dirty="0">
                <a:latin typeface="Trebuchet MS"/>
                <a:cs typeface="Trebuchet MS"/>
              </a:rPr>
              <a:t>compared</a:t>
            </a:r>
            <a:r>
              <a:rPr sz="1800" spc="-175" dirty="0">
                <a:latin typeface="Trebuchet MS"/>
                <a:cs typeface="Trebuchet MS"/>
              </a:rPr>
              <a:t> </a:t>
            </a:r>
            <a:r>
              <a:rPr sz="1800" spc="-55" dirty="0">
                <a:latin typeface="Trebuchet MS"/>
                <a:cs typeface="Trebuchet MS"/>
              </a:rPr>
              <a:t>to</a:t>
            </a:r>
            <a:r>
              <a:rPr sz="1800" spc="-155" dirty="0">
                <a:latin typeface="Trebuchet MS"/>
                <a:cs typeface="Trebuchet MS"/>
              </a:rPr>
              <a:t> </a:t>
            </a:r>
            <a:r>
              <a:rPr sz="1800" spc="-55" dirty="0">
                <a:latin typeface="Trebuchet MS"/>
                <a:cs typeface="Trebuchet MS"/>
              </a:rPr>
              <a:t>other</a:t>
            </a:r>
            <a:r>
              <a:rPr sz="1800" spc="-145" dirty="0">
                <a:latin typeface="Trebuchet MS"/>
                <a:cs typeface="Trebuchet MS"/>
              </a:rPr>
              <a:t> </a:t>
            </a:r>
            <a:r>
              <a:rPr sz="1800" spc="-55" dirty="0">
                <a:latin typeface="Trebuchet MS"/>
                <a:cs typeface="Trebuchet MS"/>
              </a:rPr>
              <a:t>health</a:t>
            </a:r>
            <a:r>
              <a:rPr sz="1800" spc="-155" dirty="0">
                <a:latin typeface="Trebuchet MS"/>
                <a:cs typeface="Trebuchet MS"/>
              </a:rPr>
              <a:t> </a:t>
            </a:r>
            <a:r>
              <a:rPr sz="1800" spc="-10" dirty="0">
                <a:latin typeface="Trebuchet MS"/>
                <a:cs typeface="Trebuchet MS"/>
              </a:rPr>
              <a:t>disciplines.</a:t>
            </a:r>
            <a:endParaRPr sz="1800">
              <a:latin typeface="Trebuchet MS"/>
              <a:cs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80467" y="1165225"/>
          <a:ext cx="5173980" cy="1831974"/>
        </p:xfrm>
        <a:graphic>
          <a:graphicData uri="http://schemas.openxmlformats.org/drawingml/2006/table">
            <a:tbl>
              <a:tblPr firstRow="1" bandRow="1">
                <a:tableStyleId>{2D5ABB26-0587-4C30-8999-92F81FD0307C}</a:tableStyleId>
              </a:tblPr>
              <a:tblGrid>
                <a:gridCol w="1724660">
                  <a:extLst>
                    <a:ext uri="{9D8B030D-6E8A-4147-A177-3AD203B41FA5}">
                      <a16:colId xmlns:a16="http://schemas.microsoft.com/office/drawing/2014/main" val="20000"/>
                    </a:ext>
                  </a:extLst>
                </a:gridCol>
                <a:gridCol w="1724660">
                  <a:extLst>
                    <a:ext uri="{9D8B030D-6E8A-4147-A177-3AD203B41FA5}">
                      <a16:colId xmlns:a16="http://schemas.microsoft.com/office/drawing/2014/main" val="20001"/>
                    </a:ext>
                  </a:extLst>
                </a:gridCol>
                <a:gridCol w="1724660">
                  <a:extLst>
                    <a:ext uri="{9D8B030D-6E8A-4147-A177-3AD203B41FA5}">
                      <a16:colId xmlns:a16="http://schemas.microsoft.com/office/drawing/2014/main" val="20002"/>
                    </a:ext>
                  </a:extLst>
                </a:gridCol>
              </a:tblGrid>
              <a:tr h="721995">
                <a:tc>
                  <a:txBody>
                    <a:bodyPr/>
                    <a:lstStyle/>
                    <a:p>
                      <a:pPr marL="68580">
                        <a:lnSpc>
                          <a:spcPct val="100000"/>
                        </a:lnSpc>
                        <a:spcBef>
                          <a:spcPts val="90"/>
                        </a:spcBef>
                      </a:pPr>
                      <a:r>
                        <a:rPr sz="1200" b="1" dirty="0">
                          <a:solidFill>
                            <a:srgbClr val="FFFFFF"/>
                          </a:solidFill>
                          <a:latin typeface="Trebuchet MS"/>
                          <a:cs typeface="Trebuchet MS"/>
                        </a:rPr>
                        <a:t>1.</a:t>
                      </a:r>
                      <a:r>
                        <a:rPr sz="1200" b="1" spc="90" dirty="0">
                          <a:solidFill>
                            <a:srgbClr val="FFFFFF"/>
                          </a:solidFill>
                          <a:latin typeface="Trebuchet MS"/>
                          <a:cs typeface="Trebuchet MS"/>
                        </a:rPr>
                        <a:t> </a:t>
                      </a:r>
                      <a:r>
                        <a:rPr sz="1200" b="1" dirty="0">
                          <a:solidFill>
                            <a:srgbClr val="FFFFFF"/>
                          </a:solidFill>
                          <a:latin typeface="Trebuchet MS"/>
                          <a:cs typeface="Trebuchet MS"/>
                        </a:rPr>
                        <a:t>Do</a:t>
                      </a:r>
                      <a:r>
                        <a:rPr sz="1200" b="1" spc="-85" dirty="0">
                          <a:solidFill>
                            <a:srgbClr val="FFFFFF"/>
                          </a:solidFill>
                          <a:latin typeface="Trebuchet MS"/>
                          <a:cs typeface="Trebuchet MS"/>
                        </a:rPr>
                        <a:t> </a:t>
                      </a:r>
                      <a:r>
                        <a:rPr sz="1200" b="1" spc="-25" dirty="0">
                          <a:solidFill>
                            <a:srgbClr val="FFFFFF"/>
                          </a:solidFill>
                          <a:latin typeface="Trebuchet MS"/>
                          <a:cs typeface="Trebuchet MS"/>
                        </a:rPr>
                        <a:t>you</a:t>
                      </a:r>
                      <a:r>
                        <a:rPr sz="1200" b="1" spc="-165" dirty="0">
                          <a:solidFill>
                            <a:srgbClr val="FFFFFF"/>
                          </a:solidFill>
                          <a:latin typeface="Trebuchet MS"/>
                          <a:cs typeface="Trebuchet MS"/>
                        </a:rPr>
                        <a:t> </a:t>
                      </a:r>
                      <a:r>
                        <a:rPr sz="1200" b="1" spc="-25" dirty="0">
                          <a:solidFill>
                            <a:srgbClr val="FFFFFF"/>
                          </a:solidFill>
                          <a:latin typeface="Trebuchet MS"/>
                          <a:cs typeface="Trebuchet MS"/>
                        </a:rPr>
                        <a:t>know</a:t>
                      </a:r>
                      <a:r>
                        <a:rPr sz="1200" b="1" spc="-80" dirty="0">
                          <a:solidFill>
                            <a:srgbClr val="FFFFFF"/>
                          </a:solidFill>
                          <a:latin typeface="Trebuchet MS"/>
                          <a:cs typeface="Trebuchet MS"/>
                        </a:rPr>
                        <a:t> </a:t>
                      </a:r>
                      <a:r>
                        <a:rPr sz="1200" b="1" spc="-20" dirty="0">
                          <a:solidFill>
                            <a:srgbClr val="FFFFFF"/>
                          </a:solidFill>
                          <a:latin typeface="Trebuchet MS"/>
                          <a:cs typeface="Trebuchet MS"/>
                        </a:rPr>
                        <a:t>about</a:t>
                      </a:r>
                      <a:endParaRPr sz="1200">
                        <a:latin typeface="Trebuchet MS"/>
                        <a:cs typeface="Trebuchet MS"/>
                      </a:endParaRPr>
                    </a:p>
                    <a:p>
                      <a:pPr marL="68580">
                        <a:lnSpc>
                          <a:spcPct val="100000"/>
                        </a:lnSpc>
                        <a:spcBef>
                          <a:spcPts val="210"/>
                        </a:spcBef>
                      </a:pPr>
                      <a:r>
                        <a:rPr sz="1200" b="1" spc="-10" dirty="0">
                          <a:solidFill>
                            <a:srgbClr val="FFFFFF"/>
                          </a:solidFill>
                          <a:latin typeface="Trebuchet MS"/>
                          <a:cs typeface="Trebuchet MS"/>
                        </a:rPr>
                        <a:t>Antibiotics?</a:t>
                      </a:r>
                      <a:endParaRPr sz="1200">
                        <a:latin typeface="Trebuchet MS"/>
                        <a:cs typeface="Trebuchet MS"/>
                      </a:endParaRPr>
                    </a:p>
                  </a:txBody>
                  <a:tcPr marL="0" marR="0" marT="114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69850">
                        <a:lnSpc>
                          <a:spcPct val="100000"/>
                        </a:lnSpc>
                        <a:spcBef>
                          <a:spcPts val="90"/>
                        </a:spcBef>
                      </a:pPr>
                      <a:r>
                        <a:rPr sz="1200" b="1" dirty="0">
                          <a:solidFill>
                            <a:srgbClr val="FFFFFF"/>
                          </a:solidFill>
                          <a:latin typeface="Trebuchet MS"/>
                          <a:cs typeface="Trebuchet MS"/>
                        </a:rPr>
                        <a:t>Count</a:t>
                      </a:r>
                      <a:r>
                        <a:rPr sz="1200" b="1" spc="-100" dirty="0">
                          <a:solidFill>
                            <a:srgbClr val="FFFFFF"/>
                          </a:solidFill>
                          <a:latin typeface="Trebuchet MS"/>
                          <a:cs typeface="Trebuchet MS"/>
                        </a:rPr>
                        <a:t> </a:t>
                      </a:r>
                      <a:r>
                        <a:rPr sz="1200" b="1" spc="-25" dirty="0">
                          <a:solidFill>
                            <a:srgbClr val="FFFFFF"/>
                          </a:solidFill>
                          <a:latin typeface="Trebuchet MS"/>
                          <a:cs typeface="Trebuchet MS"/>
                        </a:rPr>
                        <a:t>of</a:t>
                      </a:r>
                      <a:r>
                        <a:rPr sz="1200" b="1" spc="-70" dirty="0">
                          <a:solidFill>
                            <a:srgbClr val="FFFFFF"/>
                          </a:solidFill>
                          <a:latin typeface="Trebuchet MS"/>
                          <a:cs typeface="Trebuchet MS"/>
                        </a:rPr>
                        <a:t> </a:t>
                      </a:r>
                      <a:r>
                        <a:rPr sz="1200" b="1" spc="-50" dirty="0">
                          <a:solidFill>
                            <a:srgbClr val="FFFFFF"/>
                          </a:solidFill>
                          <a:latin typeface="Trebuchet MS"/>
                          <a:cs typeface="Trebuchet MS"/>
                        </a:rPr>
                        <a:t>1</a:t>
                      </a:r>
                      <a:endParaRPr sz="1200">
                        <a:latin typeface="Trebuchet MS"/>
                        <a:cs typeface="Trebuchet MS"/>
                      </a:endParaRPr>
                    </a:p>
                    <a:p>
                      <a:pPr marL="69850" marR="331470">
                        <a:lnSpc>
                          <a:spcPct val="114799"/>
                        </a:lnSpc>
                        <a:spcBef>
                          <a:spcPts val="745"/>
                        </a:spcBef>
                      </a:pPr>
                      <a:r>
                        <a:rPr sz="1200" b="1" dirty="0">
                          <a:solidFill>
                            <a:srgbClr val="FFFFFF"/>
                          </a:solidFill>
                          <a:latin typeface="Trebuchet MS"/>
                          <a:cs typeface="Trebuchet MS"/>
                        </a:rPr>
                        <a:t>Do</a:t>
                      </a:r>
                      <a:r>
                        <a:rPr sz="1200" b="1" spc="-45" dirty="0">
                          <a:solidFill>
                            <a:srgbClr val="FFFFFF"/>
                          </a:solidFill>
                          <a:latin typeface="Trebuchet MS"/>
                          <a:cs typeface="Trebuchet MS"/>
                        </a:rPr>
                        <a:t> </a:t>
                      </a:r>
                      <a:r>
                        <a:rPr sz="1200" b="1" spc="-25" dirty="0">
                          <a:solidFill>
                            <a:srgbClr val="FFFFFF"/>
                          </a:solidFill>
                          <a:latin typeface="Trebuchet MS"/>
                          <a:cs typeface="Trebuchet MS"/>
                        </a:rPr>
                        <a:t>you</a:t>
                      </a:r>
                      <a:r>
                        <a:rPr sz="1200" b="1" spc="-135" dirty="0">
                          <a:solidFill>
                            <a:srgbClr val="FFFFFF"/>
                          </a:solidFill>
                          <a:latin typeface="Trebuchet MS"/>
                          <a:cs typeface="Trebuchet MS"/>
                        </a:rPr>
                        <a:t> </a:t>
                      </a:r>
                      <a:r>
                        <a:rPr sz="1200" b="1" spc="-20" dirty="0">
                          <a:solidFill>
                            <a:srgbClr val="FFFFFF"/>
                          </a:solidFill>
                          <a:latin typeface="Trebuchet MS"/>
                          <a:cs typeface="Trebuchet MS"/>
                        </a:rPr>
                        <a:t>know</a:t>
                      </a:r>
                      <a:r>
                        <a:rPr sz="1200" b="1" spc="-40" dirty="0">
                          <a:solidFill>
                            <a:srgbClr val="FFFFFF"/>
                          </a:solidFill>
                          <a:latin typeface="Trebuchet MS"/>
                          <a:cs typeface="Trebuchet MS"/>
                        </a:rPr>
                        <a:t> </a:t>
                      </a:r>
                      <a:r>
                        <a:rPr sz="1200" b="1" spc="-20" dirty="0">
                          <a:solidFill>
                            <a:srgbClr val="FFFFFF"/>
                          </a:solidFill>
                          <a:latin typeface="Trebuchet MS"/>
                          <a:cs typeface="Trebuchet MS"/>
                        </a:rPr>
                        <a:t>about </a:t>
                      </a:r>
                      <a:r>
                        <a:rPr sz="1200" b="1" spc="-10" dirty="0">
                          <a:solidFill>
                            <a:srgbClr val="FFFFFF"/>
                          </a:solidFill>
                          <a:latin typeface="Trebuchet MS"/>
                          <a:cs typeface="Trebuchet MS"/>
                        </a:rPr>
                        <a:t>Antibiotics?</a:t>
                      </a:r>
                      <a:endParaRPr sz="1200">
                        <a:latin typeface="Trebuchet MS"/>
                        <a:cs typeface="Trebuchet MS"/>
                      </a:endParaRPr>
                    </a:p>
                  </a:txBody>
                  <a:tcPr marL="0" marR="0" marT="114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71120">
                        <a:lnSpc>
                          <a:spcPct val="100000"/>
                        </a:lnSpc>
                        <a:spcBef>
                          <a:spcPts val="90"/>
                        </a:spcBef>
                      </a:pPr>
                      <a:r>
                        <a:rPr sz="1200" b="1" dirty="0">
                          <a:solidFill>
                            <a:srgbClr val="FFFFFF"/>
                          </a:solidFill>
                          <a:latin typeface="Trebuchet MS"/>
                          <a:cs typeface="Trebuchet MS"/>
                        </a:rPr>
                        <a:t>GT%</a:t>
                      </a:r>
                      <a:r>
                        <a:rPr sz="1200" b="1" spc="-75" dirty="0">
                          <a:solidFill>
                            <a:srgbClr val="FFFFFF"/>
                          </a:solidFill>
                          <a:latin typeface="Trebuchet MS"/>
                          <a:cs typeface="Trebuchet MS"/>
                        </a:rPr>
                        <a:t> </a:t>
                      </a:r>
                      <a:r>
                        <a:rPr sz="1200" b="1" dirty="0">
                          <a:solidFill>
                            <a:srgbClr val="FFFFFF"/>
                          </a:solidFill>
                          <a:latin typeface="Trebuchet MS"/>
                          <a:cs typeface="Trebuchet MS"/>
                        </a:rPr>
                        <a:t>Count</a:t>
                      </a:r>
                      <a:r>
                        <a:rPr sz="1200" b="1" spc="-90" dirty="0">
                          <a:solidFill>
                            <a:srgbClr val="FFFFFF"/>
                          </a:solidFill>
                          <a:latin typeface="Trebuchet MS"/>
                          <a:cs typeface="Trebuchet MS"/>
                        </a:rPr>
                        <a:t> </a:t>
                      </a:r>
                      <a:r>
                        <a:rPr sz="1200" b="1" spc="-25" dirty="0">
                          <a:solidFill>
                            <a:srgbClr val="FFFFFF"/>
                          </a:solidFill>
                          <a:latin typeface="Trebuchet MS"/>
                          <a:cs typeface="Trebuchet MS"/>
                        </a:rPr>
                        <a:t>of</a:t>
                      </a:r>
                      <a:r>
                        <a:rPr sz="1200" b="1" spc="-70" dirty="0">
                          <a:solidFill>
                            <a:srgbClr val="FFFFFF"/>
                          </a:solidFill>
                          <a:latin typeface="Trebuchet MS"/>
                          <a:cs typeface="Trebuchet MS"/>
                        </a:rPr>
                        <a:t> </a:t>
                      </a:r>
                      <a:r>
                        <a:rPr sz="1200" b="1" spc="-50" dirty="0">
                          <a:solidFill>
                            <a:srgbClr val="FFFFFF"/>
                          </a:solidFill>
                          <a:latin typeface="Trebuchet MS"/>
                          <a:cs typeface="Trebuchet MS"/>
                        </a:rPr>
                        <a:t>1</a:t>
                      </a:r>
                      <a:endParaRPr sz="1200">
                        <a:latin typeface="Trebuchet MS"/>
                        <a:cs typeface="Trebuchet MS"/>
                      </a:endParaRPr>
                    </a:p>
                    <a:p>
                      <a:pPr marL="71120" marR="335280">
                        <a:lnSpc>
                          <a:spcPct val="114799"/>
                        </a:lnSpc>
                        <a:spcBef>
                          <a:spcPts val="745"/>
                        </a:spcBef>
                      </a:pPr>
                      <a:r>
                        <a:rPr sz="1200" b="1" dirty="0">
                          <a:solidFill>
                            <a:srgbClr val="FFFFFF"/>
                          </a:solidFill>
                          <a:latin typeface="Trebuchet MS"/>
                          <a:cs typeface="Trebuchet MS"/>
                        </a:rPr>
                        <a:t>Do</a:t>
                      </a:r>
                      <a:r>
                        <a:rPr sz="1200" b="1" spc="-45" dirty="0">
                          <a:solidFill>
                            <a:srgbClr val="FFFFFF"/>
                          </a:solidFill>
                          <a:latin typeface="Trebuchet MS"/>
                          <a:cs typeface="Trebuchet MS"/>
                        </a:rPr>
                        <a:t> </a:t>
                      </a:r>
                      <a:r>
                        <a:rPr sz="1200" b="1" spc="-25" dirty="0">
                          <a:solidFill>
                            <a:srgbClr val="FFFFFF"/>
                          </a:solidFill>
                          <a:latin typeface="Trebuchet MS"/>
                          <a:cs typeface="Trebuchet MS"/>
                        </a:rPr>
                        <a:t>you</a:t>
                      </a:r>
                      <a:r>
                        <a:rPr sz="1200" b="1" spc="-140" dirty="0">
                          <a:solidFill>
                            <a:srgbClr val="FFFFFF"/>
                          </a:solidFill>
                          <a:latin typeface="Trebuchet MS"/>
                          <a:cs typeface="Trebuchet MS"/>
                        </a:rPr>
                        <a:t> </a:t>
                      </a:r>
                      <a:r>
                        <a:rPr sz="1200" b="1" spc="-25" dirty="0">
                          <a:solidFill>
                            <a:srgbClr val="FFFFFF"/>
                          </a:solidFill>
                          <a:latin typeface="Trebuchet MS"/>
                          <a:cs typeface="Trebuchet MS"/>
                        </a:rPr>
                        <a:t>know</a:t>
                      </a:r>
                      <a:r>
                        <a:rPr sz="1200" b="1" spc="-40" dirty="0">
                          <a:solidFill>
                            <a:srgbClr val="FFFFFF"/>
                          </a:solidFill>
                          <a:latin typeface="Trebuchet MS"/>
                          <a:cs typeface="Trebuchet MS"/>
                        </a:rPr>
                        <a:t> </a:t>
                      </a:r>
                      <a:r>
                        <a:rPr sz="1200" b="1" spc="-20" dirty="0">
                          <a:solidFill>
                            <a:srgbClr val="FFFFFF"/>
                          </a:solidFill>
                          <a:latin typeface="Trebuchet MS"/>
                          <a:cs typeface="Trebuchet MS"/>
                        </a:rPr>
                        <a:t>about </a:t>
                      </a:r>
                      <a:r>
                        <a:rPr sz="1200" b="1" spc="-10" dirty="0">
                          <a:solidFill>
                            <a:srgbClr val="FFFFFF"/>
                          </a:solidFill>
                          <a:latin typeface="Trebuchet MS"/>
                          <a:cs typeface="Trebuchet MS"/>
                        </a:rPr>
                        <a:t>Antibiotics?</a:t>
                      </a:r>
                      <a:endParaRPr sz="1200">
                        <a:latin typeface="Trebuchet MS"/>
                        <a:cs typeface="Trebuchet MS"/>
                      </a:endParaRPr>
                    </a:p>
                  </a:txBody>
                  <a:tcPr marL="0" marR="0" marT="114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extLst>
                  <a:ext uri="{0D108BD9-81ED-4DB2-BD59-A6C34878D82A}">
                    <a16:rowId xmlns:a16="http://schemas.microsoft.com/office/drawing/2014/main" val="10000"/>
                  </a:ext>
                </a:extLst>
              </a:tr>
              <a:tr h="199390">
                <a:tc>
                  <a:txBody>
                    <a:bodyPr/>
                    <a:lstStyle/>
                    <a:p>
                      <a:pPr marL="68580">
                        <a:lnSpc>
                          <a:spcPts val="1375"/>
                        </a:lnSpc>
                        <a:spcBef>
                          <a:spcPts val="100"/>
                        </a:spcBef>
                      </a:pPr>
                      <a:r>
                        <a:rPr sz="1200" b="1" spc="-25" dirty="0">
                          <a:solidFill>
                            <a:srgbClr val="FFFFFF"/>
                          </a:solidFill>
                          <a:latin typeface="Trebuchet MS"/>
                          <a:cs typeface="Trebuchet MS"/>
                        </a:rPr>
                        <a:t>Yes</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155F82"/>
                    </a:solidFill>
                  </a:tcPr>
                </a:tc>
                <a:tc>
                  <a:txBody>
                    <a:bodyPr/>
                    <a:lstStyle/>
                    <a:p>
                      <a:pPr marL="69850">
                        <a:lnSpc>
                          <a:spcPts val="1375"/>
                        </a:lnSpc>
                        <a:spcBef>
                          <a:spcPts val="100"/>
                        </a:spcBef>
                      </a:pPr>
                      <a:r>
                        <a:rPr sz="1200" spc="-25" dirty="0">
                          <a:latin typeface="Trebuchet MS"/>
                          <a:cs typeface="Trebuchet MS"/>
                        </a:rPr>
                        <a:t>376</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tc>
                  <a:txBody>
                    <a:bodyPr/>
                    <a:lstStyle/>
                    <a:p>
                      <a:pPr marL="71120">
                        <a:lnSpc>
                          <a:spcPts val="1375"/>
                        </a:lnSpc>
                        <a:spcBef>
                          <a:spcPts val="100"/>
                        </a:spcBef>
                      </a:pPr>
                      <a:r>
                        <a:rPr sz="1200" spc="-10" dirty="0">
                          <a:latin typeface="Trebuchet MS"/>
                          <a:cs typeface="Trebuchet MS"/>
                        </a:rPr>
                        <a:t>98.9%</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1"/>
                  </a:ext>
                </a:extLst>
              </a:tr>
              <a:tr h="199390">
                <a:tc>
                  <a:txBody>
                    <a:bodyPr/>
                    <a:lstStyle/>
                    <a:p>
                      <a:pPr marL="68580">
                        <a:lnSpc>
                          <a:spcPts val="1375"/>
                        </a:lnSpc>
                        <a:spcBef>
                          <a:spcPts val="100"/>
                        </a:spcBef>
                      </a:pPr>
                      <a:r>
                        <a:rPr sz="1200" b="1" spc="40" dirty="0">
                          <a:solidFill>
                            <a:srgbClr val="FFFFFF"/>
                          </a:solidFill>
                          <a:latin typeface="Trebuchet MS"/>
                          <a:cs typeface="Trebuchet MS"/>
                        </a:rPr>
                        <a:t>No</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69850">
                        <a:lnSpc>
                          <a:spcPts val="1375"/>
                        </a:lnSpc>
                        <a:spcBef>
                          <a:spcPts val="100"/>
                        </a:spcBef>
                      </a:pPr>
                      <a:r>
                        <a:rPr sz="1200" spc="-50" dirty="0">
                          <a:latin typeface="Trebuchet MS"/>
                          <a:cs typeface="Trebuchet MS"/>
                        </a:rPr>
                        <a:t>4</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71120">
                        <a:lnSpc>
                          <a:spcPts val="1375"/>
                        </a:lnSpc>
                        <a:spcBef>
                          <a:spcPts val="100"/>
                        </a:spcBef>
                      </a:pPr>
                      <a:r>
                        <a:rPr sz="1200" spc="30" dirty="0">
                          <a:latin typeface="Trebuchet MS"/>
                          <a:cs typeface="Trebuchet MS"/>
                        </a:rPr>
                        <a:t>1.1%</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199390">
                <a:tc>
                  <a:txBody>
                    <a:bodyPr/>
                    <a:lstStyle/>
                    <a:p>
                      <a:pPr marL="68580">
                        <a:lnSpc>
                          <a:spcPts val="1375"/>
                        </a:lnSpc>
                        <a:spcBef>
                          <a:spcPts val="100"/>
                        </a:spcBef>
                      </a:pPr>
                      <a:r>
                        <a:rPr sz="1200" b="1" spc="-10" dirty="0">
                          <a:solidFill>
                            <a:srgbClr val="FFFFFF"/>
                          </a:solidFill>
                          <a:latin typeface="Trebuchet MS"/>
                          <a:cs typeface="Trebuchet MS"/>
                        </a:rPr>
                        <a:t>Total</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69850">
                        <a:lnSpc>
                          <a:spcPts val="1375"/>
                        </a:lnSpc>
                        <a:spcBef>
                          <a:spcPts val="100"/>
                        </a:spcBef>
                      </a:pPr>
                      <a:r>
                        <a:rPr sz="1200" spc="-25" dirty="0">
                          <a:latin typeface="Trebuchet MS"/>
                          <a:cs typeface="Trebuchet MS"/>
                        </a:rPr>
                        <a:t>380</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71120">
                        <a:lnSpc>
                          <a:spcPts val="1375"/>
                        </a:lnSpc>
                        <a:spcBef>
                          <a:spcPts val="100"/>
                        </a:spcBef>
                      </a:pPr>
                      <a:r>
                        <a:rPr sz="1200" spc="60" dirty="0">
                          <a:latin typeface="Trebuchet MS"/>
                          <a:cs typeface="Trebuchet MS"/>
                        </a:rPr>
                        <a:t>100%</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3"/>
                  </a:ext>
                </a:extLst>
              </a:tr>
              <a:tr h="511809">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4"/>
                  </a:ext>
                </a:extLst>
              </a:tr>
            </a:tbl>
          </a:graphicData>
        </a:graphic>
      </p:graphicFrame>
      <p:grpSp>
        <p:nvGrpSpPr>
          <p:cNvPr id="3" name="object 3"/>
          <p:cNvGrpSpPr/>
          <p:nvPr/>
        </p:nvGrpSpPr>
        <p:grpSpPr>
          <a:xfrm>
            <a:off x="522287" y="3179826"/>
            <a:ext cx="4613910" cy="1327150"/>
            <a:chOff x="522287" y="3179826"/>
            <a:chExt cx="4613910" cy="1327150"/>
          </a:xfrm>
        </p:grpSpPr>
        <p:sp>
          <p:nvSpPr>
            <p:cNvPr id="4" name="object 4"/>
            <p:cNvSpPr/>
            <p:nvPr/>
          </p:nvSpPr>
          <p:spPr>
            <a:xfrm>
              <a:off x="576262" y="3186176"/>
              <a:ext cx="4553585" cy="962025"/>
            </a:xfrm>
            <a:custGeom>
              <a:avLst/>
              <a:gdLst/>
              <a:ahLst/>
              <a:cxnLst/>
              <a:rect l="l" t="t" r="r" b="b"/>
              <a:pathLst>
                <a:path w="4553585" h="962025">
                  <a:moveTo>
                    <a:pt x="566737" y="962025"/>
                  </a:moveTo>
                  <a:lnTo>
                    <a:pt x="4553013" y="962025"/>
                  </a:lnTo>
                </a:path>
                <a:path w="4553585" h="962025">
                  <a:moveTo>
                    <a:pt x="0" y="962025"/>
                  </a:moveTo>
                  <a:lnTo>
                    <a:pt x="242887" y="962025"/>
                  </a:lnTo>
                </a:path>
                <a:path w="4553585" h="962025">
                  <a:moveTo>
                    <a:pt x="4186237" y="638175"/>
                  </a:moveTo>
                  <a:lnTo>
                    <a:pt x="4553013" y="638175"/>
                  </a:lnTo>
                </a:path>
                <a:path w="4553585" h="962025">
                  <a:moveTo>
                    <a:pt x="566737" y="638175"/>
                  </a:moveTo>
                  <a:lnTo>
                    <a:pt x="4119562" y="638175"/>
                  </a:lnTo>
                </a:path>
                <a:path w="4553585" h="962025">
                  <a:moveTo>
                    <a:pt x="0" y="638175"/>
                  </a:moveTo>
                  <a:lnTo>
                    <a:pt x="242887" y="638175"/>
                  </a:lnTo>
                </a:path>
                <a:path w="4553585" h="962025">
                  <a:moveTo>
                    <a:pt x="0" y="314325"/>
                  </a:moveTo>
                  <a:lnTo>
                    <a:pt x="242887" y="314325"/>
                  </a:lnTo>
                </a:path>
                <a:path w="4553585" h="962025">
                  <a:moveTo>
                    <a:pt x="566737" y="314325"/>
                  </a:moveTo>
                  <a:lnTo>
                    <a:pt x="4553013" y="314325"/>
                  </a:lnTo>
                </a:path>
                <a:path w="4553585" h="962025">
                  <a:moveTo>
                    <a:pt x="0" y="0"/>
                  </a:moveTo>
                  <a:lnTo>
                    <a:pt x="4553013" y="0"/>
                  </a:lnTo>
                </a:path>
              </a:pathLst>
            </a:custGeom>
            <a:ln w="12700">
              <a:solidFill>
                <a:srgbClr val="888888"/>
              </a:solidFill>
            </a:ln>
          </p:spPr>
          <p:txBody>
            <a:bodyPr wrap="square" lIns="0" tIns="0" rIns="0" bIns="0" rtlCol="0"/>
            <a:lstStyle/>
            <a:p>
              <a:endParaRPr/>
            </a:p>
          </p:txBody>
        </p:sp>
        <p:sp>
          <p:nvSpPr>
            <p:cNvPr id="5" name="object 5"/>
            <p:cNvSpPr/>
            <p:nvPr/>
          </p:nvSpPr>
          <p:spPr>
            <a:xfrm>
              <a:off x="819150" y="3257549"/>
              <a:ext cx="1457325" cy="1209675"/>
            </a:xfrm>
            <a:custGeom>
              <a:avLst/>
              <a:gdLst/>
              <a:ahLst/>
              <a:cxnLst/>
              <a:rect l="l" t="t" r="r" b="b"/>
              <a:pathLst>
                <a:path w="1457325" h="1209675">
                  <a:moveTo>
                    <a:pt x="323850" y="0"/>
                  </a:moveTo>
                  <a:lnTo>
                    <a:pt x="0" y="0"/>
                  </a:lnTo>
                  <a:lnTo>
                    <a:pt x="0" y="1209675"/>
                  </a:lnTo>
                  <a:lnTo>
                    <a:pt x="323850" y="1209675"/>
                  </a:lnTo>
                  <a:lnTo>
                    <a:pt x="323850" y="0"/>
                  </a:lnTo>
                  <a:close/>
                </a:path>
                <a:path w="1457325" h="1209675">
                  <a:moveTo>
                    <a:pt x="1457325" y="1190625"/>
                  </a:moveTo>
                  <a:lnTo>
                    <a:pt x="1133475" y="1190625"/>
                  </a:lnTo>
                  <a:lnTo>
                    <a:pt x="1133475" y="1209675"/>
                  </a:lnTo>
                  <a:lnTo>
                    <a:pt x="1457325" y="1209675"/>
                  </a:lnTo>
                  <a:lnTo>
                    <a:pt x="1457325" y="1190625"/>
                  </a:lnTo>
                  <a:close/>
                </a:path>
              </a:pathLst>
            </a:custGeom>
            <a:solidFill>
              <a:srgbClr val="155F82"/>
            </a:solidFill>
          </p:spPr>
          <p:txBody>
            <a:bodyPr wrap="square" lIns="0" tIns="0" rIns="0" bIns="0" rtlCol="0"/>
            <a:lstStyle/>
            <a:p>
              <a:endParaRPr/>
            </a:p>
          </p:txBody>
        </p:sp>
        <p:sp>
          <p:nvSpPr>
            <p:cNvPr id="6" name="object 6"/>
            <p:cNvSpPr/>
            <p:nvPr/>
          </p:nvSpPr>
          <p:spPr>
            <a:xfrm>
              <a:off x="1143000" y="4143374"/>
              <a:ext cx="1466850" cy="323850"/>
            </a:xfrm>
            <a:custGeom>
              <a:avLst/>
              <a:gdLst/>
              <a:ahLst/>
              <a:cxnLst/>
              <a:rect l="l" t="t" r="r" b="b"/>
              <a:pathLst>
                <a:path w="1466850" h="323850">
                  <a:moveTo>
                    <a:pt x="323850" y="0"/>
                  </a:moveTo>
                  <a:lnTo>
                    <a:pt x="0" y="0"/>
                  </a:lnTo>
                  <a:lnTo>
                    <a:pt x="0" y="323850"/>
                  </a:lnTo>
                  <a:lnTo>
                    <a:pt x="323850" y="323850"/>
                  </a:lnTo>
                  <a:lnTo>
                    <a:pt x="323850" y="0"/>
                  </a:lnTo>
                  <a:close/>
                </a:path>
                <a:path w="1466850" h="323850">
                  <a:moveTo>
                    <a:pt x="1466850" y="314325"/>
                  </a:moveTo>
                  <a:lnTo>
                    <a:pt x="1133475" y="314325"/>
                  </a:lnTo>
                  <a:lnTo>
                    <a:pt x="1133475" y="323850"/>
                  </a:lnTo>
                  <a:lnTo>
                    <a:pt x="1466850" y="323850"/>
                  </a:lnTo>
                  <a:lnTo>
                    <a:pt x="1466850" y="314325"/>
                  </a:lnTo>
                  <a:close/>
                </a:path>
              </a:pathLst>
            </a:custGeom>
            <a:solidFill>
              <a:srgbClr val="E97031"/>
            </a:solidFill>
          </p:spPr>
          <p:txBody>
            <a:bodyPr wrap="square" lIns="0" tIns="0" rIns="0" bIns="0" rtlCol="0"/>
            <a:lstStyle/>
            <a:p>
              <a:endParaRPr/>
            </a:p>
          </p:txBody>
        </p:sp>
        <p:sp>
          <p:nvSpPr>
            <p:cNvPr id="7" name="object 7"/>
            <p:cNvSpPr/>
            <p:nvPr/>
          </p:nvSpPr>
          <p:spPr>
            <a:xfrm>
              <a:off x="528637" y="3186176"/>
              <a:ext cx="4601210" cy="1314450"/>
            </a:xfrm>
            <a:custGeom>
              <a:avLst/>
              <a:gdLst/>
              <a:ahLst/>
              <a:cxnLst/>
              <a:rect l="l" t="t" r="r" b="b"/>
              <a:pathLst>
                <a:path w="4601210" h="1314450">
                  <a:moveTo>
                    <a:pt x="47625" y="1276350"/>
                  </a:moveTo>
                  <a:lnTo>
                    <a:pt x="47625" y="0"/>
                  </a:lnTo>
                </a:path>
                <a:path w="4601210" h="1314450">
                  <a:moveTo>
                    <a:pt x="0" y="1276350"/>
                  </a:moveTo>
                  <a:lnTo>
                    <a:pt x="47625" y="1276350"/>
                  </a:lnTo>
                </a:path>
                <a:path w="4601210" h="1314450">
                  <a:moveTo>
                    <a:pt x="0" y="962025"/>
                  </a:moveTo>
                  <a:lnTo>
                    <a:pt x="47625" y="962025"/>
                  </a:lnTo>
                </a:path>
                <a:path w="4601210" h="1314450">
                  <a:moveTo>
                    <a:pt x="0" y="638175"/>
                  </a:moveTo>
                  <a:lnTo>
                    <a:pt x="47625" y="638175"/>
                  </a:lnTo>
                </a:path>
                <a:path w="4601210" h="1314450">
                  <a:moveTo>
                    <a:pt x="0" y="314325"/>
                  </a:moveTo>
                  <a:lnTo>
                    <a:pt x="47625" y="314325"/>
                  </a:lnTo>
                </a:path>
                <a:path w="4601210" h="1314450">
                  <a:moveTo>
                    <a:pt x="0" y="0"/>
                  </a:moveTo>
                  <a:lnTo>
                    <a:pt x="47625" y="0"/>
                  </a:lnTo>
                </a:path>
                <a:path w="4601210" h="1314450">
                  <a:moveTo>
                    <a:pt x="47625" y="1276350"/>
                  </a:moveTo>
                  <a:lnTo>
                    <a:pt x="4600638" y="1276350"/>
                  </a:lnTo>
                </a:path>
                <a:path w="4601210" h="1314450">
                  <a:moveTo>
                    <a:pt x="47625" y="1276350"/>
                  </a:moveTo>
                  <a:lnTo>
                    <a:pt x="47625" y="1314450"/>
                  </a:lnTo>
                </a:path>
                <a:path w="4601210" h="1314450">
                  <a:moveTo>
                    <a:pt x="1181163" y="1276350"/>
                  </a:moveTo>
                  <a:lnTo>
                    <a:pt x="1181163" y="1314450"/>
                  </a:lnTo>
                </a:path>
                <a:path w="4601210" h="1314450">
                  <a:moveTo>
                    <a:pt x="2324163" y="1276350"/>
                  </a:moveTo>
                  <a:lnTo>
                    <a:pt x="2324163" y="1314450"/>
                  </a:lnTo>
                </a:path>
                <a:path w="4601210" h="1314450">
                  <a:moveTo>
                    <a:pt x="3457638" y="1276350"/>
                  </a:moveTo>
                  <a:lnTo>
                    <a:pt x="3457638" y="1314450"/>
                  </a:lnTo>
                </a:path>
                <a:path w="4601210" h="1314450">
                  <a:moveTo>
                    <a:pt x="4600638" y="1276350"/>
                  </a:moveTo>
                  <a:lnTo>
                    <a:pt x="4600638" y="1314450"/>
                  </a:lnTo>
                </a:path>
              </a:pathLst>
            </a:custGeom>
            <a:ln w="12700">
              <a:solidFill>
                <a:srgbClr val="888888"/>
              </a:solidFill>
            </a:ln>
          </p:spPr>
          <p:txBody>
            <a:bodyPr wrap="square" lIns="0" tIns="0" rIns="0" bIns="0" rtlCol="0"/>
            <a:lstStyle/>
            <a:p>
              <a:endParaRPr/>
            </a:p>
          </p:txBody>
        </p:sp>
        <p:sp>
          <p:nvSpPr>
            <p:cNvPr id="8" name="object 8"/>
            <p:cNvSpPr/>
            <p:nvPr/>
          </p:nvSpPr>
          <p:spPr>
            <a:xfrm>
              <a:off x="4695825" y="3771900"/>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155F82"/>
            </a:solidFill>
          </p:spPr>
          <p:txBody>
            <a:bodyPr wrap="square" lIns="0" tIns="0" rIns="0" bIns="0" rtlCol="0"/>
            <a:lstStyle/>
            <a:p>
              <a:endParaRPr/>
            </a:p>
          </p:txBody>
        </p:sp>
      </p:grpSp>
      <p:sp>
        <p:nvSpPr>
          <p:cNvPr id="9" name="object 9"/>
          <p:cNvSpPr txBox="1"/>
          <p:nvPr/>
        </p:nvSpPr>
        <p:spPr>
          <a:xfrm>
            <a:off x="375284" y="4373245"/>
            <a:ext cx="9207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0</a:t>
            </a:r>
            <a:endParaRPr sz="950">
              <a:latin typeface="Trebuchet MS"/>
              <a:cs typeface="Trebuchet MS"/>
            </a:endParaRPr>
          </a:p>
        </p:txBody>
      </p:sp>
      <p:sp>
        <p:nvSpPr>
          <p:cNvPr id="10" name="object 10"/>
          <p:cNvSpPr txBox="1"/>
          <p:nvPr/>
        </p:nvSpPr>
        <p:spPr>
          <a:xfrm>
            <a:off x="239395" y="4052506"/>
            <a:ext cx="22542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100</a:t>
            </a:r>
            <a:endParaRPr sz="950">
              <a:latin typeface="Trebuchet MS"/>
              <a:cs typeface="Trebuchet MS"/>
            </a:endParaRPr>
          </a:p>
        </p:txBody>
      </p:sp>
      <p:sp>
        <p:nvSpPr>
          <p:cNvPr id="11" name="object 11"/>
          <p:cNvSpPr txBox="1"/>
          <p:nvPr/>
        </p:nvSpPr>
        <p:spPr>
          <a:xfrm>
            <a:off x="239395" y="3732910"/>
            <a:ext cx="22542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200</a:t>
            </a:r>
            <a:endParaRPr sz="950">
              <a:latin typeface="Trebuchet MS"/>
              <a:cs typeface="Trebuchet MS"/>
            </a:endParaRPr>
          </a:p>
        </p:txBody>
      </p:sp>
      <p:sp>
        <p:nvSpPr>
          <p:cNvPr id="12" name="object 12"/>
          <p:cNvSpPr txBox="1"/>
          <p:nvPr/>
        </p:nvSpPr>
        <p:spPr>
          <a:xfrm>
            <a:off x="239395" y="3412172"/>
            <a:ext cx="22542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300</a:t>
            </a:r>
            <a:endParaRPr sz="950">
              <a:latin typeface="Trebuchet MS"/>
              <a:cs typeface="Trebuchet MS"/>
            </a:endParaRPr>
          </a:p>
        </p:txBody>
      </p:sp>
      <p:sp>
        <p:nvSpPr>
          <p:cNvPr id="13" name="object 13"/>
          <p:cNvSpPr txBox="1"/>
          <p:nvPr/>
        </p:nvSpPr>
        <p:spPr>
          <a:xfrm>
            <a:off x="239395" y="3092450"/>
            <a:ext cx="22542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400</a:t>
            </a:r>
            <a:endParaRPr sz="950">
              <a:latin typeface="Trebuchet MS"/>
              <a:cs typeface="Trebuchet MS"/>
            </a:endParaRPr>
          </a:p>
        </p:txBody>
      </p:sp>
      <p:sp>
        <p:nvSpPr>
          <p:cNvPr id="14" name="object 14"/>
          <p:cNvSpPr txBox="1"/>
          <p:nvPr/>
        </p:nvSpPr>
        <p:spPr>
          <a:xfrm>
            <a:off x="1031557" y="4537329"/>
            <a:ext cx="21907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Yes</a:t>
            </a:r>
            <a:endParaRPr sz="950">
              <a:latin typeface="Trebuchet MS"/>
              <a:cs typeface="Trebuchet MS"/>
            </a:endParaRPr>
          </a:p>
        </p:txBody>
      </p:sp>
      <p:sp>
        <p:nvSpPr>
          <p:cNvPr id="15" name="object 15"/>
          <p:cNvSpPr txBox="1"/>
          <p:nvPr/>
        </p:nvSpPr>
        <p:spPr>
          <a:xfrm>
            <a:off x="2189479" y="4537329"/>
            <a:ext cx="17780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No</a:t>
            </a:r>
            <a:endParaRPr sz="950">
              <a:latin typeface="Trebuchet MS"/>
              <a:cs typeface="Trebuchet MS"/>
            </a:endParaRPr>
          </a:p>
        </p:txBody>
      </p:sp>
      <p:sp>
        <p:nvSpPr>
          <p:cNvPr id="16" name="object 16"/>
          <p:cNvSpPr txBox="1"/>
          <p:nvPr/>
        </p:nvSpPr>
        <p:spPr>
          <a:xfrm>
            <a:off x="4788153" y="3715130"/>
            <a:ext cx="113030" cy="173990"/>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17" name="object 17"/>
          <p:cNvSpPr/>
          <p:nvPr/>
        </p:nvSpPr>
        <p:spPr>
          <a:xfrm>
            <a:off x="4695825" y="4000500"/>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E97031"/>
          </a:solidFill>
        </p:spPr>
        <p:txBody>
          <a:bodyPr wrap="square" lIns="0" tIns="0" rIns="0" bIns="0" rtlCol="0"/>
          <a:lstStyle/>
          <a:p>
            <a:endParaRPr/>
          </a:p>
        </p:txBody>
      </p:sp>
      <p:sp>
        <p:nvSpPr>
          <p:cNvPr id="18" name="object 18"/>
          <p:cNvSpPr txBox="1"/>
          <p:nvPr/>
        </p:nvSpPr>
        <p:spPr>
          <a:xfrm>
            <a:off x="4788153" y="3944556"/>
            <a:ext cx="281305" cy="174625"/>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19" name="object 19"/>
          <p:cNvSpPr txBox="1"/>
          <p:nvPr/>
        </p:nvSpPr>
        <p:spPr>
          <a:xfrm>
            <a:off x="78739" y="4982146"/>
            <a:ext cx="6000115" cy="1877060"/>
          </a:xfrm>
          <a:prstGeom prst="rect">
            <a:avLst/>
          </a:prstGeom>
        </p:spPr>
        <p:txBody>
          <a:bodyPr vert="horz" wrap="square" lIns="0" tIns="12700" rIns="0" bIns="0" rtlCol="0">
            <a:spAutoFit/>
          </a:bodyPr>
          <a:lstStyle/>
          <a:p>
            <a:pPr marL="408305" marR="507365" indent="-342900">
              <a:lnSpc>
                <a:spcPct val="114700"/>
              </a:lnSpc>
              <a:spcBef>
                <a:spcPts val="100"/>
              </a:spcBef>
              <a:buSzPct val="52777"/>
              <a:buFont typeface="Symbol"/>
              <a:buChar char=""/>
              <a:tabLst>
                <a:tab pos="408305" algn="l"/>
              </a:tabLst>
            </a:pPr>
            <a:r>
              <a:rPr sz="1800" spc="-35" dirty="0">
                <a:latin typeface="Trebuchet MS"/>
                <a:cs typeface="Trebuchet MS"/>
              </a:rPr>
              <a:t>Yes</a:t>
            </a:r>
            <a:r>
              <a:rPr sz="1800" spc="-180" dirty="0">
                <a:latin typeface="Trebuchet MS"/>
                <a:cs typeface="Trebuchet MS"/>
              </a:rPr>
              <a:t> </a:t>
            </a:r>
            <a:r>
              <a:rPr sz="1800" dirty="0">
                <a:latin typeface="Trebuchet MS"/>
                <a:cs typeface="Trebuchet MS"/>
              </a:rPr>
              <a:t>376</a:t>
            </a:r>
            <a:r>
              <a:rPr sz="1800" spc="-114" dirty="0">
                <a:latin typeface="Trebuchet MS"/>
                <a:cs typeface="Trebuchet MS"/>
              </a:rPr>
              <a:t> </a:t>
            </a:r>
            <a:r>
              <a:rPr sz="1800" spc="-30" dirty="0">
                <a:latin typeface="Trebuchet MS"/>
                <a:cs typeface="Trebuchet MS"/>
              </a:rPr>
              <a:t>(98.9%);</a:t>
            </a:r>
            <a:r>
              <a:rPr sz="1800" spc="-114" dirty="0">
                <a:latin typeface="Trebuchet MS"/>
                <a:cs typeface="Trebuchet MS"/>
              </a:rPr>
              <a:t> </a:t>
            </a:r>
            <a:r>
              <a:rPr sz="1800" spc="70" dirty="0">
                <a:latin typeface="Trebuchet MS"/>
                <a:cs typeface="Trebuchet MS"/>
              </a:rPr>
              <a:t>No</a:t>
            </a:r>
            <a:r>
              <a:rPr sz="1800" spc="-140" dirty="0">
                <a:latin typeface="Trebuchet MS"/>
                <a:cs typeface="Trebuchet MS"/>
              </a:rPr>
              <a:t> </a:t>
            </a:r>
            <a:r>
              <a:rPr sz="1800" dirty="0">
                <a:latin typeface="Trebuchet MS"/>
                <a:cs typeface="Trebuchet MS"/>
              </a:rPr>
              <a:t>4</a:t>
            </a:r>
            <a:r>
              <a:rPr sz="1800" spc="-195" dirty="0">
                <a:latin typeface="Trebuchet MS"/>
                <a:cs typeface="Trebuchet MS"/>
              </a:rPr>
              <a:t> </a:t>
            </a:r>
            <a:r>
              <a:rPr sz="1800" spc="-25" dirty="0">
                <a:latin typeface="Trebuchet MS"/>
                <a:cs typeface="Trebuchet MS"/>
              </a:rPr>
              <a:t>(1.1%);</a:t>
            </a:r>
            <a:r>
              <a:rPr sz="1800" spc="-190" dirty="0">
                <a:latin typeface="Trebuchet MS"/>
                <a:cs typeface="Trebuchet MS"/>
              </a:rPr>
              <a:t> </a:t>
            </a:r>
            <a:r>
              <a:rPr sz="1800" spc="-10" dirty="0">
                <a:latin typeface="Trebuchet MS"/>
                <a:cs typeface="Trebuchet MS"/>
              </a:rPr>
              <a:t>N=380.Data-Analysis- </a:t>
            </a:r>
            <a:r>
              <a:rPr sz="1800" spc="-55" dirty="0">
                <a:latin typeface="Trebuchet MS"/>
                <a:cs typeface="Trebuchet MS"/>
              </a:rPr>
              <a:t>Freq-</a:t>
            </a:r>
            <a:r>
              <a:rPr sz="1800" spc="-10" dirty="0">
                <a:latin typeface="Trebuchet MS"/>
                <a:cs typeface="Trebuchet MS"/>
              </a:rPr>
              <a:t>Graphs</a:t>
            </a:r>
            <a:endParaRPr sz="1800">
              <a:latin typeface="Trebuchet MS"/>
              <a:cs typeface="Trebuchet MS"/>
            </a:endParaRPr>
          </a:p>
          <a:p>
            <a:pPr marL="298450" marR="5080" indent="-286385">
              <a:lnSpc>
                <a:spcPct val="101899"/>
              </a:lnSpc>
              <a:spcBef>
                <a:spcPts val="135"/>
              </a:spcBef>
              <a:buFont typeface="Arial MT"/>
              <a:buChar char="•"/>
              <a:tabLst>
                <a:tab pos="298450" algn="l"/>
              </a:tabLst>
            </a:pPr>
            <a:r>
              <a:rPr sz="1550" dirty="0">
                <a:latin typeface="Times New Roman"/>
                <a:cs typeface="Times New Roman"/>
              </a:rPr>
              <a:t>Near-universal</a:t>
            </a:r>
            <a:r>
              <a:rPr sz="1550" spc="130" dirty="0">
                <a:latin typeface="Times New Roman"/>
                <a:cs typeface="Times New Roman"/>
              </a:rPr>
              <a:t> </a:t>
            </a:r>
            <a:r>
              <a:rPr sz="1550" dirty="0">
                <a:latin typeface="Times New Roman"/>
                <a:cs typeface="Times New Roman"/>
              </a:rPr>
              <a:t>familiarity</a:t>
            </a:r>
            <a:r>
              <a:rPr sz="1550" spc="180" dirty="0">
                <a:latin typeface="Times New Roman"/>
                <a:cs typeface="Times New Roman"/>
              </a:rPr>
              <a:t> </a:t>
            </a:r>
            <a:r>
              <a:rPr sz="1550" dirty="0">
                <a:latin typeface="Times New Roman"/>
                <a:cs typeface="Times New Roman"/>
              </a:rPr>
              <a:t>suggests</a:t>
            </a:r>
            <a:r>
              <a:rPr sz="1550" spc="200" dirty="0">
                <a:latin typeface="Times New Roman"/>
                <a:cs typeface="Times New Roman"/>
              </a:rPr>
              <a:t> </a:t>
            </a:r>
            <a:r>
              <a:rPr sz="1550" dirty="0">
                <a:latin typeface="Times New Roman"/>
                <a:cs typeface="Times New Roman"/>
              </a:rPr>
              <a:t>that</a:t>
            </a:r>
            <a:r>
              <a:rPr sz="1550" spc="135" dirty="0">
                <a:latin typeface="Times New Roman"/>
                <a:cs typeface="Times New Roman"/>
              </a:rPr>
              <a:t> </a:t>
            </a:r>
            <a:r>
              <a:rPr sz="1550" dirty="0">
                <a:latin typeface="Times New Roman"/>
                <a:cs typeface="Times New Roman"/>
              </a:rPr>
              <a:t>foundational</a:t>
            </a:r>
            <a:r>
              <a:rPr sz="1550" spc="235" dirty="0">
                <a:latin typeface="Times New Roman"/>
                <a:cs typeface="Times New Roman"/>
              </a:rPr>
              <a:t> </a:t>
            </a:r>
            <a:r>
              <a:rPr sz="1550" dirty="0">
                <a:latin typeface="Times New Roman"/>
                <a:cs typeface="Times New Roman"/>
              </a:rPr>
              <a:t>awareness</a:t>
            </a:r>
            <a:r>
              <a:rPr sz="1550" spc="204" dirty="0">
                <a:latin typeface="Times New Roman"/>
                <a:cs typeface="Times New Roman"/>
              </a:rPr>
              <a:t> </a:t>
            </a:r>
            <a:r>
              <a:rPr sz="1550" dirty="0">
                <a:latin typeface="Times New Roman"/>
                <a:cs typeface="Times New Roman"/>
              </a:rPr>
              <a:t>is</a:t>
            </a:r>
            <a:r>
              <a:rPr sz="1550" spc="204" dirty="0">
                <a:latin typeface="Times New Roman"/>
                <a:cs typeface="Times New Roman"/>
              </a:rPr>
              <a:t> </a:t>
            </a:r>
            <a:r>
              <a:rPr sz="1550" spc="-25" dirty="0">
                <a:latin typeface="Times New Roman"/>
                <a:cs typeface="Times New Roman"/>
              </a:rPr>
              <a:t>not </a:t>
            </a:r>
            <a:r>
              <a:rPr sz="1550" dirty="0">
                <a:latin typeface="Times New Roman"/>
                <a:cs typeface="Times New Roman"/>
              </a:rPr>
              <a:t>the</a:t>
            </a:r>
            <a:r>
              <a:rPr sz="1550" spc="125" dirty="0">
                <a:latin typeface="Times New Roman"/>
                <a:cs typeface="Times New Roman"/>
              </a:rPr>
              <a:t> </a:t>
            </a:r>
            <a:r>
              <a:rPr sz="1550" dirty="0">
                <a:latin typeface="Times New Roman"/>
                <a:cs typeface="Times New Roman"/>
              </a:rPr>
              <a:t>limiting</a:t>
            </a:r>
            <a:r>
              <a:rPr sz="1550" spc="110" dirty="0">
                <a:latin typeface="Times New Roman"/>
                <a:cs typeface="Times New Roman"/>
              </a:rPr>
              <a:t> </a:t>
            </a:r>
            <a:r>
              <a:rPr sz="1550" dirty="0">
                <a:latin typeface="Times New Roman"/>
                <a:cs typeface="Times New Roman"/>
              </a:rPr>
              <a:t>factor;</a:t>
            </a:r>
            <a:r>
              <a:rPr sz="1550" spc="80" dirty="0">
                <a:latin typeface="Times New Roman"/>
                <a:cs typeface="Times New Roman"/>
              </a:rPr>
              <a:t> </a:t>
            </a:r>
            <a:r>
              <a:rPr sz="1550" dirty="0">
                <a:latin typeface="Times New Roman"/>
                <a:cs typeface="Times New Roman"/>
              </a:rPr>
              <a:t>rather,</a:t>
            </a:r>
            <a:r>
              <a:rPr sz="1550" spc="135" dirty="0">
                <a:latin typeface="Times New Roman"/>
                <a:cs typeface="Times New Roman"/>
              </a:rPr>
              <a:t> </a:t>
            </a:r>
            <a:r>
              <a:rPr sz="1550" dirty="0">
                <a:latin typeface="Times New Roman"/>
                <a:cs typeface="Times New Roman"/>
              </a:rPr>
              <a:t>the</a:t>
            </a:r>
            <a:r>
              <a:rPr sz="1550" spc="35" dirty="0">
                <a:latin typeface="Times New Roman"/>
                <a:cs typeface="Times New Roman"/>
              </a:rPr>
              <a:t> </a:t>
            </a:r>
            <a:r>
              <a:rPr sz="1550" dirty="0">
                <a:latin typeface="Times New Roman"/>
                <a:cs typeface="Times New Roman"/>
              </a:rPr>
              <a:t>challenge</a:t>
            </a:r>
            <a:r>
              <a:rPr sz="1550" spc="130" dirty="0">
                <a:latin typeface="Times New Roman"/>
                <a:cs typeface="Times New Roman"/>
              </a:rPr>
              <a:t> </a:t>
            </a:r>
            <a:r>
              <a:rPr sz="1550" dirty="0">
                <a:latin typeface="Times New Roman"/>
                <a:cs typeface="Times New Roman"/>
              </a:rPr>
              <a:t>lies</a:t>
            </a:r>
            <a:r>
              <a:rPr sz="1550" spc="140" dirty="0">
                <a:latin typeface="Times New Roman"/>
                <a:cs typeface="Times New Roman"/>
              </a:rPr>
              <a:t> </a:t>
            </a:r>
            <a:r>
              <a:rPr sz="1550" dirty="0">
                <a:latin typeface="Times New Roman"/>
                <a:cs typeface="Times New Roman"/>
              </a:rPr>
              <a:t>in</a:t>
            </a:r>
            <a:r>
              <a:rPr sz="1550" spc="110" dirty="0">
                <a:latin typeface="Times New Roman"/>
                <a:cs typeface="Times New Roman"/>
              </a:rPr>
              <a:t> </a:t>
            </a:r>
            <a:r>
              <a:rPr sz="1550" dirty="0">
                <a:latin typeface="Times New Roman"/>
                <a:cs typeface="Times New Roman"/>
              </a:rPr>
              <a:t>correcting</a:t>
            </a:r>
            <a:r>
              <a:rPr sz="1550" spc="110" dirty="0">
                <a:latin typeface="Times New Roman"/>
                <a:cs typeface="Times New Roman"/>
              </a:rPr>
              <a:t> </a:t>
            </a:r>
            <a:r>
              <a:rPr sz="1550" spc="-10" dirty="0">
                <a:latin typeface="Times New Roman"/>
                <a:cs typeface="Times New Roman"/>
              </a:rPr>
              <a:t>misbeliefs </a:t>
            </a:r>
            <a:r>
              <a:rPr sz="1550" dirty="0">
                <a:latin typeface="Times New Roman"/>
                <a:cs typeface="Times New Roman"/>
              </a:rPr>
              <a:t>about</a:t>
            </a:r>
            <a:r>
              <a:rPr sz="1550" spc="75" dirty="0">
                <a:latin typeface="Times New Roman"/>
                <a:cs typeface="Times New Roman"/>
              </a:rPr>
              <a:t> </a:t>
            </a:r>
            <a:r>
              <a:rPr sz="1550" dirty="0">
                <a:latin typeface="Times New Roman"/>
                <a:cs typeface="Times New Roman"/>
              </a:rPr>
              <a:t>when</a:t>
            </a:r>
            <a:r>
              <a:rPr sz="1550" spc="110" dirty="0">
                <a:latin typeface="Times New Roman"/>
                <a:cs typeface="Times New Roman"/>
              </a:rPr>
              <a:t> </a:t>
            </a:r>
            <a:r>
              <a:rPr sz="1550" dirty="0">
                <a:latin typeface="Times New Roman"/>
                <a:cs typeface="Times New Roman"/>
              </a:rPr>
              <a:t>to</a:t>
            </a:r>
            <a:r>
              <a:rPr sz="1550" spc="110" dirty="0">
                <a:latin typeface="Times New Roman"/>
                <a:cs typeface="Times New Roman"/>
              </a:rPr>
              <a:t> </a:t>
            </a:r>
            <a:r>
              <a:rPr sz="1550" dirty="0">
                <a:latin typeface="Times New Roman"/>
                <a:cs typeface="Times New Roman"/>
              </a:rPr>
              <a:t>initiate</a:t>
            </a:r>
            <a:r>
              <a:rPr sz="1550" spc="40" dirty="0">
                <a:latin typeface="Times New Roman"/>
                <a:cs typeface="Times New Roman"/>
              </a:rPr>
              <a:t> </a:t>
            </a:r>
            <a:r>
              <a:rPr sz="1550" dirty="0">
                <a:latin typeface="Times New Roman"/>
                <a:cs typeface="Times New Roman"/>
              </a:rPr>
              <a:t>therapy,</a:t>
            </a:r>
            <a:r>
              <a:rPr sz="1550" spc="130" dirty="0">
                <a:latin typeface="Times New Roman"/>
                <a:cs typeface="Times New Roman"/>
              </a:rPr>
              <a:t> </a:t>
            </a:r>
            <a:r>
              <a:rPr sz="1550" dirty="0">
                <a:latin typeface="Times New Roman"/>
                <a:cs typeface="Times New Roman"/>
              </a:rPr>
              <a:t>appropriate</a:t>
            </a:r>
            <a:r>
              <a:rPr sz="1550" spc="130" dirty="0">
                <a:latin typeface="Times New Roman"/>
                <a:cs typeface="Times New Roman"/>
              </a:rPr>
              <a:t> </a:t>
            </a:r>
            <a:r>
              <a:rPr sz="1550" dirty="0">
                <a:latin typeface="Times New Roman"/>
                <a:cs typeface="Times New Roman"/>
              </a:rPr>
              <a:t>duration,</a:t>
            </a:r>
            <a:r>
              <a:rPr sz="1550" spc="135" dirty="0">
                <a:latin typeface="Times New Roman"/>
                <a:cs typeface="Times New Roman"/>
              </a:rPr>
              <a:t> </a:t>
            </a:r>
            <a:r>
              <a:rPr sz="1550" dirty="0">
                <a:latin typeface="Times New Roman"/>
                <a:cs typeface="Times New Roman"/>
              </a:rPr>
              <a:t>and</a:t>
            </a:r>
            <a:r>
              <a:rPr sz="1550" spc="110" dirty="0">
                <a:latin typeface="Times New Roman"/>
                <a:cs typeface="Times New Roman"/>
              </a:rPr>
              <a:t> </a:t>
            </a:r>
            <a:r>
              <a:rPr sz="1550" spc="-25" dirty="0">
                <a:latin typeface="Times New Roman"/>
                <a:cs typeface="Times New Roman"/>
              </a:rPr>
              <a:t>the </a:t>
            </a:r>
            <a:r>
              <a:rPr sz="1550" dirty="0">
                <a:latin typeface="Times New Roman"/>
                <a:cs typeface="Times New Roman"/>
              </a:rPr>
              <a:t>consequences</a:t>
            </a:r>
            <a:r>
              <a:rPr sz="1550" spc="175" dirty="0">
                <a:latin typeface="Times New Roman"/>
                <a:cs typeface="Times New Roman"/>
              </a:rPr>
              <a:t> </a:t>
            </a:r>
            <a:r>
              <a:rPr sz="1550" dirty="0">
                <a:latin typeface="Times New Roman"/>
                <a:cs typeface="Times New Roman"/>
              </a:rPr>
              <a:t>of</a:t>
            </a:r>
            <a:r>
              <a:rPr sz="1550" spc="100" dirty="0">
                <a:latin typeface="Times New Roman"/>
                <a:cs typeface="Times New Roman"/>
              </a:rPr>
              <a:t> </a:t>
            </a:r>
            <a:r>
              <a:rPr sz="1550" dirty="0">
                <a:latin typeface="Times New Roman"/>
                <a:cs typeface="Times New Roman"/>
              </a:rPr>
              <a:t>indiscriminate</a:t>
            </a:r>
            <a:r>
              <a:rPr sz="1550" spc="160" dirty="0">
                <a:latin typeface="Times New Roman"/>
                <a:cs typeface="Times New Roman"/>
              </a:rPr>
              <a:t> </a:t>
            </a:r>
            <a:r>
              <a:rPr sz="1550" dirty="0">
                <a:latin typeface="Times New Roman"/>
                <a:cs typeface="Times New Roman"/>
              </a:rPr>
              <a:t>use,</a:t>
            </a:r>
            <a:r>
              <a:rPr sz="1550" spc="75" dirty="0">
                <a:latin typeface="Times New Roman"/>
                <a:cs typeface="Times New Roman"/>
              </a:rPr>
              <a:t> </a:t>
            </a:r>
            <a:r>
              <a:rPr sz="1550" dirty="0">
                <a:latin typeface="Times New Roman"/>
                <a:cs typeface="Times New Roman"/>
              </a:rPr>
              <a:t>which</a:t>
            </a:r>
            <a:r>
              <a:rPr sz="1550" spc="145" dirty="0">
                <a:latin typeface="Times New Roman"/>
                <a:cs typeface="Times New Roman"/>
              </a:rPr>
              <a:t> </a:t>
            </a:r>
            <a:r>
              <a:rPr sz="1550" dirty="0">
                <a:latin typeface="Times New Roman"/>
                <a:cs typeface="Times New Roman"/>
              </a:rPr>
              <a:t>require</a:t>
            </a:r>
            <a:r>
              <a:rPr sz="1550" spc="165" dirty="0">
                <a:latin typeface="Times New Roman"/>
                <a:cs typeface="Times New Roman"/>
              </a:rPr>
              <a:t> </a:t>
            </a:r>
            <a:r>
              <a:rPr sz="1550" dirty="0">
                <a:latin typeface="Times New Roman"/>
                <a:cs typeface="Times New Roman"/>
              </a:rPr>
              <a:t>targeted,</a:t>
            </a:r>
            <a:r>
              <a:rPr sz="1550" spc="170" dirty="0">
                <a:latin typeface="Times New Roman"/>
                <a:cs typeface="Times New Roman"/>
              </a:rPr>
              <a:t> </a:t>
            </a:r>
            <a:r>
              <a:rPr sz="1550" spc="-10" dirty="0">
                <a:latin typeface="Times New Roman"/>
                <a:cs typeface="Times New Roman"/>
              </a:rPr>
              <a:t>practice- </a:t>
            </a:r>
            <a:r>
              <a:rPr sz="1550" dirty="0">
                <a:latin typeface="Times New Roman"/>
                <a:cs typeface="Times New Roman"/>
              </a:rPr>
              <a:t>oriented</a:t>
            </a:r>
            <a:r>
              <a:rPr sz="1550" spc="175" dirty="0">
                <a:latin typeface="Times New Roman"/>
                <a:cs typeface="Times New Roman"/>
              </a:rPr>
              <a:t> </a:t>
            </a:r>
            <a:r>
              <a:rPr sz="1550" spc="-10" dirty="0">
                <a:latin typeface="Times New Roman"/>
                <a:cs typeface="Times New Roman"/>
              </a:rPr>
              <a:t>education</a:t>
            </a:r>
            <a:endParaRPr sz="1550">
              <a:latin typeface="Times New Roman"/>
              <a:cs typeface="Times New Roman"/>
            </a:endParaRPr>
          </a:p>
        </p:txBody>
      </p:sp>
      <p:graphicFrame>
        <p:nvGraphicFramePr>
          <p:cNvPr id="20" name="object 20"/>
          <p:cNvGraphicFramePr>
            <a:graphicFrameLocks noGrp="1"/>
          </p:cNvGraphicFramePr>
          <p:nvPr/>
        </p:nvGraphicFramePr>
        <p:xfrm>
          <a:off x="6824598" y="485266"/>
          <a:ext cx="5065392" cy="1530350"/>
        </p:xfrm>
        <a:graphic>
          <a:graphicData uri="http://schemas.openxmlformats.org/drawingml/2006/table">
            <a:tbl>
              <a:tblPr firstRow="1" bandRow="1">
                <a:tableStyleId>{2D5ABB26-0587-4C30-8999-92F81FD0307C}</a:tableStyleId>
              </a:tblPr>
              <a:tblGrid>
                <a:gridCol w="1688464">
                  <a:extLst>
                    <a:ext uri="{9D8B030D-6E8A-4147-A177-3AD203B41FA5}">
                      <a16:colId xmlns:a16="http://schemas.microsoft.com/office/drawing/2014/main" val="20000"/>
                    </a:ext>
                  </a:extLst>
                </a:gridCol>
                <a:gridCol w="1688464">
                  <a:extLst>
                    <a:ext uri="{9D8B030D-6E8A-4147-A177-3AD203B41FA5}">
                      <a16:colId xmlns:a16="http://schemas.microsoft.com/office/drawing/2014/main" val="20001"/>
                    </a:ext>
                  </a:extLst>
                </a:gridCol>
                <a:gridCol w="1688464">
                  <a:extLst>
                    <a:ext uri="{9D8B030D-6E8A-4147-A177-3AD203B41FA5}">
                      <a16:colId xmlns:a16="http://schemas.microsoft.com/office/drawing/2014/main" val="20002"/>
                    </a:ext>
                  </a:extLst>
                </a:gridCol>
              </a:tblGrid>
              <a:tr h="932180">
                <a:tc>
                  <a:txBody>
                    <a:bodyPr/>
                    <a:lstStyle/>
                    <a:p>
                      <a:pPr marL="73660">
                        <a:lnSpc>
                          <a:spcPct val="100000"/>
                        </a:lnSpc>
                        <a:spcBef>
                          <a:spcPts val="80"/>
                        </a:spcBef>
                      </a:pPr>
                      <a:r>
                        <a:rPr sz="1200" b="1" dirty="0">
                          <a:solidFill>
                            <a:srgbClr val="FFFFFF"/>
                          </a:solidFill>
                          <a:latin typeface="Trebuchet MS"/>
                          <a:cs typeface="Trebuchet MS"/>
                        </a:rPr>
                        <a:t>2.</a:t>
                      </a:r>
                      <a:r>
                        <a:rPr sz="1200" b="1" spc="15" dirty="0">
                          <a:solidFill>
                            <a:srgbClr val="FFFFFF"/>
                          </a:solidFill>
                          <a:latin typeface="Trebuchet MS"/>
                          <a:cs typeface="Trebuchet MS"/>
                        </a:rPr>
                        <a:t> </a:t>
                      </a:r>
                      <a:r>
                        <a:rPr sz="1200" b="1" spc="-10" dirty="0">
                          <a:solidFill>
                            <a:srgbClr val="FFFFFF"/>
                          </a:solidFill>
                          <a:latin typeface="Trebuchet MS"/>
                          <a:cs typeface="Trebuchet MS"/>
                        </a:rPr>
                        <a:t>Have</a:t>
                      </a:r>
                      <a:r>
                        <a:rPr sz="1200" b="1" spc="-135" dirty="0">
                          <a:solidFill>
                            <a:srgbClr val="FFFFFF"/>
                          </a:solidFill>
                          <a:latin typeface="Trebuchet MS"/>
                          <a:cs typeface="Trebuchet MS"/>
                        </a:rPr>
                        <a:t> </a:t>
                      </a:r>
                      <a:r>
                        <a:rPr sz="1200" b="1" spc="-25" dirty="0">
                          <a:solidFill>
                            <a:srgbClr val="FFFFFF"/>
                          </a:solidFill>
                          <a:latin typeface="Trebuchet MS"/>
                          <a:cs typeface="Trebuchet MS"/>
                        </a:rPr>
                        <a:t>you</a:t>
                      </a:r>
                      <a:r>
                        <a:rPr sz="1200" b="1" spc="-90" dirty="0">
                          <a:solidFill>
                            <a:srgbClr val="FFFFFF"/>
                          </a:solidFill>
                          <a:latin typeface="Trebuchet MS"/>
                          <a:cs typeface="Trebuchet MS"/>
                        </a:rPr>
                        <a:t> </a:t>
                      </a:r>
                      <a:r>
                        <a:rPr sz="1200" b="1" spc="-20" dirty="0">
                          <a:solidFill>
                            <a:srgbClr val="FFFFFF"/>
                          </a:solidFill>
                          <a:latin typeface="Trebuchet MS"/>
                          <a:cs typeface="Trebuchet MS"/>
                        </a:rPr>
                        <a:t>heard</a:t>
                      </a:r>
                      <a:endParaRPr sz="1200">
                        <a:latin typeface="Trebuchet MS"/>
                        <a:cs typeface="Trebuchet MS"/>
                      </a:endParaRPr>
                    </a:p>
                    <a:p>
                      <a:pPr marL="73660" marR="415290">
                        <a:lnSpc>
                          <a:spcPct val="114799"/>
                        </a:lnSpc>
                      </a:pPr>
                      <a:r>
                        <a:rPr sz="1200" b="1" spc="-10" dirty="0">
                          <a:solidFill>
                            <a:srgbClr val="FFFFFF"/>
                          </a:solidFill>
                          <a:latin typeface="Trebuchet MS"/>
                          <a:cs typeface="Trebuchet MS"/>
                        </a:rPr>
                        <a:t>about</a:t>
                      </a:r>
                      <a:r>
                        <a:rPr sz="1200" b="1" spc="-100" dirty="0">
                          <a:solidFill>
                            <a:srgbClr val="FFFFFF"/>
                          </a:solidFill>
                          <a:latin typeface="Trebuchet MS"/>
                          <a:cs typeface="Trebuchet MS"/>
                        </a:rPr>
                        <a:t> </a:t>
                      </a:r>
                      <a:r>
                        <a:rPr sz="1200" b="1" spc="-10" dirty="0">
                          <a:solidFill>
                            <a:srgbClr val="FFFFFF"/>
                          </a:solidFill>
                          <a:latin typeface="Trebuchet MS"/>
                          <a:cs typeface="Trebuchet MS"/>
                        </a:rPr>
                        <a:t>Antibiotics resistance?</a:t>
                      </a:r>
                      <a:endParaRPr sz="1200">
                        <a:latin typeface="Trebuchet MS"/>
                        <a:cs typeface="Trebuchet MS"/>
                      </a:endParaRPr>
                    </a:p>
                  </a:txBody>
                  <a:tcPr marL="0" marR="0" marT="101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74930">
                        <a:lnSpc>
                          <a:spcPct val="100000"/>
                        </a:lnSpc>
                        <a:spcBef>
                          <a:spcPts val="80"/>
                        </a:spcBef>
                      </a:pPr>
                      <a:r>
                        <a:rPr sz="1200" b="1" dirty="0">
                          <a:solidFill>
                            <a:srgbClr val="FFFFFF"/>
                          </a:solidFill>
                          <a:latin typeface="Trebuchet MS"/>
                          <a:cs typeface="Trebuchet MS"/>
                        </a:rPr>
                        <a:t>Count</a:t>
                      </a:r>
                      <a:r>
                        <a:rPr sz="1200" b="1" spc="-105" dirty="0">
                          <a:solidFill>
                            <a:srgbClr val="FFFFFF"/>
                          </a:solidFill>
                          <a:latin typeface="Trebuchet MS"/>
                          <a:cs typeface="Trebuchet MS"/>
                        </a:rPr>
                        <a:t> </a:t>
                      </a:r>
                      <a:r>
                        <a:rPr sz="1200" b="1" spc="-25" dirty="0">
                          <a:solidFill>
                            <a:srgbClr val="FFFFFF"/>
                          </a:solidFill>
                          <a:latin typeface="Trebuchet MS"/>
                          <a:cs typeface="Trebuchet MS"/>
                        </a:rPr>
                        <a:t>of</a:t>
                      </a:r>
                      <a:r>
                        <a:rPr sz="1200" b="1" spc="-75" dirty="0">
                          <a:solidFill>
                            <a:srgbClr val="FFFFFF"/>
                          </a:solidFill>
                          <a:latin typeface="Trebuchet MS"/>
                          <a:cs typeface="Trebuchet MS"/>
                        </a:rPr>
                        <a:t> </a:t>
                      </a:r>
                      <a:r>
                        <a:rPr sz="1200" b="1" spc="-50" dirty="0">
                          <a:solidFill>
                            <a:srgbClr val="FFFFFF"/>
                          </a:solidFill>
                          <a:latin typeface="Trebuchet MS"/>
                          <a:cs typeface="Trebuchet MS"/>
                        </a:rPr>
                        <a:t>2</a:t>
                      </a:r>
                      <a:endParaRPr sz="1200">
                        <a:latin typeface="Trebuchet MS"/>
                        <a:cs typeface="Trebuchet MS"/>
                      </a:endParaRPr>
                    </a:p>
                    <a:p>
                      <a:pPr marL="74930" marR="99695">
                        <a:lnSpc>
                          <a:spcPct val="114700"/>
                        </a:lnSpc>
                        <a:spcBef>
                          <a:spcPts val="755"/>
                        </a:spcBef>
                      </a:pPr>
                      <a:r>
                        <a:rPr sz="1200" b="1" spc="-10" dirty="0">
                          <a:solidFill>
                            <a:srgbClr val="FFFFFF"/>
                          </a:solidFill>
                          <a:latin typeface="Trebuchet MS"/>
                          <a:cs typeface="Trebuchet MS"/>
                        </a:rPr>
                        <a:t>Have</a:t>
                      </a:r>
                      <a:r>
                        <a:rPr sz="1200" b="1" spc="-114" dirty="0">
                          <a:solidFill>
                            <a:srgbClr val="FFFFFF"/>
                          </a:solidFill>
                          <a:latin typeface="Trebuchet MS"/>
                          <a:cs typeface="Trebuchet MS"/>
                        </a:rPr>
                        <a:t> </a:t>
                      </a:r>
                      <a:r>
                        <a:rPr sz="1200" b="1" spc="-30" dirty="0">
                          <a:solidFill>
                            <a:srgbClr val="FFFFFF"/>
                          </a:solidFill>
                          <a:latin typeface="Trebuchet MS"/>
                          <a:cs typeface="Trebuchet MS"/>
                        </a:rPr>
                        <a:t>you</a:t>
                      </a:r>
                      <a:r>
                        <a:rPr sz="1200" b="1" spc="-65" dirty="0">
                          <a:solidFill>
                            <a:srgbClr val="FFFFFF"/>
                          </a:solidFill>
                          <a:latin typeface="Trebuchet MS"/>
                          <a:cs typeface="Trebuchet MS"/>
                        </a:rPr>
                        <a:t> </a:t>
                      </a:r>
                      <a:r>
                        <a:rPr sz="1200" b="1" spc="-40" dirty="0">
                          <a:solidFill>
                            <a:srgbClr val="FFFFFF"/>
                          </a:solidFill>
                          <a:latin typeface="Trebuchet MS"/>
                          <a:cs typeface="Trebuchet MS"/>
                        </a:rPr>
                        <a:t>heard</a:t>
                      </a:r>
                      <a:r>
                        <a:rPr sz="1200" b="1" spc="-70" dirty="0">
                          <a:solidFill>
                            <a:srgbClr val="FFFFFF"/>
                          </a:solidFill>
                          <a:latin typeface="Trebuchet MS"/>
                          <a:cs typeface="Trebuchet MS"/>
                        </a:rPr>
                        <a:t> </a:t>
                      </a:r>
                      <a:r>
                        <a:rPr sz="1200" b="1" spc="-20" dirty="0">
                          <a:solidFill>
                            <a:srgbClr val="FFFFFF"/>
                          </a:solidFill>
                          <a:latin typeface="Trebuchet MS"/>
                          <a:cs typeface="Trebuchet MS"/>
                        </a:rPr>
                        <a:t>about </a:t>
                      </a:r>
                      <a:r>
                        <a:rPr sz="1200" b="1" spc="-10" dirty="0">
                          <a:solidFill>
                            <a:srgbClr val="FFFFFF"/>
                          </a:solidFill>
                          <a:latin typeface="Trebuchet MS"/>
                          <a:cs typeface="Trebuchet MS"/>
                        </a:rPr>
                        <a:t>Antibiotics resistance??</a:t>
                      </a:r>
                      <a:endParaRPr sz="1200">
                        <a:latin typeface="Trebuchet MS"/>
                        <a:cs typeface="Trebuchet MS"/>
                      </a:endParaRPr>
                    </a:p>
                  </a:txBody>
                  <a:tcPr marL="0" marR="0" marT="101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76200">
                        <a:lnSpc>
                          <a:spcPct val="100000"/>
                        </a:lnSpc>
                        <a:spcBef>
                          <a:spcPts val="80"/>
                        </a:spcBef>
                      </a:pPr>
                      <a:r>
                        <a:rPr sz="1200" b="1" dirty="0">
                          <a:solidFill>
                            <a:srgbClr val="FFFFFF"/>
                          </a:solidFill>
                          <a:latin typeface="Trebuchet MS"/>
                          <a:cs typeface="Trebuchet MS"/>
                        </a:rPr>
                        <a:t>GT%</a:t>
                      </a:r>
                      <a:r>
                        <a:rPr sz="1200" b="1" spc="-75" dirty="0">
                          <a:solidFill>
                            <a:srgbClr val="FFFFFF"/>
                          </a:solidFill>
                          <a:latin typeface="Trebuchet MS"/>
                          <a:cs typeface="Trebuchet MS"/>
                        </a:rPr>
                        <a:t> </a:t>
                      </a:r>
                      <a:r>
                        <a:rPr sz="1200" b="1" dirty="0">
                          <a:solidFill>
                            <a:srgbClr val="FFFFFF"/>
                          </a:solidFill>
                          <a:latin typeface="Trebuchet MS"/>
                          <a:cs typeface="Trebuchet MS"/>
                        </a:rPr>
                        <a:t>Count</a:t>
                      </a:r>
                      <a:r>
                        <a:rPr sz="1200" b="1" spc="-90" dirty="0">
                          <a:solidFill>
                            <a:srgbClr val="FFFFFF"/>
                          </a:solidFill>
                          <a:latin typeface="Trebuchet MS"/>
                          <a:cs typeface="Trebuchet MS"/>
                        </a:rPr>
                        <a:t> </a:t>
                      </a:r>
                      <a:r>
                        <a:rPr sz="1200" b="1" spc="-25" dirty="0">
                          <a:solidFill>
                            <a:srgbClr val="FFFFFF"/>
                          </a:solidFill>
                          <a:latin typeface="Trebuchet MS"/>
                          <a:cs typeface="Trebuchet MS"/>
                        </a:rPr>
                        <a:t>of</a:t>
                      </a:r>
                      <a:r>
                        <a:rPr sz="1200" b="1" spc="-70" dirty="0">
                          <a:solidFill>
                            <a:srgbClr val="FFFFFF"/>
                          </a:solidFill>
                          <a:latin typeface="Trebuchet MS"/>
                          <a:cs typeface="Trebuchet MS"/>
                        </a:rPr>
                        <a:t> </a:t>
                      </a:r>
                      <a:r>
                        <a:rPr sz="1200" b="1" spc="-50" dirty="0">
                          <a:solidFill>
                            <a:srgbClr val="FFFFFF"/>
                          </a:solidFill>
                          <a:latin typeface="Trebuchet MS"/>
                          <a:cs typeface="Trebuchet MS"/>
                        </a:rPr>
                        <a:t>2</a:t>
                      </a:r>
                      <a:endParaRPr sz="1200">
                        <a:latin typeface="Trebuchet MS"/>
                        <a:cs typeface="Trebuchet MS"/>
                      </a:endParaRPr>
                    </a:p>
                    <a:p>
                      <a:pPr marL="76200" marR="103505">
                        <a:lnSpc>
                          <a:spcPct val="114700"/>
                        </a:lnSpc>
                        <a:spcBef>
                          <a:spcPts val="755"/>
                        </a:spcBef>
                      </a:pPr>
                      <a:r>
                        <a:rPr sz="1200" b="1" spc="-20" dirty="0">
                          <a:solidFill>
                            <a:srgbClr val="FFFFFF"/>
                          </a:solidFill>
                          <a:latin typeface="Trebuchet MS"/>
                          <a:cs typeface="Trebuchet MS"/>
                        </a:rPr>
                        <a:t>Have</a:t>
                      </a:r>
                      <a:r>
                        <a:rPr sz="1200" b="1" spc="-105" dirty="0">
                          <a:solidFill>
                            <a:srgbClr val="FFFFFF"/>
                          </a:solidFill>
                          <a:latin typeface="Trebuchet MS"/>
                          <a:cs typeface="Trebuchet MS"/>
                        </a:rPr>
                        <a:t> </a:t>
                      </a:r>
                      <a:r>
                        <a:rPr sz="1200" b="1" spc="-35" dirty="0">
                          <a:solidFill>
                            <a:srgbClr val="FFFFFF"/>
                          </a:solidFill>
                          <a:latin typeface="Trebuchet MS"/>
                          <a:cs typeface="Trebuchet MS"/>
                        </a:rPr>
                        <a:t>you</a:t>
                      </a:r>
                      <a:r>
                        <a:rPr sz="1200" b="1" spc="-55" dirty="0">
                          <a:solidFill>
                            <a:srgbClr val="FFFFFF"/>
                          </a:solidFill>
                          <a:latin typeface="Trebuchet MS"/>
                          <a:cs typeface="Trebuchet MS"/>
                        </a:rPr>
                        <a:t> </a:t>
                      </a:r>
                      <a:r>
                        <a:rPr sz="1200" b="1" spc="-40" dirty="0">
                          <a:solidFill>
                            <a:srgbClr val="FFFFFF"/>
                          </a:solidFill>
                          <a:latin typeface="Trebuchet MS"/>
                          <a:cs typeface="Trebuchet MS"/>
                        </a:rPr>
                        <a:t>heard</a:t>
                      </a:r>
                      <a:r>
                        <a:rPr sz="1200" b="1" spc="-60" dirty="0">
                          <a:solidFill>
                            <a:srgbClr val="FFFFFF"/>
                          </a:solidFill>
                          <a:latin typeface="Trebuchet MS"/>
                          <a:cs typeface="Trebuchet MS"/>
                        </a:rPr>
                        <a:t> </a:t>
                      </a:r>
                      <a:r>
                        <a:rPr sz="1200" b="1" spc="-20" dirty="0">
                          <a:solidFill>
                            <a:srgbClr val="FFFFFF"/>
                          </a:solidFill>
                          <a:latin typeface="Trebuchet MS"/>
                          <a:cs typeface="Trebuchet MS"/>
                        </a:rPr>
                        <a:t>about </a:t>
                      </a:r>
                      <a:r>
                        <a:rPr sz="1200" b="1" spc="-10" dirty="0">
                          <a:solidFill>
                            <a:srgbClr val="FFFFFF"/>
                          </a:solidFill>
                          <a:latin typeface="Trebuchet MS"/>
                          <a:cs typeface="Trebuchet MS"/>
                        </a:rPr>
                        <a:t>Antibiotics resistance?</a:t>
                      </a:r>
                      <a:endParaRPr sz="1200">
                        <a:latin typeface="Trebuchet MS"/>
                        <a:cs typeface="Trebuchet MS"/>
                      </a:endParaRPr>
                    </a:p>
                  </a:txBody>
                  <a:tcPr marL="0" marR="0" marT="101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extLst>
                  <a:ext uri="{0D108BD9-81ED-4DB2-BD59-A6C34878D82A}">
                    <a16:rowId xmlns:a16="http://schemas.microsoft.com/office/drawing/2014/main" val="10000"/>
                  </a:ext>
                </a:extLst>
              </a:tr>
              <a:tr h="199390">
                <a:tc>
                  <a:txBody>
                    <a:bodyPr/>
                    <a:lstStyle/>
                    <a:p>
                      <a:pPr marL="73660">
                        <a:lnSpc>
                          <a:spcPts val="1380"/>
                        </a:lnSpc>
                        <a:spcBef>
                          <a:spcPts val="90"/>
                        </a:spcBef>
                      </a:pPr>
                      <a:r>
                        <a:rPr sz="1200" b="1" spc="-25" dirty="0">
                          <a:solidFill>
                            <a:srgbClr val="FFFFFF"/>
                          </a:solidFill>
                          <a:latin typeface="Trebuchet MS"/>
                          <a:cs typeface="Trebuchet MS"/>
                        </a:rPr>
                        <a:t>Yes</a:t>
                      </a:r>
                      <a:endParaRPr sz="1200">
                        <a:latin typeface="Trebuchet MS"/>
                        <a:cs typeface="Trebuchet MS"/>
                      </a:endParaRPr>
                    </a:p>
                  </a:txBody>
                  <a:tcPr marL="0" marR="0" marT="114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155F82"/>
                    </a:solidFill>
                  </a:tcPr>
                </a:tc>
                <a:tc>
                  <a:txBody>
                    <a:bodyPr/>
                    <a:lstStyle/>
                    <a:p>
                      <a:pPr marL="74930">
                        <a:lnSpc>
                          <a:spcPts val="1380"/>
                        </a:lnSpc>
                        <a:spcBef>
                          <a:spcPts val="90"/>
                        </a:spcBef>
                      </a:pPr>
                      <a:r>
                        <a:rPr sz="1200" spc="-25" dirty="0">
                          <a:latin typeface="Trebuchet MS"/>
                          <a:cs typeface="Trebuchet MS"/>
                        </a:rPr>
                        <a:t>350</a:t>
                      </a:r>
                      <a:endParaRPr sz="1200">
                        <a:latin typeface="Trebuchet MS"/>
                        <a:cs typeface="Trebuchet MS"/>
                      </a:endParaRPr>
                    </a:p>
                  </a:txBody>
                  <a:tcPr marL="0" marR="0" marT="114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tc>
                  <a:txBody>
                    <a:bodyPr/>
                    <a:lstStyle/>
                    <a:p>
                      <a:pPr marL="76200">
                        <a:lnSpc>
                          <a:spcPts val="1380"/>
                        </a:lnSpc>
                        <a:spcBef>
                          <a:spcPts val="90"/>
                        </a:spcBef>
                      </a:pPr>
                      <a:r>
                        <a:rPr sz="1200" spc="-10" dirty="0">
                          <a:latin typeface="Trebuchet MS"/>
                          <a:cs typeface="Trebuchet MS"/>
                        </a:rPr>
                        <a:t>92.1%</a:t>
                      </a:r>
                      <a:endParaRPr sz="1200">
                        <a:latin typeface="Trebuchet MS"/>
                        <a:cs typeface="Trebuchet MS"/>
                      </a:endParaRPr>
                    </a:p>
                  </a:txBody>
                  <a:tcPr marL="0" marR="0" marT="114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1"/>
                  </a:ext>
                </a:extLst>
              </a:tr>
              <a:tr h="199390">
                <a:tc>
                  <a:txBody>
                    <a:bodyPr/>
                    <a:lstStyle/>
                    <a:p>
                      <a:pPr marL="73660">
                        <a:lnSpc>
                          <a:spcPts val="1380"/>
                        </a:lnSpc>
                        <a:spcBef>
                          <a:spcPts val="95"/>
                        </a:spcBef>
                      </a:pPr>
                      <a:r>
                        <a:rPr sz="1200" b="1" spc="40" dirty="0">
                          <a:solidFill>
                            <a:srgbClr val="FFFFFF"/>
                          </a:solidFill>
                          <a:latin typeface="Trebuchet MS"/>
                          <a:cs typeface="Trebuchet MS"/>
                        </a:rPr>
                        <a:t>No</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74930">
                        <a:lnSpc>
                          <a:spcPts val="1380"/>
                        </a:lnSpc>
                        <a:spcBef>
                          <a:spcPts val="95"/>
                        </a:spcBef>
                      </a:pPr>
                      <a:r>
                        <a:rPr sz="1200" spc="-25" dirty="0">
                          <a:latin typeface="Trebuchet MS"/>
                          <a:cs typeface="Trebuchet MS"/>
                        </a:rPr>
                        <a:t>50</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76200">
                        <a:lnSpc>
                          <a:spcPts val="1380"/>
                        </a:lnSpc>
                        <a:spcBef>
                          <a:spcPts val="95"/>
                        </a:spcBef>
                      </a:pPr>
                      <a:r>
                        <a:rPr sz="1200" spc="30" dirty="0">
                          <a:latin typeface="Trebuchet MS"/>
                          <a:cs typeface="Trebuchet MS"/>
                        </a:rPr>
                        <a:t>7.9%</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199390">
                <a:tc>
                  <a:txBody>
                    <a:bodyPr/>
                    <a:lstStyle/>
                    <a:p>
                      <a:pPr marL="73660">
                        <a:lnSpc>
                          <a:spcPts val="1375"/>
                        </a:lnSpc>
                        <a:spcBef>
                          <a:spcPts val="95"/>
                        </a:spcBef>
                      </a:pPr>
                      <a:r>
                        <a:rPr sz="1200" b="1" spc="-10" dirty="0">
                          <a:solidFill>
                            <a:srgbClr val="FFFFFF"/>
                          </a:solidFill>
                          <a:latin typeface="Trebuchet MS"/>
                          <a:cs typeface="Trebuchet MS"/>
                        </a:rPr>
                        <a:t>Total</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74930">
                        <a:lnSpc>
                          <a:spcPts val="1375"/>
                        </a:lnSpc>
                        <a:spcBef>
                          <a:spcPts val="95"/>
                        </a:spcBef>
                      </a:pPr>
                      <a:r>
                        <a:rPr sz="1200" spc="-25" dirty="0">
                          <a:latin typeface="Trebuchet MS"/>
                          <a:cs typeface="Trebuchet MS"/>
                        </a:rPr>
                        <a:t>380</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76200">
                        <a:lnSpc>
                          <a:spcPts val="1375"/>
                        </a:lnSpc>
                        <a:spcBef>
                          <a:spcPts val="95"/>
                        </a:spcBef>
                      </a:pPr>
                      <a:r>
                        <a:rPr sz="1200" spc="60" dirty="0">
                          <a:latin typeface="Trebuchet MS"/>
                          <a:cs typeface="Trebuchet MS"/>
                        </a:rPr>
                        <a:t>100%</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3"/>
                  </a:ext>
                </a:extLst>
              </a:tr>
            </a:tbl>
          </a:graphicData>
        </a:graphic>
      </p:graphicFrame>
      <p:grpSp>
        <p:nvGrpSpPr>
          <p:cNvPr id="21" name="object 21"/>
          <p:cNvGrpSpPr/>
          <p:nvPr/>
        </p:nvGrpSpPr>
        <p:grpSpPr>
          <a:xfrm>
            <a:off x="7685151" y="2362026"/>
            <a:ext cx="3198495" cy="1891030"/>
            <a:chOff x="7685151" y="2362026"/>
            <a:chExt cx="3198495" cy="1891030"/>
          </a:xfrm>
        </p:grpSpPr>
        <p:pic>
          <p:nvPicPr>
            <p:cNvPr id="22" name="object 22"/>
            <p:cNvPicPr/>
            <p:nvPr/>
          </p:nvPicPr>
          <p:blipFill>
            <a:blip r:embed="rId2" cstate="print"/>
            <a:stretch>
              <a:fillRect/>
            </a:stretch>
          </p:blipFill>
          <p:spPr>
            <a:xfrm>
              <a:off x="7724085" y="2362026"/>
              <a:ext cx="3159029" cy="1890868"/>
            </a:xfrm>
            <a:prstGeom prst="rect">
              <a:avLst/>
            </a:prstGeom>
          </p:spPr>
        </p:pic>
        <p:sp>
          <p:nvSpPr>
            <p:cNvPr id="23" name="object 23"/>
            <p:cNvSpPr/>
            <p:nvPr/>
          </p:nvSpPr>
          <p:spPr>
            <a:xfrm>
              <a:off x="7691501" y="2576576"/>
              <a:ext cx="171450" cy="1085850"/>
            </a:xfrm>
            <a:custGeom>
              <a:avLst/>
              <a:gdLst/>
              <a:ahLst/>
              <a:cxnLst/>
              <a:rect l="l" t="t" r="r" b="b"/>
              <a:pathLst>
                <a:path w="171450" h="1085850">
                  <a:moveTo>
                    <a:pt x="171450" y="1085850"/>
                  </a:moveTo>
                  <a:lnTo>
                    <a:pt x="133350" y="1085850"/>
                  </a:lnTo>
                </a:path>
                <a:path w="171450" h="1085850">
                  <a:moveTo>
                    <a:pt x="142875" y="828675"/>
                  </a:moveTo>
                  <a:lnTo>
                    <a:pt x="104775" y="828675"/>
                  </a:lnTo>
                </a:path>
                <a:path w="171450" h="1085850">
                  <a:moveTo>
                    <a:pt x="114300" y="561975"/>
                  </a:moveTo>
                  <a:lnTo>
                    <a:pt x="76200" y="561975"/>
                  </a:lnTo>
                </a:path>
                <a:path w="171450" h="1085850">
                  <a:moveTo>
                    <a:pt x="76200" y="285750"/>
                  </a:moveTo>
                  <a:lnTo>
                    <a:pt x="38100" y="285750"/>
                  </a:lnTo>
                </a:path>
                <a:path w="171450" h="1085850">
                  <a:moveTo>
                    <a:pt x="47625" y="0"/>
                  </a:moveTo>
                  <a:lnTo>
                    <a:pt x="0" y="0"/>
                  </a:lnTo>
                </a:path>
              </a:pathLst>
            </a:custGeom>
            <a:ln w="12700">
              <a:solidFill>
                <a:srgbClr val="888888"/>
              </a:solidFill>
            </a:ln>
          </p:spPr>
          <p:txBody>
            <a:bodyPr wrap="square" lIns="0" tIns="0" rIns="0" bIns="0" rtlCol="0"/>
            <a:lstStyle/>
            <a:p>
              <a:endParaRPr/>
            </a:p>
          </p:txBody>
        </p:sp>
      </p:grpSp>
      <p:sp>
        <p:nvSpPr>
          <p:cNvPr id="24" name="object 24"/>
          <p:cNvSpPr txBox="1"/>
          <p:nvPr/>
        </p:nvSpPr>
        <p:spPr>
          <a:xfrm>
            <a:off x="7441565" y="2777871"/>
            <a:ext cx="323215" cy="973455"/>
          </a:xfrm>
          <a:prstGeom prst="rect">
            <a:avLst/>
          </a:prstGeom>
        </p:spPr>
        <p:txBody>
          <a:bodyPr vert="horz" wrap="square" lIns="0" tIns="15875" rIns="0" bIns="0" rtlCol="0">
            <a:spAutoFit/>
          </a:bodyPr>
          <a:lstStyle/>
          <a:p>
            <a:pPr marR="102235" algn="r">
              <a:lnSpc>
                <a:spcPct val="100000"/>
              </a:lnSpc>
              <a:spcBef>
                <a:spcPts val="125"/>
              </a:spcBef>
            </a:pPr>
            <a:r>
              <a:rPr sz="950" spc="-25" dirty="0">
                <a:latin typeface="Trebuchet MS"/>
                <a:cs typeface="Trebuchet MS"/>
              </a:rPr>
              <a:t>300</a:t>
            </a:r>
            <a:endParaRPr sz="950">
              <a:latin typeface="Trebuchet MS"/>
              <a:cs typeface="Trebuchet MS"/>
            </a:endParaRPr>
          </a:p>
          <a:p>
            <a:pPr marR="69215" algn="r">
              <a:lnSpc>
                <a:spcPct val="100000"/>
              </a:lnSpc>
              <a:spcBef>
                <a:spcPts val="1045"/>
              </a:spcBef>
            </a:pPr>
            <a:r>
              <a:rPr sz="950" spc="-25" dirty="0">
                <a:latin typeface="Trebuchet MS"/>
                <a:cs typeface="Trebuchet MS"/>
              </a:rPr>
              <a:t>200</a:t>
            </a:r>
            <a:endParaRPr sz="950">
              <a:latin typeface="Trebuchet MS"/>
              <a:cs typeface="Trebuchet MS"/>
            </a:endParaRPr>
          </a:p>
          <a:p>
            <a:pPr marR="37465" algn="r">
              <a:lnSpc>
                <a:spcPct val="100000"/>
              </a:lnSpc>
              <a:spcBef>
                <a:spcPts val="960"/>
              </a:spcBef>
            </a:pPr>
            <a:r>
              <a:rPr sz="950" spc="-25" dirty="0">
                <a:latin typeface="Trebuchet MS"/>
                <a:cs typeface="Trebuchet MS"/>
              </a:rPr>
              <a:t>100</a:t>
            </a:r>
            <a:endParaRPr sz="950">
              <a:latin typeface="Trebuchet MS"/>
              <a:cs typeface="Trebuchet MS"/>
            </a:endParaRPr>
          </a:p>
          <a:p>
            <a:pPr marR="5080" algn="r">
              <a:lnSpc>
                <a:spcPct val="100000"/>
              </a:lnSpc>
              <a:spcBef>
                <a:spcPts val="865"/>
              </a:spcBef>
            </a:pPr>
            <a:r>
              <a:rPr sz="950" spc="-50" dirty="0">
                <a:latin typeface="Trebuchet MS"/>
                <a:cs typeface="Trebuchet MS"/>
              </a:rPr>
              <a:t>0</a:t>
            </a:r>
            <a:endParaRPr sz="950">
              <a:latin typeface="Trebuchet MS"/>
              <a:cs typeface="Trebuchet MS"/>
            </a:endParaRPr>
          </a:p>
        </p:txBody>
      </p:sp>
      <p:sp>
        <p:nvSpPr>
          <p:cNvPr id="25" name="object 25"/>
          <p:cNvSpPr txBox="1"/>
          <p:nvPr/>
        </p:nvSpPr>
        <p:spPr>
          <a:xfrm>
            <a:off x="7406893" y="2487231"/>
            <a:ext cx="22542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400</a:t>
            </a:r>
            <a:endParaRPr sz="950">
              <a:latin typeface="Trebuchet MS"/>
              <a:cs typeface="Trebuchet MS"/>
            </a:endParaRPr>
          </a:p>
        </p:txBody>
      </p:sp>
      <p:sp>
        <p:nvSpPr>
          <p:cNvPr id="26" name="object 26"/>
          <p:cNvSpPr/>
          <p:nvPr/>
        </p:nvSpPr>
        <p:spPr>
          <a:xfrm>
            <a:off x="7862951" y="3662426"/>
            <a:ext cx="2781300" cy="628650"/>
          </a:xfrm>
          <a:custGeom>
            <a:avLst/>
            <a:gdLst/>
            <a:ahLst/>
            <a:cxnLst/>
            <a:rect l="l" t="t" r="r" b="b"/>
            <a:pathLst>
              <a:path w="2781300" h="628650">
                <a:moveTo>
                  <a:pt x="0" y="0"/>
                </a:moveTo>
                <a:lnTo>
                  <a:pt x="0" y="38100"/>
                </a:lnTo>
              </a:path>
              <a:path w="2781300" h="628650">
                <a:moveTo>
                  <a:pt x="638175" y="133350"/>
                </a:moveTo>
                <a:lnTo>
                  <a:pt x="638175" y="171450"/>
                </a:lnTo>
              </a:path>
              <a:path w="2781300" h="628650">
                <a:moveTo>
                  <a:pt x="1304925" y="276225"/>
                </a:moveTo>
                <a:lnTo>
                  <a:pt x="1304925" y="314325"/>
                </a:lnTo>
              </a:path>
              <a:path w="2781300" h="628650">
                <a:moveTo>
                  <a:pt x="2019300" y="428625"/>
                </a:moveTo>
                <a:lnTo>
                  <a:pt x="2019300" y="466725"/>
                </a:lnTo>
              </a:path>
              <a:path w="2781300" h="628650">
                <a:moveTo>
                  <a:pt x="2781300" y="581025"/>
                </a:moveTo>
                <a:lnTo>
                  <a:pt x="2781300" y="628650"/>
                </a:lnTo>
              </a:path>
            </a:pathLst>
          </a:custGeom>
          <a:ln w="12700">
            <a:solidFill>
              <a:srgbClr val="888888"/>
            </a:solidFill>
          </a:ln>
        </p:spPr>
        <p:txBody>
          <a:bodyPr wrap="square" lIns="0" tIns="0" rIns="0" bIns="0" rtlCol="0"/>
          <a:lstStyle/>
          <a:p>
            <a:endParaRPr/>
          </a:p>
        </p:txBody>
      </p:sp>
      <p:sp>
        <p:nvSpPr>
          <p:cNvPr id="27" name="object 27"/>
          <p:cNvSpPr txBox="1"/>
          <p:nvPr/>
        </p:nvSpPr>
        <p:spPr>
          <a:xfrm>
            <a:off x="8071739" y="3821683"/>
            <a:ext cx="21971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Yes</a:t>
            </a:r>
            <a:endParaRPr sz="950">
              <a:latin typeface="Trebuchet MS"/>
              <a:cs typeface="Trebuchet MS"/>
            </a:endParaRPr>
          </a:p>
        </p:txBody>
      </p:sp>
      <p:sp>
        <p:nvSpPr>
          <p:cNvPr id="28" name="object 28"/>
          <p:cNvSpPr txBox="1"/>
          <p:nvPr/>
        </p:nvSpPr>
        <p:spPr>
          <a:xfrm>
            <a:off x="8743568" y="3954716"/>
            <a:ext cx="177800"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No</a:t>
            </a:r>
            <a:endParaRPr sz="950">
              <a:latin typeface="Trebuchet MS"/>
              <a:cs typeface="Trebuchet MS"/>
            </a:endParaRPr>
          </a:p>
        </p:txBody>
      </p:sp>
      <p:sp>
        <p:nvSpPr>
          <p:cNvPr id="29" name="object 29"/>
          <p:cNvSpPr/>
          <p:nvPr/>
        </p:nvSpPr>
        <p:spPr>
          <a:xfrm>
            <a:off x="11410950" y="324802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155F82"/>
          </a:solidFill>
        </p:spPr>
        <p:txBody>
          <a:bodyPr wrap="square" lIns="0" tIns="0" rIns="0" bIns="0" rtlCol="0"/>
          <a:lstStyle/>
          <a:p>
            <a:endParaRPr/>
          </a:p>
        </p:txBody>
      </p:sp>
      <p:sp>
        <p:nvSpPr>
          <p:cNvPr id="30" name="object 30"/>
          <p:cNvSpPr txBox="1"/>
          <p:nvPr/>
        </p:nvSpPr>
        <p:spPr>
          <a:xfrm>
            <a:off x="11509120" y="3111516"/>
            <a:ext cx="280670" cy="485140"/>
          </a:xfrm>
          <a:prstGeom prst="rect">
            <a:avLst/>
          </a:prstGeom>
        </p:spPr>
        <p:txBody>
          <a:bodyPr vert="horz" wrap="square" lIns="0" tIns="96520" rIns="0" bIns="0" rtlCol="0">
            <a:spAutoFit/>
          </a:bodyPr>
          <a:lstStyle/>
          <a:p>
            <a:pPr marL="12700">
              <a:lnSpc>
                <a:spcPct val="100000"/>
              </a:lnSpc>
              <a:spcBef>
                <a:spcPts val="760"/>
              </a:spcBef>
            </a:pPr>
            <a:r>
              <a:rPr sz="950" spc="20" dirty="0">
                <a:latin typeface="Trebuchet MS"/>
                <a:cs typeface="Trebuchet MS"/>
              </a:rPr>
              <a:t>N</a:t>
            </a:r>
            <a:endParaRPr sz="950">
              <a:latin typeface="Trebuchet MS"/>
              <a:cs typeface="Trebuchet MS"/>
            </a:endParaRPr>
          </a:p>
          <a:p>
            <a:pPr marL="12700">
              <a:lnSpc>
                <a:spcPct val="100000"/>
              </a:lnSpc>
              <a:spcBef>
                <a:spcPts val="670"/>
              </a:spcBef>
            </a:pPr>
            <a:r>
              <a:rPr sz="950" spc="50" dirty="0">
                <a:latin typeface="Trebuchet MS"/>
                <a:cs typeface="Trebuchet MS"/>
              </a:rPr>
              <a:t>GT%</a:t>
            </a:r>
            <a:endParaRPr sz="950">
              <a:latin typeface="Trebuchet MS"/>
              <a:cs typeface="Trebuchet MS"/>
            </a:endParaRPr>
          </a:p>
        </p:txBody>
      </p:sp>
      <p:sp>
        <p:nvSpPr>
          <p:cNvPr id="31" name="object 31"/>
          <p:cNvSpPr/>
          <p:nvPr/>
        </p:nvSpPr>
        <p:spPr>
          <a:xfrm>
            <a:off x="11410950" y="347662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E97031"/>
          </a:solidFill>
        </p:spPr>
        <p:txBody>
          <a:bodyPr wrap="square" lIns="0" tIns="0" rIns="0" bIns="0" rtlCol="0"/>
          <a:lstStyle/>
          <a:p>
            <a:endParaRPr/>
          </a:p>
        </p:txBody>
      </p:sp>
      <p:sp>
        <p:nvSpPr>
          <p:cNvPr id="32" name="object 32"/>
          <p:cNvSpPr txBox="1"/>
          <p:nvPr/>
        </p:nvSpPr>
        <p:spPr>
          <a:xfrm>
            <a:off x="6285229" y="4538662"/>
            <a:ext cx="5595620" cy="2174240"/>
          </a:xfrm>
          <a:prstGeom prst="rect">
            <a:avLst/>
          </a:prstGeom>
        </p:spPr>
        <p:txBody>
          <a:bodyPr vert="horz" wrap="square" lIns="0" tIns="12700" rIns="0" bIns="0" rtlCol="0">
            <a:spAutoFit/>
          </a:bodyPr>
          <a:lstStyle/>
          <a:p>
            <a:pPr marL="384175" marR="5080" indent="-343535">
              <a:lnSpc>
                <a:spcPct val="114799"/>
              </a:lnSpc>
              <a:spcBef>
                <a:spcPts val="100"/>
              </a:spcBef>
              <a:buSzPct val="52777"/>
              <a:buFont typeface="Symbol"/>
              <a:buChar char=""/>
              <a:tabLst>
                <a:tab pos="384175" algn="l"/>
              </a:tabLst>
            </a:pPr>
            <a:r>
              <a:rPr sz="1800" spc="-35" dirty="0">
                <a:latin typeface="Trebuchet MS"/>
                <a:cs typeface="Trebuchet MS"/>
              </a:rPr>
              <a:t>Yes</a:t>
            </a:r>
            <a:r>
              <a:rPr sz="1800" spc="-185" dirty="0">
                <a:latin typeface="Trebuchet MS"/>
                <a:cs typeface="Trebuchet MS"/>
              </a:rPr>
              <a:t> </a:t>
            </a:r>
            <a:r>
              <a:rPr sz="1800" dirty="0">
                <a:latin typeface="Trebuchet MS"/>
                <a:cs typeface="Trebuchet MS"/>
              </a:rPr>
              <a:t>350</a:t>
            </a:r>
            <a:r>
              <a:rPr sz="1800" spc="-114" dirty="0">
                <a:latin typeface="Trebuchet MS"/>
                <a:cs typeface="Trebuchet MS"/>
              </a:rPr>
              <a:t> </a:t>
            </a:r>
            <a:r>
              <a:rPr sz="1800" spc="-30" dirty="0">
                <a:latin typeface="Trebuchet MS"/>
                <a:cs typeface="Trebuchet MS"/>
              </a:rPr>
              <a:t>(92.1%);</a:t>
            </a:r>
            <a:r>
              <a:rPr sz="1800" spc="-120" dirty="0">
                <a:latin typeface="Trebuchet MS"/>
                <a:cs typeface="Trebuchet MS"/>
              </a:rPr>
              <a:t> </a:t>
            </a:r>
            <a:r>
              <a:rPr sz="1800" spc="70" dirty="0">
                <a:latin typeface="Trebuchet MS"/>
                <a:cs typeface="Trebuchet MS"/>
              </a:rPr>
              <a:t>No</a:t>
            </a:r>
            <a:r>
              <a:rPr sz="1800" spc="-140" dirty="0">
                <a:latin typeface="Trebuchet MS"/>
                <a:cs typeface="Trebuchet MS"/>
              </a:rPr>
              <a:t> </a:t>
            </a:r>
            <a:r>
              <a:rPr sz="1800" spc="-30" dirty="0">
                <a:latin typeface="Trebuchet MS"/>
                <a:cs typeface="Trebuchet MS"/>
              </a:rPr>
              <a:t>30</a:t>
            </a:r>
            <a:r>
              <a:rPr sz="1800" spc="-114" dirty="0">
                <a:latin typeface="Trebuchet MS"/>
                <a:cs typeface="Trebuchet MS"/>
              </a:rPr>
              <a:t> </a:t>
            </a:r>
            <a:r>
              <a:rPr sz="1800" spc="-35" dirty="0">
                <a:latin typeface="Trebuchet MS"/>
                <a:cs typeface="Trebuchet MS"/>
              </a:rPr>
              <a:t>(7.9%);</a:t>
            </a:r>
            <a:r>
              <a:rPr sz="1800" spc="-125" dirty="0">
                <a:latin typeface="Trebuchet MS"/>
                <a:cs typeface="Trebuchet MS"/>
              </a:rPr>
              <a:t> </a:t>
            </a:r>
            <a:r>
              <a:rPr sz="1800" spc="-10" dirty="0">
                <a:latin typeface="Trebuchet MS"/>
                <a:cs typeface="Trebuchet MS"/>
              </a:rPr>
              <a:t>N=380.Data-Analysis- </a:t>
            </a:r>
            <a:r>
              <a:rPr sz="1800" spc="-25" dirty="0">
                <a:latin typeface="Trebuchet MS"/>
                <a:cs typeface="Trebuchet MS"/>
              </a:rPr>
              <a:t>Fr</a:t>
            </a:r>
            <a:endParaRPr sz="1800">
              <a:latin typeface="Trebuchet MS"/>
              <a:cs typeface="Trebuchet MS"/>
            </a:endParaRPr>
          </a:p>
          <a:p>
            <a:pPr marL="298450" marR="184785" indent="-285750">
              <a:lnSpc>
                <a:spcPct val="102600"/>
              </a:lnSpc>
              <a:spcBef>
                <a:spcPts val="505"/>
              </a:spcBef>
              <a:buFont typeface="Arial MT"/>
              <a:buChar char="•"/>
              <a:tabLst>
                <a:tab pos="298450" algn="l"/>
              </a:tabLst>
            </a:pPr>
            <a:r>
              <a:rPr sz="1550" dirty="0">
                <a:latin typeface="Times New Roman"/>
                <a:cs typeface="Times New Roman"/>
              </a:rPr>
              <a:t>High</a:t>
            </a:r>
            <a:r>
              <a:rPr sz="1550" spc="180" dirty="0">
                <a:latin typeface="Times New Roman"/>
                <a:cs typeface="Times New Roman"/>
              </a:rPr>
              <a:t> </a:t>
            </a:r>
            <a:r>
              <a:rPr sz="1550" dirty="0">
                <a:latin typeface="Times New Roman"/>
                <a:cs typeface="Times New Roman"/>
              </a:rPr>
              <a:t>awareness</a:t>
            </a:r>
            <a:r>
              <a:rPr sz="1550" spc="110" dirty="0">
                <a:latin typeface="Times New Roman"/>
                <a:cs typeface="Times New Roman"/>
              </a:rPr>
              <a:t> </a:t>
            </a:r>
            <a:r>
              <a:rPr sz="1550" dirty="0">
                <a:latin typeface="Times New Roman"/>
                <a:cs typeface="Times New Roman"/>
              </a:rPr>
              <a:t>of</a:t>
            </a:r>
            <a:r>
              <a:rPr sz="1550" spc="130" dirty="0">
                <a:latin typeface="Times New Roman"/>
                <a:cs typeface="Times New Roman"/>
              </a:rPr>
              <a:t> </a:t>
            </a:r>
            <a:r>
              <a:rPr sz="1550" dirty="0">
                <a:latin typeface="Times New Roman"/>
                <a:cs typeface="Times New Roman"/>
              </a:rPr>
              <a:t>resistance</a:t>
            </a:r>
            <a:r>
              <a:rPr sz="1550" spc="204" dirty="0">
                <a:latin typeface="Times New Roman"/>
                <a:cs typeface="Times New Roman"/>
              </a:rPr>
              <a:t> </a:t>
            </a:r>
            <a:r>
              <a:rPr sz="1550" dirty="0">
                <a:latin typeface="Times New Roman"/>
                <a:cs typeface="Times New Roman"/>
              </a:rPr>
              <a:t>reflects</a:t>
            </a:r>
            <a:r>
              <a:rPr sz="1550" spc="215" dirty="0">
                <a:latin typeface="Times New Roman"/>
                <a:cs typeface="Times New Roman"/>
              </a:rPr>
              <a:t> </a:t>
            </a:r>
            <a:r>
              <a:rPr sz="1550" dirty="0">
                <a:latin typeface="Times New Roman"/>
                <a:cs typeface="Times New Roman"/>
              </a:rPr>
              <a:t>successful</a:t>
            </a:r>
            <a:r>
              <a:rPr sz="1550" spc="145" dirty="0">
                <a:latin typeface="Times New Roman"/>
                <a:cs typeface="Times New Roman"/>
              </a:rPr>
              <a:t> </a:t>
            </a:r>
            <a:r>
              <a:rPr sz="1550" spc="-10" dirty="0">
                <a:latin typeface="Times New Roman"/>
                <a:cs typeface="Times New Roman"/>
              </a:rPr>
              <a:t>dissemination </a:t>
            </a:r>
            <a:r>
              <a:rPr sz="1550" dirty="0">
                <a:latin typeface="Times New Roman"/>
                <a:cs typeface="Times New Roman"/>
              </a:rPr>
              <a:t>of</a:t>
            </a:r>
            <a:r>
              <a:rPr sz="1550" spc="65" dirty="0">
                <a:latin typeface="Times New Roman"/>
                <a:cs typeface="Times New Roman"/>
              </a:rPr>
              <a:t> </a:t>
            </a:r>
            <a:r>
              <a:rPr sz="1550" dirty="0">
                <a:latin typeface="Times New Roman"/>
                <a:cs typeface="Times New Roman"/>
              </a:rPr>
              <a:t>the</a:t>
            </a:r>
            <a:r>
              <a:rPr sz="1550" spc="130" dirty="0">
                <a:latin typeface="Times New Roman"/>
                <a:cs typeface="Times New Roman"/>
              </a:rPr>
              <a:t> </a:t>
            </a:r>
            <a:r>
              <a:rPr sz="1550" dirty="0">
                <a:latin typeface="Times New Roman"/>
                <a:cs typeface="Times New Roman"/>
              </a:rPr>
              <a:t>concept</a:t>
            </a:r>
            <a:r>
              <a:rPr sz="1550" spc="175" dirty="0">
                <a:latin typeface="Times New Roman"/>
                <a:cs typeface="Times New Roman"/>
              </a:rPr>
              <a:t> </a:t>
            </a:r>
            <a:r>
              <a:rPr sz="1550" dirty="0">
                <a:latin typeface="Times New Roman"/>
                <a:cs typeface="Times New Roman"/>
              </a:rPr>
              <a:t>through</a:t>
            </a:r>
            <a:r>
              <a:rPr sz="1550" spc="110" dirty="0">
                <a:latin typeface="Times New Roman"/>
                <a:cs typeface="Times New Roman"/>
              </a:rPr>
              <a:t> </a:t>
            </a:r>
            <a:r>
              <a:rPr sz="1550" dirty="0">
                <a:latin typeface="Times New Roman"/>
                <a:cs typeface="Times New Roman"/>
              </a:rPr>
              <a:t>curricula</a:t>
            </a:r>
            <a:r>
              <a:rPr sz="1550" spc="130" dirty="0">
                <a:latin typeface="Times New Roman"/>
                <a:cs typeface="Times New Roman"/>
              </a:rPr>
              <a:t> </a:t>
            </a:r>
            <a:r>
              <a:rPr sz="1550" dirty="0">
                <a:latin typeface="Times New Roman"/>
                <a:cs typeface="Times New Roman"/>
              </a:rPr>
              <a:t>and</a:t>
            </a:r>
            <a:r>
              <a:rPr sz="1550" spc="110" dirty="0">
                <a:latin typeface="Times New Roman"/>
                <a:cs typeface="Times New Roman"/>
              </a:rPr>
              <a:t> </a:t>
            </a:r>
            <a:r>
              <a:rPr sz="1550" dirty="0">
                <a:latin typeface="Times New Roman"/>
                <a:cs typeface="Times New Roman"/>
              </a:rPr>
              <a:t>public</a:t>
            </a:r>
            <a:r>
              <a:rPr sz="1550" spc="130" dirty="0">
                <a:latin typeface="Times New Roman"/>
                <a:cs typeface="Times New Roman"/>
              </a:rPr>
              <a:t> </a:t>
            </a:r>
            <a:r>
              <a:rPr sz="1550" spc="-10" dirty="0">
                <a:latin typeface="Times New Roman"/>
                <a:cs typeface="Times New Roman"/>
              </a:rPr>
              <a:t>discourse; </a:t>
            </a:r>
            <a:r>
              <a:rPr sz="1550" dirty="0">
                <a:latin typeface="Times New Roman"/>
                <a:cs typeface="Times New Roman"/>
              </a:rPr>
              <a:t>nonetheless,</a:t>
            </a:r>
            <a:r>
              <a:rPr sz="1550" spc="190" dirty="0">
                <a:latin typeface="Times New Roman"/>
                <a:cs typeface="Times New Roman"/>
              </a:rPr>
              <a:t> </a:t>
            </a:r>
            <a:r>
              <a:rPr sz="1550" dirty="0">
                <a:latin typeface="Times New Roman"/>
                <a:cs typeface="Times New Roman"/>
              </a:rPr>
              <a:t>subsequent</a:t>
            </a:r>
            <a:r>
              <a:rPr sz="1550" spc="135" dirty="0">
                <a:latin typeface="Times New Roman"/>
                <a:cs typeface="Times New Roman"/>
              </a:rPr>
              <a:t> </a:t>
            </a:r>
            <a:r>
              <a:rPr sz="1550" dirty="0">
                <a:latin typeface="Times New Roman"/>
                <a:cs typeface="Times New Roman"/>
              </a:rPr>
              <a:t>practices</a:t>
            </a:r>
            <a:r>
              <a:rPr sz="1550" spc="100" dirty="0">
                <a:latin typeface="Times New Roman"/>
                <a:cs typeface="Times New Roman"/>
              </a:rPr>
              <a:t> </a:t>
            </a:r>
            <a:r>
              <a:rPr sz="1550" dirty="0">
                <a:latin typeface="Times New Roman"/>
                <a:cs typeface="Times New Roman"/>
              </a:rPr>
              <a:t>(e.g.,</a:t>
            </a:r>
            <a:r>
              <a:rPr sz="1550" spc="195" dirty="0">
                <a:latin typeface="Times New Roman"/>
                <a:cs typeface="Times New Roman"/>
              </a:rPr>
              <a:t> </a:t>
            </a:r>
            <a:r>
              <a:rPr sz="1550" dirty="0">
                <a:latin typeface="Times New Roman"/>
                <a:cs typeface="Times New Roman"/>
              </a:rPr>
              <a:t>use</a:t>
            </a:r>
            <a:r>
              <a:rPr sz="1550" spc="185" dirty="0">
                <a:latin typeface="Times New Roman"/>
                <a:cs typeface="Times New Roman"/>
              </a:rPr>
              <a:t> </a:t>
            </a:r>
            <a:r>
              <a:rPr sz="1550" dirty="0">
                <a:latin typeface="Times New Roman"/>
                <a:cs typeface="Times New Roman"/>
              </a:rPr>
              <a:t>for</a:t>
            </a:r>
            <a:r>
              <a:rPr sz="1550" spc="120" dirty="0">
                <a:latin typeface="Times New Roman"/>
                <a:cs typeface="Times New Roman"/>
              </a:rPr>
              <a:t> </a:t>
            </a:r>
            <a:r>
              <a:rPr sz="1550" dirty="0">
                <a:latin typeface="Times New Roman"/>
                <a:cs typeface="Times New Roman"/>
              </a:rPr>
              <a:t>viral</a:t>
            </a:r>
            <a:r>
              <a:rPr sz="1550" spc="135" dirty="0">
                <a:latin typeface="Times New Roman"/>
                <a:cs typeface="Times New Roman"/>
              </a:rPr>
              <a:t> </a:t>
            </a:r>
            <a:r>
              <a:rPr sz="1550" spc="-10" dirty="0">
                <a:latin typeface="Times New Roman"/>
                <a:cs typeface="Times New Roman"/>
              </a:rPr>
              <a:t>illnesses, </a:t>
            </a:r>
            <a:r>
              <a:rPr sz="1550" dirty="0">
                <a:latin typeface="Times New Roman"/>
                <a:cs typeface="Times New Roman"/>
              </a:rPr>
              <a:t>early</a:t>
            </a:r>
            <a:r>
              <a:rPr sz="1550" spc="170" dirty="0">
                <a:latin typeface="Times New Roman"/>
                <a:cs typeface="Times New Roman"/>
              </a:rPr>
              <a:t> </a:t>
            </a:r>
            <a:r>
              <a:rPr sz="1550" dirty="0">
                <a:latin typeface="Times New Roman"/>
                <a:cs typeface="Times New Roman"/>
              </a:rPr>
              <a:t>discontinuation,</a:t>
            </a:r>
            <a:r>
              <a:rPr sz="1550" spc="200" dirty="0">
                <a:latin typeface="Times New Roman"/>
                <a:cs typeface="Times New Roman"/>
              </a:rPr>
              <a:t> </a:t>
            </a:r>
            <a:r>
              <a:rPr sz="1550" dirty="0">
                <a:latin typeface="Times New Roman"/>
                <a:cs typeface="Times New Roman"/>
              </a:rPr>
              <a:t>sharing)</a:t>
            </a:r>
            <a:r>
              <a:rPr sz="1550" spc="125" dirty="0">
                <a:latin typeface="Times New Roman"/>
                <a:cs typeface="Times New Roman"/>
              </a:rPr>
              <a:t> </a:t>
            </a:r>
            <a:r>
              <a:rPr sz="1550" dirty="0">
                <a:latin typeface="Times New Roman"/>
                <a:cs typeface="Times New Roman"/>
              </a:rPr>
              <a:t>indicate</a:t>
            </a:r>
            <a:r>
              <a:rPr sz="1550" spc="190" dirty="0">
                <a:latin typeface="Times New Roman"/>
                <a:cs typeface="Times New Roman"/>
              </a:rPr>
              <a:t> </a:t>
            </a:r>
            <a:r>
              <a:rPr sz="1550" dirty="0">
                <a:latin typeface="Times New Roman"/>
                <a:cs typeface="Times New Roman"/>
              </a:rPr>
              <a:t>that</a:t>
            </a:r>
            <a:r>
              <a:rPr sz="1550" spc="140" dirty="0">
                <a:latin typeface="Times New Roman"/>
                <a:cs typeface="Times New Roman"/>
              </a:rPr>
              <a:t> </a:t>
            </a:r>
            <a:r>
              <a:rPr sz="1550" dirty="0">
                <a:latin typeface="Times New Roman"/>
                <a:cs typeface="Times New Roman"/>
              </a:rPr>
              <a:t>the</a:t>
            </a:r>
            <a:r>
              <a:rPr sz="1550" spc="195" dirty="0">
                <a:latin typeface="Times New Roman"/>
                <a:cs typeface="Times New Roman"/>
              </a:rPr>
              <a:t> </a:t>
            </a:r>
            <a:r>
              <a:rPr sz="1550" dirty="0">
                <a:latin typeface="Times New Roman"/>
                <a:cs typeface="Times New Roman"/>
              </a:rPr>
              <a:t>“meaning”</a:t>
            </a:r>
            <a:r>
              <a:rPr sz="1550" spc="190" dirty="0">
                <a:latin typeface="Times New Roman"/>
                <a:cs typeface="Times New Roman"/>
              </a:rPr>
              <a:t> </a:t>
            </a:r>
            <a:r>
              <a:rPr sz="1550" spc="-25" dirty="0">
                <a:latin typeface="Times New Roman"/>
                <a:cs typeface="Times New Roman"/>
              </a:rPr>
              <a:t>of </a:t>
            </a:r>
            <a:r>
              <a:rPr sz="1550" dirty="0">
                <a:latin typeface="Times New Roman"/>
                <a:cs typeface="Times New Roman"/>
              </a:rPr>
              <a:t>resistance</a:t>
            </a:r>
            <a:r>
              <a:rPr sz="1550" spc="185" dirty="0">
                <a:latin typeface="Times New Roman"/>
                <a:cs typeface="Times New Roman"/>
              </a:rPr>
              <a:t> </a:t>
            </a:r>
            <a:r>
              <a:rPr sz="1550" dirty="0">
                <a:latin typeface="Times New Roman"/>
                <a:cs typeface="Times New Roman"/>
              </a:rPr>
              <a:t>is</a:t>
            </a:r>
            <a:r>
              <a:rPr sz="1550" spc="200" dirty="0">
                <a:latin typeface="Times New Roman"/>
                <a:cs typeface="Times New Roman"/>
              </a:rPr>
              <a:t> </a:t>
            </a:r>
            <a:r>
              <a:rPr sz="1550" dirty="0">
                <a:latin typeface="Times New Roman"/>
                <a:cs typeface="Times New Roman"/>
              </a:rPr>
              <a:t>not</a:t>
            </a:r>
            <a:r>
              <a:rPr sz="1550" spc="135" dirty="0">
                <a:latin typeface="Times New Roman"/>
                <a:cs typeface="Times New Roman"/>
              </a:rPr>
              <a:t> </a:t>
            </a:r>
            <a:r>
              <a:rPr sz="1550" dirty="0">
                <a:latin typeface="Times New Roman"/>
                <a:cs typeface="Times New Roman"/>
              </a:rPr>
              <a:t>integrated</a:t>
            </a:r>
            <a:r>
              <a:rPr sz="1550" spc="165" dirty="0">
                <a:latin typeface="Times New Roman"/>
                <a:cs typeface="Times New Roman"/>
              </a:rPr>
              <a:t> </a:t>
            </a:r>
            <a:r>
              <a:rPr sz="1550" dirty="0">
                <a:latin typeface="Times New Roman"/>
                <a:cs typeface="Times New Roman"/>
              </a:rPr>
              <a:t>into</a:t>
            </a:r>
            <a:r>
              <a:rPr sz="1550" spc="165" dirty="0">
                <a:latin typeface="Times New Roman"/>
                <a:cs typeface="Times New Roman"/>
              </a:rPr>
              <a:t> </a:t>
            </a:r>
            <a:r>
              <a:rPr sz="1550" dirty="0">
                <a:latin typeface="Times New Roman"/>
                <a:cs typeface="Times New Roman"/>
              </a:rPr>
              <a:t>day-to-day</a:t>
            </a:r>
            <a:r>
              <a:rPr sz="1550" spc="160" dirty="0">
                <a:latin typeface="Times New Roman"/>
                <a:cs typeface="Times New Roman"/>
              </a:rPr>
              <a:t> </a:t>
            </a:r>
            <a:r>
              <a:rPr sz="1550" dirty="0">
                <a:latin typeface="Times New Roman"/>
                <a:cs typeface="Times New Roman"/>
              </a:rPr>
              <a:t>decision-</a:t>
            </a:r>
            <a:r>
              <a:rPr sz="1550" spc="-10" dirty="0">
                <a:latin typeface="Times New Roman"/>
                <a:cs typeface="Times New Roman"/>
              </a:rPr>
              <a:t>making, </a:t>
            </a:r>
            <a:r>
              <a:rPr sz="1550" dirty="0">
                <a:latin typeface="Times New Roman"/>
                <a:cs typeface="Times New Roman"/>
              </a:rPr>
              <a:t>highlighting</a:t>
            </a:r>
            <a:r>
              <a:rPr sz="1550" spc="170" dirty="0">
                <a:latin typeface="Times New Roman"/>
                <a:cs typeface="Times New Roman"/>
              </a:rPr>
              <a:t> </a:t>
            </a:r>
            <a:r>
              <a:rPr sz="1550" dirty="0">
                <a:latin typeface="Times New Roman"/>
                <a:cs typeface="Times New Roman"/>
              </a:rPr>
              <a:t>an</a:t>
            </a:r>
            <a:r>
              <a:rPr sz="1550" spc="170" dirty="0">
                <a:latin typeface="Times New Roman"/>
                <a:cs typeface="Times New Roman"/>
              </a:rPr>
              <a:t> </a:t>
            </a:r>
            <a:r>
              <a:rPr sz="1550" spc="-10" dirty="0">
                <a:latin typeface="Times New Roman"/>
                <a:cs typeface="Times New Roman"/>
              </a:rPr>
              <a:t>awareness–behavior</a:t>
            </a:r>
            <a:endParaRPr sz="1550">
              <a:latin typeface="Times New Roman"/>
              <a:cs typeface="Times New Roman"/>
            </a:endParaRPr>
          </a:p>
        </p:txBody>
      </p:sp>
      <p:grpSp>
        <p:nvGrpSpPr>
          <p:cNvPr id="33" name="object 33"/>
          <p:cNvGrpSpPr/>
          <p:nvPr/>
        </p:nvGrpSpPr>
        <p:grpSpPr>
          <a:xfrm>
            <a:off x="953" y="181990"/>
            <a:ext cx="5780405" cy="826769"/>
            <a:chOff x="953" y="181990"/>
            <a:chExt cx="5780405" cy="826769"/>
          </a:xfrm>
        </p:grpSpPr>
        <p:sp>
          <p:nvSpPr>
            <p:cNvPr id="34" name="object 34"/>
            <p:cNvSpPr/>
            <p:nvPr/>
          </p:nvSpPr>
          <p:spPr>
            <a:xfrm>
              <a:off x="4763" y="185800"/>
              <a:ext cx="5772785" cy="819150"/>
            </a:xfrm>
            <a:custGeom>
              <a:avLst/>
              <a:gdLst/>
              <a:ahLst/>
              <a:cxnLst/>
              <a:rect l="l" t="t" r="r" b="b"/>
              <a:pathLst>
                <a:path w="5772785" h="819150">
                  <a:moveTo>
                    <a:pt x="5400229" y="0"/>
                  </a:moveTo>
                  <a:lnTo>
                    <a:pt x="371931" y="0"/>
                  </a:lnTo>
                  <a:lnTo>
                    <a:pt x="325277" y="2897"/>
                  </a:lnTo>
                  <a:lnTo>
                    <a:pt x="280353" y="11357"/>
                  </a:lnTo>
                  <a:lnTo>
                    <a:pt x="237506" y="25031"/>
                  </a:lnTo>
                  <a:lnTo>
                    <a:pt x="197085" y="43571"/>
                  </a:lnTo>
                  <a:lnTo>
                    <a:pt x="159440" y="66627"/>
                  </a:lnTo>
                  <a:lnTo>
                    <a:pt x="124918" y="93851"/>
                  </a:lnTo>
                  <a:lnTo>
                    <a:pt x="93867" y="124896"/>
                  </a:lnTo>
                  <a:lnTo>
                    <a:pt x="66638" y="159411"/>
                  </a:lnTo>
                  <a:lnTo>
                    <a:pt x="43578" y="197049"/>
                  </a:lnTo>
                  <a:lnTo>
                    <a:pt x="25035" y="237461"/>
                  </a:lnTo>
                  <a:lnTo>
                    <a:pt x="11359" y="280299"/>
                  </a:lnTo>
                  <a:lnTo>
                    <a:pt x="2897" y="325213"/>
                  </a:lnTo>
                  <a:lnTo>
                    <a:pt x="0" y="371856"/>
                  </a:lnTo>
                  <a:lnTo>
                    <a:pt x="0" y="447166"/>
                  </a:lnTo>
                  <a:lnTo>
                    <a:pt x="2897" y="493811"/>
                  </a:lnTo>
                  <a:lnTo>
                    <a:pt x="11359" y="538731"/>
                  </a:lnTo>
                  <a:lnTo>
                    <a:pt x="25035" y="581578"/>
                  </a:lnTo>
                  <a:lnTo>
                    <a:pt x="43578" y="622002"/>
                  </a:lnTo>
                  <a:lnTo>
                    <a:pt x="66638" y="659653"/>
                  </a:lnTo>
                  <a:lnTo>
                    <a:pt x="93867" y="694182"/>
                  </a:lnTo>
                  <a:lnTo>
                    <a:pt x="124918" y="725241"/>
                  </a:lnTo>
                  <a:lnTo>
                    <a:pt x="159440" y="752480"/>
                  </a:lnTo>
                  <a:lnTo>
                    <a:pt x="197085" y="775550"/>
                  </a:lnTo>
                  <a:lnTo>
                    <a:pt x="237506" y="794101"/>
                  </a:lnTo>
                  <a:lnTo>
                    <a:pt x="280353" y="807784"/>
                  </a:lnTo>
                  <a:lnTo>
                    <a:pt x="325277" y="816250"/>
                  </a:lnTo>
                  <a:lnTo>
                    <a:pt x="371931" y="819150"/>
                  </a:lnTo>
                  <a:lnTo>
                    <a:pt x="5400229" y="819150"/>
                  </a:lnTo>
                  <a:lnTo>
                    <a:pt x="5446874" y="816250"/>
                  </a:lnTo>
                  <a:lnTo>
                    <a:pt x="5491794" y="807784"/>
                  </a:lnTo>
                  <a:lnTo>
                    <a:pt x="5534641" y="794101"/>
                  </a:lnTo>
                  <a:lnTo>
                    <a:pt x="5575065" y="775550"/>
                  </a:lnTo>
                  <a:lnTo>
                    <a:pt x="5612716" y="752480"/>
                  </a:lnTo>
                  <a:lnTo>
                    <a:pt x="5647245" y="725241"/>
                  </a:lnTo>
                  <a:lnTo>
                    <a:pt x="5678304" y="694182"/>
                  </a:lnTo>
                  <a:lnTo>
                    <a:pt x="5705543" y="659653"/>
                  </a:lnTo>
                  <a:lnTo>
                    <a:pt x="5728613" y="622002"/>
                  </a:lnTo>
                  <a:lnTo>
                    <a:pt x="5747164" y="581578"/>
                  </a:lnTo>
                  <a:lnTo>
                    <a:pt x="5760847" y="538731"/>
                  </a:lnTo>
                  <a:lnTo>
                    <a:pt x="5769313" y="493811"/>
                  </a:lnTo>
                  <a:lnTo>
                    <a:pt x="5772212" y="447166"/>
                  </a:lnTo>
                  <a:lnTo>
                    <a:pt x="5772212" y="371856"/>
                  </a:lnTo>
                  <a:lnTo>
                    <a:pt x="5769313" y="325213"/>
                  </a:lnTo>
                  <a:lnTo>
                    <a:pt x="5760847" y="280299"/>
                  </a:lnTo>
                  <a:lnTo>
                    <a:pt x="5747164" y="237461"/>
                  </a:lnTo>
                  <a:lnTo>
                    <a:pt x="5728613" y="197049"/>
                  </a:lnTo>
                  <a:lnTo>
                    <a:pt x="5705543" y="159411"/>
                  </a:lnTo>
                  <a:lnTo>
                    <a:pt x="5678304" y="124896"/>
                  </a:lnTo>
                  <a:lnTo>
                    <a:pt x="5647245" y="93851"/>
                  </a:lnTo>
                  <a:lnTo>
                    <a:pt x="5612716" y="66627"/>
                  </a:lnTo>
                  <a:lnTo>
                    <a:pt x="5575065" y="43571"/>
                  </a:lnTo>
                  <a:lnTo>
                    <a:pt x="5534641" y="25031"/>
                  </a:lnTo>
                  <a:lnTo>
                    <a:pt x="5491794" y="11357"/>
                  </a:lnTo>
                  <a:lnTo>
                    <a:pt x="5446874" y="2897"/>
                  </a:lnTo>
                  <a:lnTo>
                    <a:pt x="5400229" y="0"/>
                  </a:lnTo>
                  <a:close/>
                </a:path>
              </a:pathLst>
            </a:custGeom>
            <a:solidFill>
              <a:srgbClr val="C1E4F5"/>
            </a:solidFill>
          </p:spPr>
          <p:txBody>
            <a:bodyPr wrap="square" lIns="0" tIns="0" rIns="0" bIns="0" rtlCol="0"/>
            <a:lstStyle/>
            <a:p>
              <a:endParaRPr/>
            </a:p>
          </p:txBody>
        </p:sp>
        <p:sp>
          <p:nvSpPr>
            <p:cNvPr id="35" name="object 35"/>
            <p:cNvSpPr/>
            <p:nvPr/>
          </p:nvSpPr>
          <p:spPr>
            <a:xfrm>
              <a:off x="4763" y="185800"/>
              <a:ext cx="5772785" cy="819150"/>
            </a:xfrm>
            <a:custGeom>
              <a:avLst/>
              <a:gdLst/>
              <a:ahLst/>
              <a:cxnLst/>
              <a:rect l="l" t="t" r="r" b="b"/>
              <a:pathLst>
                <a:path w="5772785" h="819150">
                  <a:moveTo>
                    <a:pt x="0" y="371856"/>
                  </a:moveTo>
                  <a:lnTo>
                    <a:pt x="2897" y="325213"/>
                  </a:lnTo>
                  <a:lnTo>
                    <a:pt x="11359" y="280299"/>
                  </a:lnTo>
                  <a:lnTo>
                    <a:pt x="25035" y="237461"/>
                  </a:lnTo>
                  <a:lnTo>
                    <a:pt x="43578" y="197049"/>
                  </a:lnTo>
                  <a:lnTo>
                    <a:pt x="66638" y="159411"/>
                  </a:lnTo>
                  <a:lnTo>
                    <a:pt x="93867" y="124896"/>
                  </a:lnTo>
                  <a:lnTo>
                    <a:pt x="124918" y="93851"/>
                  </a:lnTo>
                  <a:lnTo>
                    <a:pt x="159440" y="66627"/>
                  </a:lnTo>
                  <a:lnTo>
                    <a:pt x="197085" y="43571"/>
                  </a:lnTo>
                  <a:lnTo>
                    <a:pt x="237506" y="25031"/>
                  </a:lnTo>
                  <a:lnTo>
                    <a:pt x="280353" y="11357"/>
                  </a:lnTo>
                  <a:lnTo>
                    <a:pt x="325277" y="2897"/>
                  </a:lnTo>
                  <a:lnTo>
                    <a:pt x="371931" y="0"/>
                  </a:lnTo>
                  <a:lnTo>
                    <a:pt x="5400229" y="0"/>
                  </a:lnTo>
                  <a:lnTo>
                    <a:pt x="5446874" y="2897"/>
                  </a:lnTo>
                  <a:lnTo>
                    <a:pt x="5491794" y="11357"/>
                  </a:lnTo>
                  <a:lnTo>
                    <a:pt x="5534641" y="25031"/>
                  </a:lnTo>
                  <a:lnTo>
                    <a:pt x="5575065" y="43571"/>
                  </a:lnTo>
                  <a:lnTo>
                    <a:pt x="5612716" y="66627"/>
                  </a:lnTo>
                  <a:lnTo>
                    <a:pt x="5647245" y="93851"/>
                  </a:lnTo>
                  <a:lnTo>
                    <a:pt x="5678304" y="124896"/>
                  </a:lnTo>
                  <a:lnTo>
                    <a:pt x="5705543" y="159411"/>
                  </a:lnTo>
                  <a:lnTo>
                    <a:pt x="5728613" y="197049"/>
                  </a:lnTo>
                  <a:lnTo>
                    <a:pt x="5747164" y="237461"/>
                  </a:lnTo>
                  <a:lnTo>
                    <a:pt x="5760847" y="280299"/>
                  </a:lnTo>
                  <a:lnTo>
                    <a:pt x="5769313" y="325213"/>
                  </a:lnTo>
                  <a:lnTo>
                    <a:pt x="5772212" y="371856"/>
                  </a:lnTo>
                  <a:lnTo>
                    <a:pt x="5772212" y="447166"/>
                  </a:lnTo>
                  <a:lnTo>
                    <a:pt x="5769313" y="493811"/>
                  </a:lnTo>
                  <a:lnTo>
                    <a:pt x="5760847" y="538731"/>
                  </a:lnTo>
                  <a:lnTo>
                    <a:pt x="5747164" y="581578"/>
                  </a:lnTo>
                  <a:lnTo>
                    <a:pt x="5728613" y="622002"/>
                  </a:lnTo>
                  <a:lnTo>
                    <a:pt x="5705543" y="659653"/>
                  </a:lnTo>
                  <a:lnTo>
                    <a:pt x="5678304" y="694182"/>
                  </a:lnTo>
                  <a:lnTo>
                    <a:pt x="5647245" y="725241"/>
                  </a:lnTo>
                  <a:lnTo>
                    <a:pt x="5612716" y="752480"/>
                  </a:lnTo>
                  <a:lnTo>
                    <a:pt x="5575065" y="775550"/>
                  </a:lnTo>
                  <a:lnTo>
                    <a:pt x="5534641" y="794101"/>
                  </a:lnTo>
                  <a:lnTo>
                    <a:pt x="5491794" y="807784"/>
                  </a:lnTo>
                  <a:lnTo>
                    <a:pt x="5446874" y="816250"/>
                  </a:lnTo>
                  <a:lnTo>
                    <a:pt x="5400229" y="819150"/>
                  </a:lnTo>
                  <a:lnTo>
                    <a:pt x="371931" y="819150"/>
                  </a:lnTo>
                  <a:lnTo>
                    <a:pt x="325277" y="816250"/>
                  </a:lnTo>
                  <a:lnTo>
                    <a:pt x="280353" y="807784"/>
                  </a:lnTo>
                  <a:lnTo>
                    <a:pt x="237506" y="794101"/>
                  </a:lnTo>
                  <a:lnTo>
                    <a:pt x="197085" y="775550"/>
                  </a:lnTo>
                  <a:lnTo>
                    <a:pt x="159440" y="752480"/>
                  </a:lnTo>
                  <a:lnTo>
                    <a:pt x="124918" y="725241"/>
                  </a:lnTo>
                  <a:lnTo>
                    <a:pt x="93867" y="694182"/>
                  </a:lnTo>
                  <a:lnTo>
                    <a:pt x="66638" y="659653"/>
                  </a:lnTo>
                  <a:lnTo>
                    <a:pt x="43578" y="622002"/>
                  </a:lnTo>
                  <a:lnTo>
                    <a:pt x="25035" y="581578"/>
                  </a:lnTo>
                  <a:lnTo>
                    <a:pt x="11359" y="538731"/>
                  </a:lnTo>
                  <a:lnTo>
                    <a:pt x="2897" y="493811"/>
                  </a:lnTo>
                  <a:lnTo>
                    <a:pt x="0" y="447166"/>
                  </a:lnTo>
                  <a:lnTo>
                    <a:pt x="0" y="371856"/>
                  </a:lnTo>
                  <a:close/>
                </a:path>
              </a:pathLst>
            </a:custGeom>
            <a:ln w="7620">
              <a:solidFill>
                <a:srgbClr val="BED2D7"/>
              </a:solidFill>
            </a:ln>
          </p:spPr>
          <p:txBody>
            <a:bodyPr wrap="square" lIns="0" tIns="0" rIns="0" bIns="0" rtlCol="0"/>
            <a:lstStyle/>
            <a:p>
              <a:endParaRPr/>
            </a:p>
          </p:txBody>
        </p:sp>
      </p:grpSp>
      <p:sp>
        <p:nvSpPr>
          <p:cNvPr id="36" name="object 36"/>
          <p:cNvSpPr txBox="1">
            <a:spLocks noGrp="1"/>
          </p:cNvSpPr>
          <p:nvPr>
            <p:ph type="title"/>
          </p:nvPr>
        </p:nvSpPr>
        <p:spPr>
          <a:xfrm>
            <a:off x="187325" y="305752"/>
            <a:ext cx="4828540" cy="391795"/>
          </a:xfrm>
          <a:prstGeom prst="rect">
            <a:avLst/>
          </a:prstGeom>
        </p:spPr>
        <p:txBody>
          <a:bodyPr vert="horz" wrap="square" lIns="0" tIns="12700" rIns="0" bIns="0" rtlCol="0">
            <a:spAutoFit/>
          </a:bodyPr>
          <a:lstStyle/>
          <a:p>
            <a:pPr marL="12700">
              <a:lnSpc>
                <a:spcPct val="100000"/>
              </a:lnSpc>
              <a:spcBef>
                <a:spcPts val="100"/>
              </a:spcBef>
            </a:pPr>
            <a:r>
              <a:rPr dirty="0"/>
              <a:t>KNOWLEDGE</a:t>
            </a:r>
            <a:r>
              <a:rPr spc="-10" dirty="0"/>
              <a:t> ON</a:t>
            </a:r>
            <a:r>
              <a:rPr spc="-145" dirty="0"/>
              <a:t> </a:t>
            </a:r>
            <a:r>
              <a:rPr spc="-10" dirty="0"/>
              <a:t>ANTIBIOTICS: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072738566"/>
              </p:ext>
            </p:extLst>
          </p:nvPr>
        </p:nvGraphicFramePr>
        <p:xfrm>
          <a:off x="27633" y="389803"/>
          <a:ext cx="4594859" cy="2353310"/>
        </p:xfrm>
        <a:graphic>
          <a:graphicData uri="http://schemas.openxmlformats.org/drawingml/2006/table">
            <a:tbl>
              <a:tblPr firstRow="1" bandRow="1">
                <a:tableStyleId>{2D5ABB26-0587-4C30-8999-92F81FD0307C}</a:tableStyleId>
              </a:tblPr>
              <a:tblGrid>
                <a:gridCol w="1531620">
                  <a:extLst>
                    <a:ext uri="{9D8B030D-6E8A-4147-A177-3AD203B41FA5}">
                      <a16:colId xmlns:a16="http://schemas.microsoft.com/office/drawing/2014/main" val="20000"/>
                    </a:ext>
                  </a:extLst>
                </a:gridCol>
                <a:gridCol w="1531620">
                  <a:extLst>
                    <a:ext uri="{9D8B030D-6E8A-4147-A177-3AD203B41FA5}">
                      <a16:colId xmlns:a16="http://schemas.microsoft.com/office/drawing/2014/main" val="20001"/>
                    </a:ext>
                  </a:extLst>
                </a:gridCol>
                <a:gridCol w="1531619">
                  <a:extLst>
                    <a:ext uri="{9D8B030D-6E8A-4147-A177-3AD203B41FA5}">
                      <a16:colId xmlns:a16="http://schemas.microsoft.com/office/drawing/2014/main" val="20002"/>
                    </a:ext>
                  </a:extLst>
                </a:gridCol>
              </a:tblGrid>
              <a:tr h="1555750">
                <a:tc>
                  <a:txBody>
                    <a:bodyPr/>
                    <a:lstStyle/>
                    <a:p>
                      <a:pPr marL="68580">
                        <a:lnSpc>
                          <a:spcPct val="100000"/>
                        </a:lnSpc>
                        <a:spcBef>
                          <a:spcPts val="85"/>
                        </a:spcBef>
                      </a:pPr>
                      <a:r>
                        <a:rPr sz="1200" b="1" dirty="0">
                          <a:solidFill>
                            <a:srgbClr val="FFFFFF"/>
                          </a:solidFill>
                          <a:latin typeface="Trebuchet MS"/>
                          <a:cs typeface="Trebuchet MS"/>
                        </a:rPr>
                        <a:t>3.</a:t>
                      </a:r>
                      <a:r>
                        <a:rPr sz="1200" b="1" spc="75" dirty="0">
                          <a:solidFill>
                            <a:srgbClr val="FFFFFF"/>
                          </a:solidFill>
                          <a:latin typeface="Trebuchet MS"/>
                          <a:cs typeface="Trebuchet MS"/>
                        </a:rPr>
                        <a:t> </a:t>
                      </a:r>
                      <a:r>
                        <a:rPr sz="1200" b="1" dirty="0">
                          <a:solidFill>
                            <a:srgbClr val="FFFFFF"/>
                          </a:solidFill>
                          <a:latin typeface="Trebuchet MS"/>
                          <a:cs typeface="Trebuchet MS"/>
                        </a:rPr>
                        <a:t>Do</a:t>
                      </a:r>
                      <a:r>
                        <a:rPr sz="1200" b="1" spc="-85" dirty="0">
                          <a:solidFill>
                            <a:srgbClr val="FFFFFF"/>
                          </a:solidFill>
                          <a:latin typeface="Trebuchet MS"/>
                          <a:cs typeface="Trebuchet MS"/>
                        </a:rPr>
                        <a:t> </a:t>
                      </a:r>
                      <a:r>
                        <a:rPr sz="1200" b="1" spc="-35" dirty="0">
                          <a:solidFill>
                            <a:srgbClr val="FFFFFF"/>
                          </a:solidFill>
                          <a:latin typeface="Trebuchet MS"/>
                          <a:cs typeface="Trebuchet MS"/>
                        </a:rPr>
                        <a:t>you</a:t>
                      </a:r>
                      <a:r>
                        <a:rPr sz="1200" b="1" spc="-160" dirty="0">
                          <a:solidFill>
                            <a:srgbClr val="FFFFFF"/>
                          </a:solidFill>
                          <a:latin typeface="Trebuchet MS"/>
                          <a:cs typeface="Trebuchet MS"/>
                        </a:rPr>
                        <a:t> </a:t>
                      </a:r>
                      <a:r>
                        <a:rPr sz="1200" b="1" spc="-20" dirty="0">
                          <a:solidFill>
                            <a:srgbClr val="FFFFFF"/>
                          </a:solidFill>
                          <a:latin typeface="Trebuchet MS"/>
                          <a:cs typeface="Trebuchet MS"/>
                        </a:rPr>
                        <a:t>think</a:t>
                      </a:r>
                      <a:endParaRPr sz="1200">
                        <a:latin typeface="Trebuchet MS"/>
                        <a:cs typeface="Trebuchet MS"/>
                      </a:endParaRPr>
                    </a:p>
                    <a:p>
                      <a:pPr marL="68580" marR="154940">
                        <a:lnSpc>
                          <a:spcPts val="1650"/>
                        </a:lnSpc>
                        <a:spcBef>
                          <a:spcPts val="90"/>
                        </a:spcBef>
                      </a:pPr>
                      <a:r>
                        <a:rPr sz="1200" b="1" spc="-20" dirty="0">
                          <a:solidFill>
                            <a:srgbClr val="FFFFFF"/>
                          </a:solidFill>
                          <a:latin typeface="Trebuchet MS"/>
                          <a:cs typeface="Trebuchet MS"/>
                        </a:rPr>
                        <a:t>Antibiotics</a:t>
                      </a:r>
                      <a:r>
                        <a:rPr sz="1200" b="1" spc="-35" dirty="0">
                          <a:solidFill>
                            <a:srgbClr val="FFFFFF"/>
                          </a:solidFill>
                          <a:latin typeface="Trebuchet MS"/>
                          <a:cs typeface="Trebuchet MS"/>
                        </a:rPr>
                        <a:t> </a:t>
                      </a:r>
                      <a:r>
                        <a:rPr sz="1200" b="1" spc="-45" dirty="0">
                          <a:solidFill>
                            <a:srgbClr val="FFFFFF"/>
                          </a:solidFill>
                          <a:latin typeface="Trebuchet MS"/>
                          <a:cs typeface="Trebuchet MS"/>
                        </a:rPr>
                        <a:t>cure</a:t>
                      </a:r>
                      <a:r>
                        <a:rPr sz="1200" b="1" spc="-5" dirty="0">
                          <a:solidFill>
                            <a:srgbClr val="FFFFFF"/>
                          </a:solidFill>
                          <a:latin typeface="Trebuchet MS"/>
                          <a:cs typeface="Trebuchet MS"/>
                        </a:rPr>
                        <a:t> </a:t>
                      </a:r>
                      <a:r>
                        <a:rPr sz="1200" b="1" spc="-25" dirty="0">
                          <a:solidFill>
                            <a:srgbClr val="FFFFFF"/>
                          </a:solidFill>
                          <a:latin typeface="Trebuchet MS"/>
                          <a:cs typeface="Trebuchet MS"/>
                        </a:rPr>
                        <a:t>all </a:t>
                      </a:r>
                      <a:r>
                        <a:rPr sz="1200" b="1" spc="-40" dirty="0">
                          <a:solidFill>
                            <a:srgbClr val="FFFFFF"/>
                          </a:solidFill>
                          <a:latin typeface="Trebuchet MS"/>
                          <a:cs typeface="Trebuchet MS"/>
                        </a:rPr>
                        <a:t>type</a:t>
                      </a:r>
                      <a:r>
                        <a:rPr sz="1200" b="1" spc="-114" dirty="0">
                          <a:solidFill>
                            <a:srgbClr val="FFFFFF"/>
                          </a:solidFill>
                          <a:latin typeface="Trebuchet MS"/>
                          <a:cs typeface="Trebuchet MS"/>
                        </a:rPr>
                        <a:t> </a:t>
                      </a:r>
                      <a:r>
                        <a:rPr sz="1200" b="1" spc="-25" dirty="0">
                          <a:solidFill>
                            <a:srgbClr val="FFFFFF"/>
                          </a:solidFill>
                          <a:latin typeface="Trebuchet MS"/>
                          <a:cs typeface="Trebuchet MS"/>
                        </a:rPr>
                        <a:t>of</a:t>
                      </a:r>
                      <a:r>
                        <a:rPr sz="1200" b="1" spc="-70" dirty="0">
                          <a:solidFill>
                            <a:srgbClr val="FFFFFF"/>
                          </a:solidFill>
                          <a:latin typeface="Trebuchet MS"/>
                          <a:cs typeface="Trebuchet MS"/>
                        </a:rPr>
                        <a:t> </a:t>
                      </a:r>
                      <a:r>
                        <a:rPr sz="1200" b="1" spc="-10" dirty="0">
                          <a:solidFill>
                            <a:srgbClr val="FFFFFF"/>
                          </a:solidFill>
                          <a:latin typeface="Trebuchet MS"/>
                          <a:cs typeface="Trebuchet MS"/>
                        </a:rPr>
                        <a:t>infections?</a:t>
                      </a:r>
                      <a:endParaRPr sz="1200">
                        <a:latin typeface="Trebuchet MS"/>
                        <a:cs typeface="Trebuchet MS"/>
                      </a:endParaRPr>
                    </a:p>
                  </a:txBody>
                  <a:tcPr marL="0" marR="0" marT="10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69850">
                        <a:lnSpc>
                          <a:spcPct val="100000"/>
                        </a:lnSpc>
                        <a:spcBef>
                          <a:spcPts val="85"/>
                        </a:spcBef>
                      </a:pPr>
                      <a:r>
                        <a:rPr sz="1200" b="1" dirty="0">
                          <a:solidFill>
                            <a:srgbClr val="FFFFFF"/>
                          </a:solidFill>
                          <a:latin typeface="Trebuchet MS"/>
                          <a:cs typeface="Trebuchet MS"/>
                        </a:rPr>
                        <a:t>Count</a:t>
                      </a:r>
                      <a:r>
                        <a:rPr sz="1200" b="1" spc="-110" dirty="0">
                          <a:solidFill>
                            <a:srgbClr val="FFFFFF"/>
                          </a:solidFill>
                          <a:latin typeface="Trebuchet MS"/>
                          <a:cs typeface="Trebuchet MS"/>
                        </a:rPr>
                        <a:t> </a:t>
                      </a:r>
                      <a:r>
                        <a:rPr sz="1200" b="1" spc="-30" dirty="0">
                          <a:solidFill>
                            <a:srgbClr val="FFFFFF"/>
                          </a:solidFill>
                          <a:latin typeface="Trebuchet MS"/>
                          <a:cs typeface="Trebuchet MS"/>
                        </a:rPr>
                        <a:t>of</a:t>
                      </a:r>
                      <a:r>
                        <a:rPr sz="1200" b="1" spc="-80" dirty="0">
                          <a:solidFill>
                            <a:srgbClr val="FFFFFF"/>
                          </a:solidFill>
                          <a:latin typeface="Trebuchet MS"/>
                          <a:cs typeface="Trebuchet MS"/>
                        </a:rPr>
                        <a:t> </a:t>
                      </a:r>
                      <a:r>
                        <a:rPr sz="1200" b="1" spc="-50" dirty="0">
                          <a:solidFill>
                            <a:srgbClr val="FFFFFF"/>
                          </a:solidFill>
                          <a:latin typeface="Trebuchet MS"/>
                          <a:cs typeface="Trebuchet MS"/>
                        </a:rPr>
                        <a:t>3</a:t>
                      </a:r>
                      <a:endParaRPr sz="1200" dirty="0">
                        <a:latin typeface="Trebuchet MS"/>
                        <a:cs typeface="Trebuchet MS"/>
                      </a:endParaRPr>
                    </a:p>
                    <a:p>
                      <a:pPr marL="69850" marR="153035">
                        <a:lnSpc>
                          <a:spcPct val="114799"/>
                        </a:lnSpc>
                        <a:spcBef>
                          <a:spcPts val="750"/>
                        </a:spcBef>
                      </a:pPr>
                      <a:r>
                        <a:rPr sz="1200" b="1" dirty="0">
                          <a:solidFill>
                            <a:srgbClr val="FFFFFF"/>
                          </a:solidFill>
                          <a:latin typeface="Trebuchet MS"/>
                          <a:cs typeface="Trebuchet MS"/>
                        </a:rPr>
                        <a:t>Do</a:t>
                      </a:r>
                      <a:r>
                        <a:rPr sz="1200" b="1" spc="-40" dirty="0">
                          <a:solidFill>
                            <a:srgbClr val="FFFFFF"/>
                          </a:solidFill>
                          <a:latin typeface="Trebuchet MS"/>
                          <a:cs typeface="Trebuchet MS"/>
                        </a:rPr>
                        <a:t> </a:t>
                      </a:r>
                      <a:r>
                        <a:rPr sz="1200" b="1" spc="-25" dirty="0">
                          <a:solidFill>
                            <a:srgbClr val="FFFFFF"/>
                          </a:solidFill>
                          <a:latin typeface="Trebuchet MS"/>
                          <a:cs typeface="Trebuchet MS"/>
                        </a:rPr>
                        <a:t>you</a:t>
                      </a:r>
                      <a:r>
                        <a:rPr sz="1200" b="1" spc="-135" dirty="0">
                          <a:solidFill>
                            <a:srgbClr val="FFFFFF"/>
                          </a:solidFill>
                          <a:latin typeface="Trebuchet MS"/>
                          <a:cs typeface="Trebuchet MS"/>
                        </a:rPr>
                        <a:t> </a:t>
                      </a:r>
                      <a:r>
                        <a:rPr sz="1200" b="1" spc="-10" dirty="0">
                          <a:solidFill>
                            <a:srgbClr val="FFFFFF"/>
                          </a:solidFill>
                          <a:latin typeface="Trebuchet MS"/>
                          <a:cs typeface="Trebuchet MS"/>
                        </a:rPr>
                        <a:t>think </a:t>
                      </a:r>
                      <a:r>
                        <a:rPr sz="1200" b="1" spc="-20" dirty="0">
                          <a:solidFill>
                            <a:srgbClr val="FFFFFF"/>
                          </a:solidFill>
                          <a:latin typeface="Trebuchet MS"/>
                          <a:cs typeface="Trebuchet MS"/>
                        </a:rPr>
                        <a:t>Antibiotics</a:t>
                      </a:r>
                      <a:r>
                        <a:rPr sz="1200" b="1" spc="-50" dirty="0">
                          <a:solidFill>
                            <a:srgbClr val="FFFFFF"/>
                          </a:solidFill>
                          <a:latin typeface="Trebuchet MS"/>
                          <a:cs typeface="Trebuchet MS"/>
                        </a:rPr>
                        <a:t> </a:t>
                      </a:r>
                      <a:r>
                        <a:rPr sz="1200" b="1" spc="-40" dirty="0">
                          <a:solidFill>
                            <a:srgbClr val="FFFFFF"/>
                          </a:solidFill>
                          <a:latin typeface="Trebuchet MS"/>
                          <a:cs typeface="Trebuchet MS"/>
                        </a:rPr>
                        <a:t>cure</a:t>
                      </a:r>
                      <a:r>
                        <a:rPr sz="1200" b="1" spc="-15" dirty="0">
                          <a:solidFill>
                            <a:srgbClr val="FFFFFF"/>
                          </a:solidFill>
                          <a:latin typeface="Trebuchet MS"/>
                          <a:cs typeface="Trebuchet MS"/>
                        </a:rPr>
                        <a:t> </a:t>
                      </a:r>
                      <a:r>
                        <a:rPr sz="1200" b="1" spc="-25" dirty="0">
                          <a:solidFill>
                            <a:srgbClr val="FFFFFF"/>
                          </a:solidFill>
                          <a:latin typeface="Trebuchet MS"/>
                          <a:cs typeface="Trebuchet MS"/>
                        </a:rPr>
                        <a:t>all </a:t>
                      </a:r>
                      <a:r>
                        <a:rPr sz="1200" b="1" spc="-40" dirty="0">
                          <a:solidFill>
                            <a:srgbClr val="FFFFFF"/>
                          </a:solidFill>
                          <a:latin typeface="Trebuchet MS"/>
                          <a:cs typeface="Trebuchet MS"/>
                        </a:rPr>
                        <a:t>type</a:t>
                      </a:r>
                      <a:r>
                        <a:rPr sz="1200" b="1" spc="-110" dirty="0">
                          <a:solidFill>
                            <a:srgbClr val="FFFFFF"/>
                          </a:solidFill>
                          <a:latin typeface="Trebuchet MS"/>
                          <a:cs typeface="Trebuchet MS"/>
                        </a:rPr>
                        <a:t> </a:t>
                      </a:r>
                      <a:r>
                        <a:rPr sz="1200" b="1" spc="-30" dirty="0">
                          <a:solidFill>
                            <a:srgbClr val="FFFFFF"/>
                          </a:solidFill>
                          <a:latin typeface="Trebuchet MS"/>
                          <a:cs typeface="Trebuchet MS"/>
                        </a:rPr>
                        <a:t>of</a:t>
                      </a:r>
                      <a:r>
                        <a:rPr sz="1200" b="1" spc="-70" dirty="0">
                          <a:solidFill>
                            <a:srgbClr val="FFFFFF"/>
                          </a:solidFill>
                          <a:latin typeface="Trebuchet MS"/>
                          <a:cs typeface="Trebuchet MS"/>
                        </a:rPr>
                        <a:t> </a:t>
                      </a:r>
                      <a:r>
                        <a:rPr sz="1200" b="1" spc="-10" dirty="0">
                          <a:solidFill>
                            <a:srgbClr val="FFFFFF"/>
                          </a:solidFill>
                          <a:latin typeface="Trebuchet MS"/>
                          <a:cs typeface="Trebuchet MS"/>
                        </a:rPr>
                        <a:t>infections?</a:t>
                      </a:r>
                      <a:endParaRPr sz="1200" dirty="0">
                        <a:latin typeface="Trebuchet MS"/>
                        <a:cs typeface="Trebuchet MS"/>
                      </a:endParaRPr>
                    </a:p>
                  </a:txBody>
                  <a:tcPr marL="0" marR="0" marT="10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71120">
                        <a:lnSpc>
                          <a:spcPct val="100000"/>
                        </a:lnSpc>
                        <a:spcBef>
                          <a:spcPts val="85"/>
                        </a:spcBef>
                      </a:pPr>
                      <a:r>
                        <a:rPr sz="1200" b="1" dirty="0">
                          <a:solidFill>
                            <a:srgbClr val="FFFFFF"/>
                          </a:solidFill>
                          <a:latin typeface="Trebuchet MS"/>
                          <a:cs typeface="Trebuchet MS"/>
                        </a:rPr>
                        <a:t>GT%</a:t>
                      </a:r>
                      <a:r>
                        <a:rPr sz="1200" b="1" spc="-80" dirty="0">
                          <a:solidFill>
                            <a:srgbClr val="FFFFFF"/>
                          </a:solidFill>
                          <a:latin typeface="Trebuchet MS"/>
                          <a:cs typeface="Trebuchet MS"/>
                        </a:rPr>
                        <a:t> </a:t>
                      </a:r>
                      <a:r>
                        <a:rPr sz="1200" b="1" dirty="0">
                          <a:solidFill>
                            <a:srgbClr val="FFFFFF"/>
                          </a:solidFill>
                          <a:latin typeface="Trebuchet MS"/>
                          <a:cs typeface="Trebuchet MS"/>
                        </a:rPr>
                        <a:t>Count</a:t>
                      </a:r>
                      <a:r>
                        <a:rPr sz="1200" b="1" spc="-90" dirty="0">
                          <a:solidFill>
                            <a:srgbClr val="FFFFFF"/>
                          </a:solidFill>
                          <a:latin typeface="Trebuchet MS"/>
                          <a:cs typeface="Trebuchet MS"/>
                        </a:rPr>
                        <a:t> </a:t>
                      </a:r>
                      <a:r>
                        <a:rPr sz="1200" b="1" spc="-30" dirty="0">
                          <a:solidFill>
                            <a:srgbClr val="FFFFFF"/>
                          </a:solidFill>
                          <a:latin typeface="Trebuchet MS"/>
                          <a:cs typeface="Trebuchet MS"/>
                        </a:rPr>
                        <a:t>of</a:t>
                      </a:r>
                      <a:r>
                        <a:rPr sz="1200" b="1" spc="-65" dirty="0">
                          <a:solidFill>
                            <a:srgbClr val="FFFFFF"/>
                          </a:solidFill>
                          <a:latin typeface="Trebuchet MS"/>
                          <a:cs typeface="Trebuchet MS"/>
                        </a:rPr>
                        <a:t> </a:t>
                      </a:r>
                      <a:r>
                        <a:rPr sz="1200" b="1" spc="-50" dirty="0">
                          <a:solidFill>
                            <a:srgbClr val="FFFFFF"/>
                          </a:solidFill>
                          <a:latin typeface="Trebuchet MS"/>
                          <a:cs typeface="Trebuchet MS"/>
                        </a:rPr>
                        <a:t>3</a:t>
                      </a:r>
                      <a:endParaRPr sz="1200">
                        <a:latin typeface="Trebuchet MS"/>
                        <a:cs typeface="Trebuchet MS"/>
                      </a:endParaRPr>
                    </a:p>
                    <a:p>
                      <a:pPr marL="71120" marR="151765">
                        <a:lnSpc>
                          <a:spcPct val="114799"/>
                        </a:lnSpc>
                        <a:spcBef>
                          <a:spcPts val="750"/>
                        </a:spcBef>
                      </a:pPr>
                      <a:r>
                        <a:rPr sz="1200" b="1" dirty="0">
                          <a:solidFill>
                            <a:srgbClr val="FFFFFF"/>
                          </a:solidFill>
                          <a:latin typeface="Trebuchet MS"/>
                          <a:cs typeface="Trebuchet MS"/>
                        </a:rPr>
                        <a:t>Do</a:t>
                      </a:r>
                      <a:r>
                        <a:rPr sz="1200" b="1" spc="-40" dirty="0">
                          <a:solidFill>
                            <a:srgbClr val="FFFFFF"/>
                          </a:solidFill>
                          <a:latin typeface="Trebuchet MS"/>
                          <a:cs typeface="Trebuchet MS"/>
                        </a:rPr>
                        <a:t> </a:t>
                      </a:r>
                      <a:r>
                        <a:rPr sz="1200" b="1" spc="-25" dirty="0">
                          <a:solidFill>
                            <a:srgbClr val="FFFFFF"/>
                          </a:solidFill>
                          <a:latin typeface="Trebuchet MS"/>
                          <a:cs typeface="Trebuchet MS"/>
                        </a:rPr>
                        <a:t>you</a:t>
                      </a:r>
                      <a:r>
                        <a:rPr sz="1200" b="1" spc="-135" dirty="0">
                          <a:solidFill>
                            <a:srgbClr val="FFFFFF"/>
                          </a:solidFill>
                          <a:latin typeface="Trebuchet MS"/>
                          <a:cs typeface="Trebuchet MS"/>
                        </a:rPr>
                        <a:t> </a:t>
                      </a:r>
                      <a:r>
                        <a:rPr sz="1200" b="1" spc="-10" dirty="0">
                          <a:solidFill>
                            <a:srgbClr val="FFFFFF"/>
                          </a:solidFill>
                          <a:latin typeface="Trebuchet MS"/>
                          <a:cs typeface="Trebuchet MS"/>
                        </a:rPr>
                        <a:t>think </a:t>
                      </a:r>
                      <a:r>
                        <a:rPr sz="1200" b="1" spc="-20" dirty="0">
                          <a:solidFill>
                            <a:srgbClr val="FFFFFF"/>
                          </a:solidFill>
                          <a:latin typeface="Trebuchet MS"/>
                          <a:cs typeface="Trebuchet MS"/>
                        </a:rPr>
                        <a:t>Antibiotics</a:t>
                      </a:r>
                      <a:r>
                        <a:rPr sz="1200" b="1" spc="-50" dirty="0">
                          <a:solidFill>
                            <a:srgbClr val="FFFFFF"/>
                          </a:solidFill>
                          <a:latin typeface="Trebuchet MS"/>
                          <a:cs typeface="Trebuchet MS"/>
                        </a:rPr>
                        <a:t> </a:t>
                      </a:r>
                      <a:r>
                        <a:rPr sz="1200" b="1" spc="-40" dirty="0">
                          <a:solidFill>
                            <a:srgbClr val="FFFFFF"/>
                          </a:solidFill>
                          <a:latin typeface="Trebuchet MS"/>
                          <a:cs typeface="Trebuchet MS"/>
                        </a:rPr>
                        <a:t>cure</a:t>
                      </a:r>
                      <a:r>
                        <a:rPr sz="1200" b="1" spc="-15" dirty="0">
                          <a:solidFill>
                            <a:srgbClr val="FFFFFF"/>
                          </a:solidFill>
                          <a:latin typeface="Trebuchet MS"/>
                          <a:cs typeface="Trebuchet MS"/>
                        </a:rPr>
                        <a:t> </a:t>
                      </a:r>
                      <a:r>
                        <a:rPr sz="1200" b="1" spc="-25" dirty="0">
                          <a:solidFill>
                            <a:srgbClr val="FFFFFF"/>
                          </a:solidFill>
                          <a:latin typeface="Trebuchet MS"/>
                          <a:cs typeface="Trebuchet MS"/>
                        </a:rPr>
                        <a:t>all </a:t>
                      </a:r>
                      <a:r>
                        <a:rPr sz="1200" b="1" spc="-40" dirty="0">
                          <a:solidFill>
                            <a:srgbClr val="FFFFFF"/>
                          </a:solidFill>
                          <a:latin typeface="Trebuchet MS"/>
                          <a:cs typeface="Trebuchet MS"/>
                        </a:rPr>
                        <a:t>type</a:t>
                      </a:r>
                      <a:r>
                        <a:rPr sz="1200" b="1" spc="-110" dirty="0">
                          <a:solidFill>
                            <a:srgbClr val="FFFFFF"/>
                          </a:solidFill>
                          <a:latin typeface="Trebuchet MS"/>
                          <a:cs typeface="Trebuchet MS"/>
                        </a:rPr>
                        <a:t> </a:t>
                      </a:r>
                      <a:r>
                        <a:rPr sz="1200" b="1" spc="-30" dirty="0">
                          <a:solidFill>
                            <a:srgbClr val="FFFFFF"/>
                          </a:solidFill>
                          <a:latin typeface="Trebuchet MS"/>
                          <a:cs typeface="Trebuchet MS"/>
                        </a:rPr>
                        <a:t>of</a:t>
                      </a:r>
                      <a:r>
                        <a:rPr sz="1200" b="1" spc="-70" dirty="0">
                          <a:solidFill>
                            <a:srgbClr val="FFFFFF"/>
                          </a:solidFill>
                          <a:latin typeface="Trebuchet MS"/>
                          <a:cs typeface="Trebuchet MS"/>
                        </a:rPr>
                        <a:t> </a:t>
                      </a:r>
                      <a:r>
                        <a:rPr sz="1200" b="1" spc="-10" dirty="0">
                          <a:solidFill>
                            <a:srgbClr val="FFFFFF"/>
                          </a:solidFill>
                          <a:latin typeface="Trebuchet MS"/>
                          <a:cs typeface="Trebuchet MS"/>
                        </a:rPr>
                        <a:t>infections?</a:t>
                      </a:r>
                      <a:endParaRPr sz="1200">
                        <a:latin typeface="Trebuchet MS"/>
                        <a:cs typeface="Trebuchet MS"/>
                      </a:endParaRPr>
                    </a:p>
                  </a:txBody>
                  <a:tcPr marL="0" marR="0" marT="10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extLst>
                  <a:ext uri="{0D108BD9-81ED-4DB2-BD59-A6C34878D82A}">
                    <a16:rowId xmlns:a16="http://schemas.microsoft.com/office/drawing/2014/main" val="10000"/>
                  </a:ext>
                </a:extLst>
              </a:tr>
              <a:tr h="199390">
                <a:tc>
                  <a:txBody>
                    <a:bodyPr/>
                    <a:lstStyle/>
                    <a:p>
                      <a:pPr marL="68580">
                        <a:lnSpc>
                          <a:spcPts val="1370"/>
                        </a:lnSpc>
                        <a:spcBef>
                          <a:spcPts val="100"/>
                        </a:spcBef>
                      </a:pPr>
                      <a:r>
                        <a:rPr sz="1200" b="1" spc="-25" dirty="0">
                          <a:solidFill>
                            <a:srgbClr val="FFFFFF"/>
                          </a:solidFill>
                          <a:latin typeface="Trebuchet MS"/>
                          <a:cs typeface="Trebuchet MS"/>
                        </a:rPr>
                        <a:t>Yes</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155F82"/>
                    </a:solidFill>
                  </a:tcPr>
                </a:tc>
                <a:tc>
                  <a:txBody>
                    <a:bodyPr/>
                    <a:lstStyle/>
                    <a:p>
                      <a:pPr marL="69850">
                        <a:lnSpc>
                          <a:spcPts val="1370"/>
                        </a:lnSpc>
                        <a:spcBef>
                          <a:spcPts val="100"/>
                        </a:spcBef>
                      </a:pPr>
                      <a:r>
                        <a:rPr sz="1200" spc="-25" dirty="0">
                          <a:latin typeface="Trebuchet MS"/>
                          <a:cs typeface="Trebuchet MS"/>
                        </a:rPr>
                        <a:t>83</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tc>
                  <a:txBody>
                    <a:bodyPr/>
                    <a:lstStyle/>
                    <a:p>
                      <a:pPr marL="71120">
                        <a:lnSpc>
                          <a:spcPts val="1370"/>
                        </a:lnSpc>
                        <a:spcBef>
                          <a:spcPts val="100"/>
                        </a:spcBef>
                      </a:pPr>
                      <a:r>
                        <a:rPr sz="1200" spc="-10" dirty="0">
                          <a:latin typeface="Trebuchet MS"/>
                          <a:cs typeface="Trebuchet MS"/>
                        </a:rPr>
                        <a:t>21.8%</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1"/>
                  </a:ext>
                </a:extLst>
              </a:tr>
              <a:tr h="199390">
                <a:tc>
                  <a:txBody>
                    <a:bodyPr/>
                    <a:lstStyle/>
                    <a:p>
                      <a:pPr marL="68580">
                        <a:lnSpc>
                          <a:spcPts val="1370"/>
                        </a:lnSpc>
                        <a:spcBef>
                          <a:spcPts val="105"/>
                        </a:spcBef>
                      </a:pPr>
                      <a:r>
                        <a:rPr sz="1200" b="1" spc="40" dirty="0">
                          <a:solidFill>
                            <a:srgbClr val="FFFFFF"/>
                          </a:solidFill>
                          <a:latin typeface="Trebuchet MS"/>
                          <a:cs typeface="Trebuchet MS"/>
                        </a:rPr>
                        <a:t>No</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69850">
                        <a:lnSpc>
                          <a:spcPts val="1370"/>
                        </a:lnSpc>
                        <a:spcBef>
                          <a:spcPts val="105"/>
                        </a:spcBef>
                      </a:pPr>
                      <a:r>
                        <a:rPr sz="1200" spc="-25" dirty="0">
                          <a:latin typeface="Trebuchet MS"/>
                          <a:cs typeface="Trebuchet MS"/>
                        </a:rPr>
                        <a:t>161</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71120">
                        <a:lnSpc>
                          <a:spcPts val="1370"/>
                        </a:lnSpc>
                        <a:spcBef>
                          <a:spcPts val="105"/>
                        </a:spcBef>
                      </a:pPr>
                      <a:r>
                        <a:rPr sz="1200" spc="-10" dirty="0">
                          <a:latin typeface="Trebuchet MS"/>
                          <a:cs typeface="Trebuchet MS"/>
                        </a:rPr>
                        <a:t>42.4%</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199390">
                <a:tc>
                  <a:txBody>
                    <a:bodyPr/>
                    <a:lstStyle/>
                    <a:p>
                      <a:pPr marL="68580">
                        <a:lnSpc>
                          <a:spcPts val="1365"/>
                        </a:lnSpc>
                        <a:spcBef>
                          <a:spcPts val="105"/>
                        </a:spcBef>
                      </a:pPr>
                      <a:r>
                        <a:rPr sz="1200" b="1" dirty="0">
                          <a:solidFill>
                            <a:srgbClr val="FFFFFF"/>
                          </a:solidFill>
                          <a:latin typeface="Trebuchet MS"/>
                          <a:cs typeface="Trebuchet MS"/>
                        </a:rPr>
                        <a:t>May</a:t>
                      </a:r>
                      <a:r>
                        <a:rPr sz="1200" b="1" spc="-85" dirty="0">
                          <a:solidFill>
                            <a:srgbClr val="FFFFFF"/>
                          </a:solidFill>
                          <a:latin typeface="Trebuchet MS"/>
                          <a:cs typeface="Trebuchet MS"/>
                        </a:rPr>
                        <a:t> </a:t>
                      </a:r>
                      <a:r>
                        <a:rPr sz="1200" b="1" spc="-35" dirty="0">
                          <a:solidFill>
                            <a:srgbClr val="FFFFFF"/>
                          </a:solidFill>
                          <a:latin typeface="Trebuchet MS"/>
                          <a:cs typeface="Trebuchet MS"/>
                        </a:rPr>
                        <a:t>be</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69850">
                        <a:lnSpc>
                          <a:spcPts val="1365"/>
                        </a:lnSpc>
                        <a:spcBef>
                          <a:spcPts val="105"/>
                        </a:spcBef>
                      </a:pPr>
                      <a:r>
                        <a:rPr sz="1200" spc="-25" dirty="0">
                          <a:latin typeface="Trebuchet MS"/>
                          <a:cs typeface="Trebuchet MS"/>
                        </a:rPr>
                        <a:t>136</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71120">
                        <a:lnSpc>
                          <a:spcPts val="1365"/>
                        </a:lnSpc>
                        <a:spcBef>
                          <a:spcPts val="105"/>
                        </a:spcBef>
                      </a:pPr>
                      <a:r>
                        <a:rPr sz="1200" spc="-10" dirty="0">
                          <a:latin typeface="Trebuchet MS"/>
                          <a:cs typeface="Trebuchet MS"/>
                        </a:rPr>
                        <a:t>35.8%</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3"/>
                  </a:ext>
                </a:extLst>
              </a:tr>
              <a:tr h="199390">
                <a:tc>
                  <a:txBody>
                    <a:bodyPr/>
                    <a:lstStyle/>
                    <a:p>
                      <a:pPr marL="68580">
                        <a:lnSpc>
                          <a:spcPts val="1365"/>
                        </a:lnSpc>
                        <a:spcBef>
                          <a:spcPts val="105"/>
                        </a:spcBef>
                      </a:pPr>
                      <a:r>
                        <a:rPr sz="1200" b="1" spc="-10" dirty="0">
                          <a:solidFill>
                            <a:srgbClr val="FFFFFF"/>
                          </a:solidFill>
                          <a:latin typeface="Trebuchet MS"/>
                          <a:cs typeface="Trebuchet MS"/>
                        </a:rPr>
                        <a:t>Total</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69850">
                        <a:lnSpc>
                          <a:spcPts val="1365"/>
                        </a:lnSpc>
                        <a:spcBef>
                          <a:spcPts val="105"/>
                        </a:spcBef>
                      </a:pPr>
                      <a:r>
                        <a:rPr sz="1200" spc="-25" dirty="0">
                          <a:latin typeface="Trebuchet MS"/>
                          <a:cs typeface="Trebuchet MS"/>
                        </a:rPr>
                        <a:t>380</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71120">
                        <a:lnSpc>
                          <a:spcPts val="1365"/>
                        </a:lnSpc>
                        <a:spcBef>
                          <a:spcPts val="105"/>
                        </a:spcBef>
                      </a:pPr>
                      <a:r>
                        <a:rPr sz="1200" spc="60" dirty="0">
                          <a:latin typeface="Trebuchet MS"/>
                          <a:cs typeface="Trebuchet MS"/>
                        </a:rPr>
                        <a:t>100%</a:t>
                      </a:r>
                      <a:endParaRPr sz="1200" dirty="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4"/>
                  </a:ext>
                </a:extLst>
              </a:tr>
            </a:tbl>
          </a:graphicData>
        </a:graphic>
      </p:graphicFrame>
      <p:pic>
        <p:nvPicPr>
          <p:cNvPr id="4" name="object 4"/>
          <p:cNvPicPr/>
          <p:nvPr/>
        </p:nvPicPr>
        <p:blipFill>
          <a:blip r:embed="rId2" cstate="print"/>
          <a:stretch>
            <a:fillRect/>
          </a:stretch>
        </p:blipFill>
        <p:spPr>
          <a:xfrm>
            <a:off x="347472" y="2881791"/>
            <a:ext cx="3605276" cy="1633601"/>
          </a:xfrm>
          <a:prstGeom prst="rect">
            <a:avLst/>
          </a:prstGeom>
        </p:spPr>
      </p:pic>
      <p:sp>
        <p:nvSpPr>
          <p:cNvPr id="5" name="object 5"/>
          <p:cNvSpPr/>
          <p:nvPr/>
        </p:nvSpPr>
        <p:spPr>
          <a:xfrm>
            <a:off x="3681476" y="4386326"/>
            <a:ext cx="38100" cy="0"/>
          </a:xfrm>
          <a:custGeom>
            <a:avLst/>
            <a:gdLst/>
            <a:ahLst/>
            <a:cxnLst/>
            <a:rect l="l" t="t" r="r" b="b"/>
            <a:pathLst>
              <a:path w="38100">
                <a:moveTo>
                  <a:pt x="0" y="0"/>
                </a:moveTo>
                <a:lnTo>
                  <a:pt x="38100" y="0"/>
                </a:lnTo>
              </a:path>
            </a:pathLst>
          </a:custGeom>
          <a:ln w="12700">
            <a:solidFill>
              <a:srgbClr val="888888"/>
            </a:solidFill>
          </a:ln>
        </p:spPr>
        <p:txBody>
          <a:bodyPr wrap="square" lIns="0" tIns="0" rIns="0" bIns="0" rtlCol="0"/>
          <a:lstStyle/>
          <a:p>
            <a:endParaRPr/>
          </a:p>
        </p:txBody>
      </p:sp>
      <p:sp>
        <p:nvSpPr>
          <p:cNvPr id="6" name="object 6"/>
          <p:cNvSpPr/>
          <p:nvPr/>
        </p:nvSpPr>
        <p:spPr>
          <a:xfrm>
            <a:off x="3767201" y="4157726"/>
            <a:ext cx="38100" cy="0"/>
          </a:xfrm>
          <a:custGeom>
            <a:avLst/>
            <a:gdLst/>
            <a:ahLst/>
            <a:cxnLst/>
            <a:rect l="l" t="t" r="r" b="b"/>
            <a:pathLst>
              <a:path w="38100">
                <a:moveTo>
                  <a:pt x="0" y="0"/>
                </a:moveTo>
                <a:lnTo>
                  <a:pt x="38100" y="0"/>
                </a:lnTo>
              </a:path>
            </a:pathLst>
          </a:custGeom>
          <a:ln w="12700">
            <a:solidFill>
              <a:srgbClr val="888888"/>
            </a:solidFill>
          </a:ln>
        </p:spPr>
        <p:txBody>
          <a:bodyPr wrap="square" lIns="0" tIns="0" rIns="0" bIns="0" rtlCol="0"/>
          <a:lstStyle/>
          <a:p>
            <a:endParaRPr/>
          </a:p>
        </p:txBody>
      </p:sp>
      <p:sp>
        <p:nvSpPr>
          <p:cNvPr id="7" name="object 7"/>
          <p:cNvSpPr/>
          <p:nvPr/>
        </p:nvSpPr>
        <p:spPr>
          <a:xfrm>
            <a:off x="3576701" y="4662551"/>
            <a:ext cx="38100" cy="38100"/>
          </a:xfrm>
          <a:custGeom>
            <a:avLst/>
            <a:gdLst/>
            <a:ahLst/>
            <a:cxnLst/>
            <a:rect l="l" t="t" r="r" b="b"/>
            <a:pathLst>
              <a:path w="38100" h="38100">
                <a:moveTo>
                  <a:pt x="0" y="0"/>
                </a:moveTo>
                <a:lnTo>
                  <a:pt x="38100" y="0"/>
                </a:lnTo>
              </a:path>
              <a:path w="38100" h="38100">
                <a:moveTo>
                  <a:pt x="0" y="0"/>
                </a:moveTo>
                <a:lnTo>
                  <a:pt x="0" y="38100"/>
                </a:lnTo>
              </a:path>
            </a:pathLst>
          </a:custGeom>
          <a:ln w="12700">
            <a:solidFill>
              <a:srgbClr val="888888"/>
            </a:solidFill>
          </a:ln>
        </p:spPr>
        <p:txBody>
          <a:bodyPr wrap="square" lIns="0" tIns="0" rIns="0" bIns="0" rtlCol="0"/>
          <a:lstStyle/>
          <a:p>
            <a:endParaRPr/>
          </a:p>
        </p:txBody>
      </p:sp>
      <p:sp>
        <p:nvSpPr>
          <p:cNvPr id="8" name="object 8"/>
          <p:cNvSpPr txBox="1"/>
          <p:nvPr/>
        </p:nvSpPr>
        <p:spPr>
          <a:xfrm>
            <a:off x="3722751" y="4430648"/>
            <a:ext cx="113030" cy="173990"/>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9" name="object 9"/>
          <p:cNvSpPr txBox="1"/>
          <p:nvPr/>
        </p:nvSpPr>
        <p:spPr>
          <a:xfrm>
            <a:off x="3815079" y="4181475"/>
            <a:ext cx="280670"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10" name="object 10"/>
          <p:cNvSpPr/>
          <p:nvPr/>
        </p:nvSpPr>
        <p:spPr>
          <a:xfrm>
            <a:off x="500062" y="4033901"/>
            <a:ext cx="47625" cy="0"/>
          </a:xfrm>
          <a:custGeom>
            <a:avLst/>
            <a:gdLst/>
            <a:ahLst/>
            <a:cxnLst/>
            <a:rect l="l" t="t" r="r" b="b"/>
            <a:pathLst>
              <a:path w="47625">
                <a:moveTo>
                  <a:pt x="47625" y="0"/>
                </a:moveTo>
                <a:lnTo>
                  <a:pt x="0" y="0"/>
                </a:lnTo>
              </a:path>
            </a:pathLst>
          </a:custGeom>
          <a:ln w="12700">
            <a:solidFill>
              <a:srgbClr val="888888"/>
            </a:solidFill>
          </a:ln>
        </p:spPr>
        <p:txBody>
          <a:bodyPr wrap="square" lIns="0" tIns="0" rIns="0" bIns="0" rtlCol="0"/>
          <a:lstStyle/>
          <a:p>
            <a:endParaRPr/>
          </a:p>
        </p:txBody>
      </p:sp>
      <p:sp>
        <p:nvSpPr>
          <p:cNvPr id="11" name="object 11"/>
          <p:cNvSpPr/>
          <p:nvPr/>
        </p:nvSpPr>
        <p:spPr>
          <a:xfrm>
            <a:off x="490537" y="3786251"/>
            <a:ext cx="38100" cy="0"/>
          </a:xfrm>
          <a:custGeom>
            <a:avLst/>
            <a:gdLst/>
            <a:ahLst/>
            <a:cxnLst/>
            <a:rect l="l" t="t" r="r" b="b"/>
            <a:pathLst>
              <a:path w="38100">
                <a:moveTo>
                  <a:pt x="38100" y="0"/>
                </a:moveTo>
                <a:lnTo>
                  <a:pt x="0" y="0"/>
                </a:lnTo>
              </a:path>
            </a:pathLst>
          </a:custGeom>
          <a:ln w="12700">
            <a:solidFill>
              <a:srgbClr val="888888"/>
            </a:solidFill>
          </a:ln>
        </p:spPr>
        <p:txBody>
          <a:bodyPr wrap="square" lIns="0" tIns="0" rIns="0" bIns="0" rtlCol="0"/>
          <a:lstStyle/>
          <a:p>
            <a:endParaRPr/>
          </a:p>
        </p:txBody>
      </p:sp>
      <p:sp>
        <p:nvSpPr>
          <p:cNvPr id="12" name="object 12"/>
          <p:cNvSpPr/>
          <p:nvPr/>
        </p:nvSpPr>
        <p:spPr>
          <a:xfrm>
            <a:off x="471487" y="3538601"/>
            <a:ext cx="38100" cy="0"/>
          </a:xfrm>
          <a:custGeom>
            <a:avLst/>
            <a:gdLst/>
            <a:ahLst/>
            <a:cxnLst/>
            <a:rect l="l" t="t" r="r" b="b"/>
            <a:pathLst>
              <a:path w="38100">
                <a:moveTo>
                  <a:pt x="38100" y="0"/>
                </a:moveTo>
                <a:lnTo>
                  <a:pt x="0" y="0"/>
                </a:lnTo>
              </a:path>
            </a:pathLst>
          </a:custGeom>
          <a:ln w="12700">
            <a:solidFill>
              <a:srgbClr val="888888"/>
            </a:solidFill>
          </a:ln>
        </p:spPr>
        <p:txBody>
          <a:bodyPr wrap="square" lIns="0" tIns="0" rIns="0" bIns="0" rtlCol="0"/>
          <a:lstStyle/>
          <a:p>
            <a:endParaRPr/>
          </a:p>
        </p:txBody>
      </p:sp>
      <p:sp>
        <p:nvSpPr>
          <p:cNvPr id="13" name="object 13"/>
          <p:cNvSpPr/>
          <p:nvPr/>
        </p:nvSpPr>
        <p:spPr>
          <a:xfrm>
            <a:off x="452437" y="3281426"/>
            <a:ext cx="38100" cy="0"/>
          </a:xfrm>
          <a:custGeom>
            <a:avLst/>
            <a:gdLst/>
            <a:ahLst/>
            <a:cxnLst/>
            <a:rect l="l" t="t" r="r" b="b"/>
            <a:pathLst>
              <a:path w="38100">
                <a:moveTo>
                  <a:pt x="38100" y="0"/>
                </a:moveTo>
                <a:lnTo>
                  <a:pt x="0" y="0"/>
                </a:lnTo>
              </a:path>
            </a:pathLst>
          </a:custGeom>
          <a:ln w="12700">
            <a:solidFill>
              <a:srgbClr val="888888"/>
            </a:solidFill>
          </a:ln>
        </p:spPr>
        <p:txBody>
          <a:bodyPr wrap="square" lIns="0" tIns="0" rIns="0" bIns="0" rtlCol="0"/>
          <a:lstStyle/>
          <a:p>
            <a:endParaRPr/>
          </a:p>
        </p:txBody>
      </p:sp>
      <p:sp>
        <p:nvSpPr>
          <p:cNvPr id="14" name="object 14"/>
          <p:cNvSpPr/>
          <p:nvPr/>
        </p:nvSpPr>
        <p:spPr>
          <a:xfrm>
            <a:off x="519112" y="4272026"/>
            <a:ext cx="38100" cy="47625"/>
          </a:xfrm>
          <a:custGeom>
            <a:avLst/>
            <a:gdLst/>
            <a:ahLst/>
            <a:cxnLst/>
            <a:rect l="l" t="t" r="r" b="b"/>
            <a:pathLst>
              <a:path w="38100" h="47625">
                <a:moveTo>
                  <a:pt x="38100" y="0"/>
                </a:moveTo>
                <a:lnTo>
                  <a:pt x="0" y="0"/>
                </a:lnTo>
              </a:path>
              <a:path w="38100" h="47625">
                <a:moveTo>
                  <a:pt x="38100" y="0"/>
                </a:moveTo>
                <a:lnTo>
                  <a:pt x="38100" y="47625"/>
                </a:lnTo>
              </a:path>
            </a:pathLst>
          </a:custGeom>
          <a:ln w="12700">
            <a:solidFill>
              <a:srgbClr val="888888"/>
            </a:solidFill>
          </a:ln>
        </p:spPr>
        <p:txBody>
          <a:bodyPr wrap="square" lIns="0" tIns="0" rIns="0" bIns="0" rtlCol="0"/>
          <a:lstStyle/>
          <a:p>
            <a:endParaRPr/>
          </a:p>
        </p:txBody>
      </p:sp>
      <p:sp>
        <p:nvSpPr>
          <p:cNvPr id="15" name="object 15"/>
          <p:cNvSpPr txBox="1"/>
          <p:nvPr/>
        </p:nvSpPr>
        <p:spPr>
          <a:xfrm>
            <a:off x="193039" y="3702113"/>
            <a:ext cx="262255" cy="662940"/>
          </a:xfrm>
          <a:prstGeom prst="rect">
            <a:avLst/>
          </a:prstGeom>
        </p:spPr>
        <p:txBody>
          <a:bodyPr vert="horz" wrap="square" lIns="0" tIns="15875" rIns="0" bIns="0" rtlCol="0">
            <a:spAutoFit/>
          </a:bodyPr>
          <a:lstStyle/>
          <a:p>
            <a:pPr marR="41275" algn="r">
              <a:lnSpc>
                <a:spcPct val="100000"/>
              </a:lnSpc>
              <a:spcBef>
                <a:spcPts val="125"/>
              </a:spcBef>
            </a:pPr>
            <a:r>
              <a:rPr sz="950" spc="-25" dirty="0">
                <a:latin typeface="Trebuchet MS"/>
                <a:cs typeface="Trebuchet MS"/>
              </a:rPr>
              <a:t>100</a:t>
            </a:r>
            <a:endParaRPr sz="950">
              <a:latin typeface="Trebuchet MS"/>
              <a:cs typeface="Trebuchet MS"/>
            </a:endParaRPr>
          </a:p>
          <a:p>
            <a:pPr marR="22225" algn="r">
              <a:lnSpc>
                <a:spcPct val="100000"/>
              </a:lnSpc>
              <a:spcBef>
                <a:spcPts val="805"/>
              </a:spcBef>
            </a:pPr>
            <a:r>
              <a:rPr sz="950" spc="-25" dirty="0">
                <a:latin typeface="Trebuchet MS"/>
                <a:cs typeface="Trebuchet MS"/>
              </a:rPr>
              <a:t>50</a:t>
            </a:r>
            <a:endParaRPr sz="950">
              <a:latin typeface="Trebuchet MS"/>
              <a:cs typeface="Trebuchet MS"/>
            </a:endParaRPr>
          </a:p>
          <a:p>
            <a:pPr marR="5080" algn="r">
              <a:lnSpc>
                <a:spcPct val="100000"/>
              </a:lnSpc>
              <a:spcBef>
                <a:spcPts val="760"/>
              </a:spcBef>
            </a:pPr>
            <a:r>
              <a:rPr sz="950" spc="-50" dirty="0">
                <a:latin typeface="Trebuchet MS"/>
                <a:cs typeface="Trebuchet MS"/>
              </a:rPr>
              <a:t>0</a:t>
            </a:r>
            <a:endParaRPr sz="950">
              <a:latin typeface="Trebuchet MS"/>
              <a:cs typeface="Trebuchet MS"/>
            </a:endParaRPr>
          </a:p>
        </p:txBody>
      </p:sp>
      <p:sp>
        <p:nvSpPr>
          <p:cNvPr id="16" name="object 16"/>
          <p:cNvSpPr txBox="1"/>
          <p:nvPr/>
        </p:nvSpPr>
        <p:spPr>
          <a:xfrm>
            <a:off x="157162" y="3192779"/>
            <a:ext cx="243840" cy="43180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200</a:t>
            </a:r>
            <a:endParaRPr sz="950">
              <a:latin typeface="Trebuchet MS"/>
              <a:cs typeface="Trebuchet MS"/>
            </a:endParaRPr>
          </a:p>
          <a:p>
            <a:pPr marL="30480">
              <a:lnSpc>
                <a:spcPct val="100000"/>
              </a:lnSpc>
              <a:spcBef>
                <a:spcPts val="885"/>
              </a:spcBef>
            </a:pPr>
            <a:r>
              <a:rPr sz="950" spc="-25" dirty="0">
                <a:latin typeface="Trebuchet MS"/>
                <a:cs typeface="Trebuchet MS"/>
              </a:rPr>
              <a:t>150</a:t>
            </a:r>
            <a:endParaRPr sz="950">
              <a:latin typeface="Trebuchet MS"/>
              <a:cs typeface="Trebuchet MS"/>
            </a:endParaRPr>
          </a:p>
        </p:txBody>
      </p:sp>
      <p:sp>
        <p:nvSpPr>
          <p:cNvPr id="17" name="object 17"/>
          <p:cNvSpPr/>
          <p:nvPr/>
        </p:nvSpPr>
        <p:spPr>
          <a:xfrm>
            <a:off x="1223962" y="4357751"/>
            <a:ext cx="0" cy="38100"/>
          </a:xfrm>
          <a:custGeom>
            <a:avLst/>
            <a:gdLst/>
            <a:ahLst/>
            <a:cxnLst/>
            <a:rect l="l" t="t" r="r" b="b"/>
            <a:pathLst>
              <a:path h="38100">
                <a:moveTo>
                  <a:pt x="0" y="0"/>
                </a:moveTo>
                <a:lnTo>
                  <a:pt x="0" y="38100"/>
                </a:lnTo>
              </a:path>
            </a:pathLst>
          </a:custGeom>
          <a:ln w="12700">
            <a:solidFill>
              <a:srgbClr val="888888"/>
            </a:solidFill>
          </a:ln>
        </p:spPr>
        <p:txBody>
          <a:bodyPr wrap="square" lIns="0" tIns="0" rIns="0" bIns="0" rtlCol="0"/>
          <a:lstStyle/>
          <a:p>
            <a:endParaRPr/>
          </a:p>
        </p:txBody>
      </p:sp>
      <p:sp>
        <p:nvSpPr>
          <p:cNvPr id="18" name="object 18"/>
          <p:cNvSpPr/>
          <p:nvPr/>
        </p:nvSpPr>
        <p:spPr>
          <a:xfrm>
            <a:off x="1938401" y="4453001"/>
            <a:ext cx="0" cy="38100"/>
          </a:xfrm>
          <a:custGeom>
            <a:avLst/>
            <a:gdLst/>
            <a:ahLst/>
            <a:cxnLst/>
            <a:rect l="l" t="t" r="r" b="b"/>
            <a:pathLst>
              <a:path h="38100">
                <a:moveTo>
                  <a:pt x="0" y="0"/>
                </a:moveTo>
                <a:lnTo>
                  <a:pt x="0" y="38100"/>
                </a:lnTo>
              </a:path>
            </a:pathLst>
          </a:custGeom>
          <a:ln w="12700">
            <a:solidFill>
              <a:srgbClr val="888888"/>
            </a:solidFill>
          </a:ln>
        </p:spPr>
        <p:txBody>
          <a:bodyPr wrap="square" lIns="0" tIns="0" rIns="0" bIns="0" rtlCol="0"/>
          <a:lstStyle/>
          <a:p>
            <a:endParaRPr/>
          </a:p>
        </p:txBody>
      </p:sp>
      <p:sp>
        <p:nvSpPr>
          <p:cNvPr id="19" name="object 19"/>
          <p:cNvSpPr/>
          <p:nvPr/>
        </p:nvSpPr>
        <p:spPr>
          <a:xfrm>
            <a:off x="2719451" y="4557776"/>
            <a:ext cx="0" cy="38100"/>
          </a:xfrm>
          <a:custGeom>
            <a:avLst/>
            <a:gdLst/>
            <a:ahLst/>
            <a:cxnLst/>
            <a:rect l="l" t="t" r="r" b="b"/>
            <a:pathLst>
              <a:path h="38100">
                <a:moveTo>
                  <a:pt x="0" y="0"/>
                </a:moveTo>
                <a:lnTo>
                  <a:pt x="0" y="38100"/>
                </a:lnTo>
              </a:path>
            </a:pathLst>
          </a:custGeom>
          <a:ln w="12700">
            <a:solidFill>
              <a:srgbClr val="888888"/>
            </a:solidFill>
          </a:ln>
        </p:spPr>
        <p:txBody>
          <a:bodyPr wrap="square" lIns="0" tIns="0" rIns="0" bIns="0" rtlCol="0"/>
          <a:lstStyle/>
          <a:p>
            <a:endParaRPr/>
          </a:p>
        </p:txBody>
      </p:sp>
      <p:sp>
        <p:nvSpPr>
          <p:cNvPr id="20" name="object 20"/>
          <p:cNvSpPr txBox="1"/>
          <p:nvPr/>
        </p:nvSpPr>
        <p:spPr>
          <a:xfrm>
            <a:off x="773747" y="4402518"/>
            <a:ext cx="21907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Yes</a:t>
            </a:r>
            <a:endParaRPr sz="950">
              <a:latin typeface="Trebuchet MS"/>
              <a:cs typeface="Trebuchet MS"/>
            </a:endParaRPr>
          </a:p>
        </p:txBody>
      </p:sp>
      <p:sp>
        <p:nvSpPr>
          <p:cNvPr id="21" name="object 21"/>
          <p:cNvSpPr txBox="1"/>
          <p:nvPr/>
        </p:nvSpPr>
        <p:spPr>
          <a:xfrm>
            <a:off x="1480819" y="4488497"/>
            <a:ext cx="177800"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No</a:t>
            </a:r>
            <a:endParaRPr sz="950">
              <a:latin typeface="Trebuchet MS"/>
              <a:cs typeface="Trebuchet MS"/>
            </a:endParaRPr>
          </a:p>
        </p:txBody>
      </p:sp>
      <p:sp>
        <p:nvSpPr>
          <p:cNvPr id="22" name="object 22"/>
          <p:cNvSpPr txBox="1"/>
          <p:nvPr/>
        </p:nvSpPr>
        <p:spPr>
          <a:xfrm>
            <a:off x="2115185" y="4599622"/>
            <a:ext cx="414655" cy="174625"/>
          </a:xfrm>
          <a:prstGeom prst="rect">
            <a:avLst/>
          </a:prstGeom>
        </p:spPr>
        <p:txBody>
          <a:bodyPr vert="horz" wrap="square" lIns="0" tIns="15875" rIns="0" bIns="0" rtlCol="0">
            <a:spAutoFit/>
          </a:bodyPr>
          <a:lstStyle/>
          <a:p>
            <a:pPr marL="12700">
              <a:lnSpc>
                <a:spcPct val="100000"/>
              </a:lnSpc>
              <a:spcBef>
                <a:spcPts val="125"/>
              </a:spcBef>
            </a:pPr>
            <a:r>
              <a:rPr sz="950" dirty="0">
                <a:latin typeface="Trebuchet MS"/>
                <a:cs typeface="Trebuchet MS"/>
              </a:rPr>
              <a:t>May</a:t>
            </a:r>
            <a:r>
              <a:rPr sz="950" spc="5" dirty="0">
                <a:latin typeface="Trebuchet MS"/>
                <a:cs typeface="Trebuchet MS"/>
              </a:rPr>
              <a:t> </a:t>
            </a:r>
            <a:r>
              <a:rPr sz="950" spc="-25" dirty="0">
                <a:latin typeface="Trebuchet MS"/>
                <a:cs typeface="Trebuchet MS"/>
              </a:rPr>
              <a:t>be</a:t>
            </a:r>
            <a:endParaRPr sz="950">
              <a:latin typeface="Trebuchet MS"/>
              <a:cs typeface="Trebuchet MS"/>
            </a:endParaRPr>
          </a:p>
        </p:txBody>
      </p:sp>
      <p:sp>
        <p:nvSpPr>
          <p:cNvPr id="23" name="object 23"/>
          <p:cNvSpPr/>
          <p:nvPr/>
        </p:nvSpPr>
        <p:spPr>
          <a:xfrm>
            <a:off x="4438650" y="3819525"/>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155F82"/>
          </a:solidFill>
        </p:spPr>
        <p:txBody>
          <a:bodyPr wrap="square" lIns="0" tIns="0" rIns="0" bIns="0" rtlCol="0"/>
          <a:lstStyle/>
          <a:p>
            <a:endParaRPr/>
          </a:p>
        </p:txBody>
      </p:sp>
      <p:sp>
        <p:nvSpPr>
          <p:cNvPr id="24" name="object 24"/>
          <p:cNvSpPr txBox="1"/>
          <p:nvPr/>
        </p:nvSpPr>
        <p:spPr>
          <a:xfrm>
            <a:off x="4525645" y="3677174"/>
            <a:ext cx="281305" cy="485140"/>
          </a:xfrm>
          <a:prstGeom prst="rect">
            <a:avLst/>
          </a:prstGeom>
        </p:spPr>
        <p:txBody>
          <a:bodyPr vert="horz" wrap="square" lIns="0" tIns="96520" rIns="0" bIns="0" rtlCol="0">
            <a:spAutoFit/>
          </a:bodyPr>
          <a:lstStyle/>
          <a:p>
            <a:pPr marL="12700">
              <a:lnSpc>
                <a:spcPct val="100000"/>
              </a:lnSpc>
              <a:spcBef>
                <a:spcPts val="760"/>
              </a:spcBef>
            </a:pPr>
            <a:r>
              <a:rPr sz="950" spc="20" dirty="0">
                <a:latin typeface="Trebuchet MS"/>
                <a:cs typeface="Trebuchet MS"/>
              </a:rPr>
              <a:t>N</a:t>
            </a:r>
            <a:endParaRPr sz="950">
              <a:latin typeface="Trebuchet MS"/>
              <a:cs typeface="Trebuchet MS"/>
            </a:endParaRPr>
          </a:p>
          <a:p>
            <a:pPr marL="12700">
              <a:lnSpc>
                <a:spcPct val="100000"/>
              </a:lnSpc>
              <a:spcBef>
                <a:spcPts val="670"/>
              </a:spcBef>
            </a:pPr>
            <a:r>
              <a:rPr sz="950" spc="50" dirty="0">
                <a:latin typeface="Trebuchet MS"/>
                <a:cs typeface="Trebuchet MS"/>
              </a:rPr>
              <a:t>GT%</a:t>
            </a:r>
            <a:endParaRPr sz="950">
              <a:latin typeface="Trebuchet MS"/>
              <a:cs typeface="Trebuchet MS"/>
            </a:endParaRPr>
          </a:p>
        </p:txBody>
      </p:sp>
      <p:sp>
        <p:nvSpPr>
          <p:cNvPr id="25" name="object 25"/>
          <p:cNvSpPr/>
          <p:nvPr/>
        </p:nvSpPr>
        <p:spPr>
          <a:xfrm>
            <a:off x="4438650" y="4048125"/>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E97031"/>
          </a:solidFill>
        </p:spPr>
        <p:txBody>
          <a:bodyPr wrap="square" lIns="0" tIns="0" rIns="0" bIns="0" rtlCol="0"/>
          <a:lstStyle/>
          <a:p>
            <a:endParaRPr/>
          </a:p>
        </p:txBody>
      </p:sp>
      <p:sp>
        <p:nvSpPr>
          <p:cNvPr id="26" name="object 26"/>
          <p:cNvSpPr txBox="1"/>
          <p:nvPr/>
        </p:nvSpPr>
        <p:spPr>
          <a:xfrm>
            <a:off x="-8572" y="5027612"/>
            <a:ext cx="5450205" cy="1745614"/>
          </a:xfrm>
          <a:prstGeom prst="rect">
            <a:avLst/>
          </a:prstGeom>
        </p:spPr>
        <p:txBody>
          <a:bodyPr vert="horz" wrap="square" lIns="0" tIns="12700" rIns="0" bIns="0" rtlCol="0">
            <a:spAutoFit/>
          </a:bodyPr>
          <a:lstStyle/>
          <a:p>
            <a:pPr marL="338455" indent="-285750">
              <a:lnSpc>
                <a:spcPct val="100000"/>
              </a:lnSpc>
              <a:spcBef>
                <a:spcPts val="100"/>
              </a:spcBef>
              <a:buFont typeface="Arial MT"/>
              <a:buChar char="•"/>
              <a:tabLst>
                <a:tab pos="338455" algn="l"/>
              </a:tabLst>
            </a:pPr>
            <a:r>
              <a:rPr sz="1800" spc="-35" dirty="0">
                <a:latin typeface="Trebuchet MS"/>
                <a:cs typeface="Trebuchet MS"/>
              </a:rPr>
              <a:t>Yes</a:t>
            </a:r>
            <a:r>
              <a:rPr sz="1800" spc="-204" dirty="0">
                <a:latin typeface="Trebuchet MS"/>
                <a:cs typeface="Trebuchet MS"/>
              </a:rPr>
              <a:t> </a:t>
            </a:r>
            <a:r>
              <a:rPr sz="1800" dirty="0">
                <a:latin typeface="Trebuchet MS"/>
                <a:cs typeface="Trebuchet MS"/>
              </a:rPr>
              <a:t>83</a:t>
            </a:r>
            <a:r>
              <a:rPr sz="1800" spc="-130" dirty="0">
                <a:latin typeface="Trebuchet MS"/>
                <a:cs typeface="Trebuchet MS"/>
              </a:rPr>
              <a:t> </a:t>
            </a:r>
            <a:r>
              <a:rPr sz="1800" spc="-30" dirty="0">
                <a:latin typeface="Trebuchet MS"/>
                <a:cs typeface="Trebuchet MS"/>
              </a:rPr>
              <a:t>(21.8%);</a:t>
            </a:r>
            <a:r>
              <a:rPr sz="1800" spc="-140" dirty="0">
                <a:latin typeface="Trebuchet MS"/>
                <a:cs typeface="Trebuchet MS"/>
              </a:rPr>
              <a:t> </a:t>
            </a:r>
            <a:r>
              <a:rPr sz="1800" spc="70" dirty="0">
                <a:latin typeface="Trebuchet MS"/>
                <a:cs typeface="Trebuchet MS"/>
              </a:rPr>
              <a:t>No</a:t>
            </a:r>
            <a:r>
              <a:rPr sz="1800" spc="-165" dirty="0">
                <a:latin typeface="Trebuchet MS"/>
                <a:cs typeface="Trebuchet MS"/>
              </a:rPr>
              <a:t> </a:t>
            </a:r>
            <a:r>
              <a:rPr sz="1800" spc="-10" dirty="0">
                <a:latin typeface="Trebuchet MS"/>
                <a:cs typeface="Trebuchet MS"/>
              </a:rPr>
              <a:t>161</a:t>
            </a:r>
            <a:r>
              <a:rPr sz="1800" spc="-135" dirty="0">
                <a:latin typeface="Trebuchet MS"/>
                <a:cs typeface="Trebuchet MS"/>
              </a:rPr>
              <a:t> </a:t>
            </a:r>
            <a:r>
              <a:rPr sz="1800" spc="-30" dirty="0">
                <a:latin typeface="Trebuchet MS"/>
                <a:cs typeface="Trebuchet MS"/>
              </a:rPr>
              <a:t>(42.4%);</a:t>
            </a:r>
            <a:r>
              <a:rPr sz="1800" spc="-135" dirty="0">
                <a:latin typeface="Trebuchet MS"/>
                <a:cs typeface="Trebuchet MS"/>
              </a:rPr>
              <a:t> </a:t>
            </a:r>
            <a:r>
              <a:rPr sz="1800" dirty="0">
                <a:latin typeface="Trebuchet MS"/>
                <a:cs typeface="Trebuchet MS"/>
              </a:rPr>
              <a:t>Maybe</a:t>
            </a:r>
            <a:r>
              <a:rPr sz="1800" spc="-120" dirty="0">
                <a:latin typeface="Trebuchet MS"/>
                <a:cs typeface="Trebuchet MS"/>
              </a:rPr>
              <a:t> </a:t>
            </a:r>
            <a:r>
              <a:rPr sz="1800" spc="-25" dirty="0">
                <a:latin typeface="Trebuchet MS"/>
                <a:cs typeface="Trebuchet MS"/>
              </a:rPr>
              <a:t>136</a:t>
            </a:r>
            <a:endParaRPr sz="1800">
              <a:latin typeface="Trebuchet MS"/>
              <a:cs typeface="Trebuchet MS"/>
            </a:endParaRPr>
          </a:p>
          <a:p>
            <a:pPr marL="338455">
              <a:lnSpc>
                <a:spcPct val="100000"/>
              </a:lnSpc>
              <a:spcBef>
                <a:spcPts val="20"/>
              </a:spcBef>
            </a:pPr>
            <a:r>
              <a:rPr sz="1800" spc="-30" dirty="0">
                <a:latin typeface="Trebuchet MS"/>
                <a:cs typeface="Trebuchet MS"/>
              </a:rPr>
              <a:t>(35.8%);</a:t>
            </a:r>
            <a:r>
              <a:rPr sz="1800" dirty="0">
                <a:latin typeface="Trebuchet MS"/>
                <a:cs typeface="Trebuchet MS"/>
              </a:rPr>
              <a:t> </a:t>
            </a:r>
            <a:r>
              <a:rPr sz="1800" spc="-10" dirty="0">
                <a:latin typeface="Trebuchet MS"/>
                <a:cs typeface="Trebuchet MS"/>
              </a:rPr>
              <a:t>N=380.Data-Analysis-</a:t>
            </a:r>
            <a:r>
              <a:rPr sz="1800" spc="-55" dirty="0">
                <a:latin typeface="Trebuchet MS"/>
                <a:cs typeface="Trebuchet MS"/>
              </a:rPr>
              <a:t>Freq-</a:t>
            </a:r>
            <a:r>
              <a:rPr sz="1800" spc="-10" dirty="0">
                <a:latin typeface="Trebuchet MS"/>
                <a:cs typeface="Trebuchet MS"/>
              </a:rPr>
              <a:t>Graphs.</a:t>
            </a:r>
            <a:endParaRPr sz="1800">
              <a:latin typeface="Trebuchet MS"/>
              <a:cs typeface="Trebuchet MS"/>
            </a:endParaRPr>
          </a:p>
          <a:p>
            <a:pPr marL="298450" marR="5080" indent="-286385">
              <a:lnSpc>
                <a:spcPct val="99500"/>
              </a:lnSpc>
              <a:spcBef>
                <a:spcPts val="840"/>
              </a:spcBef>
              <a:buFont typeface="Arial MT"/>
              <a:buChar char="•"/>
              <a:tabLst>
                <a:tab pos="298450" algn="l"/>
              </a:tabLst>
            </a:pPr>
            <a:r>
              <a:rPr sz="1400" spc="-10" dirty="0">
                <a:latin typeface="Times New Roman"/>
                <a:cs typeface="Times New Roman"/>
              </a:rPr>
              <a:t>With</a:t>
            </a:r>
            <a:r>
              <a:rPr sz="1400" spc="-35" dirty="0">
                <a:latin typeface="Times New Roman"/>
                <a:cs typeface="Times New Roman"/>
              </a:rPr>
              <a:t> </a:t>
            </a:r>
            <a:r>
              <a:rPr sz="1400" dirty="0">
                <a:latin typeface="Times New Roman"/>
                <a:cs typeface="Times New Roman"/>
              </a:rPr>
              <a:t>57.6%</a:t>
            </a:r>
            <a:r>
              <a:rPr sz="1400" spc="-60" dirty="0">
                <a:latin typeface="Times New Roman"/>
                <a:cs typeface="Times New Roman"/>
              </a:rPr>
              <a:t> </a:t>
            </a:r>
            <a:r>
              <a:rPr sz="1400" dirty="0">
                <a:latin typeface="Times New Roman"/>
                <a:cs typeface="Times New Roman"/>
              </a:rPr>
              <a:t>either</a:t>
            </a:r>
            <a:r>
              <a:rPr sz="1400" spc="-20" dirty="0">
                <a:latin typeface="Times New Roman"/>
                <a:cs typeface="Times New Roman"/>
              </a:rPr>
              <a:t> </a:t>
            </a:r>
            <a:r>
              <a:rPr sz="1400" dirty="0">
                <a:latin typeface="Times New Roman"/>
                <a:cs typeface="Times New Roman"/>
              </a:rPr>
              <a:t>believing</a:t>
            </a:r>
            <a:r>
              <a:rPr sz="1400" spc="-35" dirty="0">
                <a:latin typeface="Times New Roman"/>
                <a:cs typeface="Times New Roman"/>
              </a:rPr>
              <a:t> </a:t>
            </a:r>
            <a:r>
              <a:rPr sz="1400" dirty="0">
                <a:latin typeface="Times New Roman"/>
                <a:cs typeface="Times New Roman"/>
              </a:rPr>
              <a:t>antibiotics</a:t>
            </a:r>
            <a:r>
              <a:rPr sz="1400" spc="-20" dirty="0">
                <a:latin typeface="Times New Roman"/>
                <a:cs typeface="Times New Roman"/>
              </a:rPr>
              <a:t> </a:t>
            </a:r>
            <a:r>
              <a:rPr sz="1400" dirty="0">
                <a:latin typeface="Times New Roman"/>
                <a:cs typeface="Times New Roman"/>
              </a:rPr>
              <a:t>cure</a:t>
            </a:r>
            <a:r>
              <a:rPr sz="1400" spc="-25" dirty="0">
                <a:latin typeface="Times New Roman"/>
                <a:cs typeface="Times New Roman"/>
              </a:rPr>
              <a:t> </a:t>
            </a:r>
            <a:r>
              <a:rPr sz="1400" dirty="0">
                <a:latin typeface="Times New Roman"/>
                <a:cs typeface="Times New Roman"/>
              </a:rPr>
              <a:t>all</a:t>
            </a:r>
            <a:r>
              <a:rPr sz="1400" spc="-15" dirty="0">
                <a:latin typeface="Times New Roman"/>
                <a:cs typeface="Times New Roman"/>
              </a:rPr>
              <a:t> </a:t>
            </a:r>
            <a:r>
              <a:rPr sz="1400" spc="-10" dirty="0">
                <a:latin typeface="Times New Roman"/>
                <a:cs typeface="Times New Roman"/>
              </a:rPr>
              <a:t>infections</a:t>
            </a:r>
            <a:r>
              <a:rPr sz="1400" spc="-25" dirty="0">
                <a:latin typeface="Times New Roman"/>
                <a:cs typeface="Times New Roman"/>
              </a:rPr>
              <a:t> </a:t>
            </a:r>
            <a:r>
              <a:rPr sz="1400" dirty="0">
                <a:latin typeface="Times New Roman"/>
                <a:cs typeface="Times New Roman"/>
              </a:rPr>
              <a:t>or</a:t>
            </a:r>
            <a:r>
              <a:rPr sz="1400" spc="-20" dirty="0">
                <a:latin typeface="Times New Roman"/>
                <a:cs typeface="Times New Roman"/>
              </a:rPr>
              <a:t> </a:t>
            </a:r>
            <a:r>
              <a:rPr sz="1400" spc="-10" dirty="0">
                <a:latin typeface="Times New Roman"/>
                <a:cs typeface="Times New Roman"/>
              </a:rPr>
              <a:t>uncertain, </a:t>
            </a:r>
            <a:r>
              <a:rPr sz="1400" dirty="0">
                <a:latin typeface="Times New Roman"/>
                <a:cs typeface="Times New Roman"/>
              </a:rPr>
              <a:t>there</a:t>
            </a:r>
            <a:r>
              <a:rPr sz="1400" spc="-15" dirty="0">
                <a:latin typeface="Times New Roman"/>
                <a:cs typeface="Times New Roman"/>
              </a:rPr>
              <a:t> </a:t>
            </a:r>
            <a:r>
              <a:rPr sz="1400" dirty="0">
                <a:latin typeface="Times New Roman"/>
                <a:cs typeface="Times New Roman"/>
              </a:rPr>
              <a:t>is</a:t>
            </a:r>
            <a:r>
              <a:rPr sz="1400" spc="-15" dirty="0">
                <a:latin typeface="Times New Roman"/>
                <a:cs typeface="Times New Roman"/>
              </a:rPr>
              <a:t> </a:t>
            </a:r>
            <a:r>
              <a:rPr sz="1400" dirty="0">
                <a:latin typeface="Times New Roman"/>
                <a:cs typeface="Times New Roman"/>
              </a:rPr>
              <a:t>a</a:t>
            </a:r>
            <a:r>
              <a:rPr sz="1400" spc="-15" dirty="0">
                <a:latin typeface="Times New Roman"/>
                <a:cs typeface="Times New Roman"/>
              </a:rPr>
              <a:t> </a:t>
            </a:r>
            <a:r>
              <a:rPr sz="1400" dirty="0">
                <a:latin typeface="Times New Roman"/>
                <a:cs typeface="Times New Roman"/>
              </a:rPr>
              <a:t>prominent</a:t>
            </a:r>
            <a:r>
              <a:rPr sz="1400" spc="-5" dirty="0">
                <a:latin typeface="Times New Roman"/>
                <a:cs typeface="Times New Roman"/>
              </a:rPr>
              <a:t> </a:t>
            </a:r>
            <a:r>
              <a:rPr sz="1400" spc="-10" dirty="0">
                <a:latin typeface="Times New Roman"/>
                <a:cs typeface="Times New Roman"/>
              </a:rPr>
              <a:t>conceptual</a:t>
            </a:r>
            <a:r>
              <a:rPr sz="1400" spc="-5" dirty="0">
                <a:latin typeface="Times New Roman"/>
                <a:cs typeface="Times New Roman"/>
              </a:rPr>
              <a:t> </a:t>
            </a:r>
            <a:r>
              <a:rPr sz="1400" dirty="0">
                <a:latin typeface="Times New Roman"/>
                <a:cs typeface="Times New Roman"/>
              </a:rPr>
              <a:t>gap</a:t>
            </a:r>
            <a:r>
              <a:rPr sz="1400" spc="-20" dirty="0">
                <a:latin typeface="Times New Roman"/>
                <a:cs typeface="Times New Roman"/>
              </a:rPr>
              <a:t> </a:t>
            </a:r>
            <a:r>
              <a:rPr sz="1400" dirty="0">
                <a:latin typeface="Times New Roman"/>
                <a:cs typeface="Times New Roman"/>
              </a:rPr>
              <a:t>regarding</a:t>
            </a:r>
            <a:r>
              <a:rPr sz="1400" spc="-20" dirty="0">
                <a:latin typeface="Times New Roman"/>
                <a:cs typeface="Times New Roman"/>
              </a:rPr>
              <a:t> </a:t>
            </a:r>
            <a:r>
              <a:rPr sz="1400" spc="-10" dirty="0">
                <a:latin typeface="Times New Roman"/>
                <a:cs typeface="Times New Roman"/>
              </a:rPr>
              <a:t>etiology-</a:t>
            </a:r>
            <a:r>
              <a:rPr sz="1400" dirty="0">
                <a:latin typeface="Times New Roman"/>
                <a:cs typeface="Times New Roman"/>
              </a:rPr>
              <a:t>specific</a:t>
            </a:r>
            <a:r>
              <a:rPr sz="1400" spc="-15" dirty="0">
                <a:latin typeface="Times New Roman"/>
                <a:cs typeface="Times New Roman"/>
              </a:rPr>
              <a:t> </a:t>
            </a:r>
            <a:r>
              <a:rPr sz="1400" dirty="0">
                <a:latin typeface="Times New Roman"/>
                <a:cs typeface="Times New Roman"/>
              </a:rPr>
              <a:t>use; </a:t>
            </a:r>
            <a:r>
              <a:rPr sz="1400" spc="-20" dirty="0">
                <a:latin typeface="Times New Roman"/>
                <a:cs typeface="Times New Roman"/>
              </a:rPr>
              <a:t>this </a:t>
            </a:r>
            <a:r>
              <a:rPr sz="1400" dirty="0">
                <a:latin typeface="Times New Roman"/>
                <a:cs typeface="Times New Roman"/>
              </a:rPr>
              <a:t>creates</a:t>
            </a:r>
            <a:r>
              <a:rPr sz="1400" spc="-3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cognitive</a:t>
            </a:r>
            <a:r>
              <a:rPr sz="1400" spc="-30" dirty="0">
                <a:latin typeface="Times New Roman"/>
                <a:cs typeface="Times New Roman"/>
              </a:rPr>
              <a:t> </a:t>
            </a:r>
            <a:r>
              <a:rPr sz="1400" dirty="0">
                <a:latin typeface="Times New Roman"/>
                <a:cs typeface="Times New Roman"/>
              </a:rPr>
              <a:t>pathway</a:t>
            </a:r>
            <a:r>
              <a:rPr sz="1400" spc="-35"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dirty="0">
                <a:latin typeface="Times New Roman"/>
                <a:cs typeface="Times New Roman"/>
              </a:rPr>
              <a:t>unnecessary</a:t>
            </a:r>
            <a:r>
              <a:rPr sz="1400" spc="-40" dirty="0">
                <a:latin typeface="Times New Roman"/>
                <a:cs typeface="Times New Roman"/>
              </a:rPr>
              <a:t> </a:t>
            </a:r>
            <a:r>
              <a:rPr sz="1400" dirty="0">
                <a:latin typeface="Times New Roman"/>
                <a:cs typeface="Times New Roman"/>
              </a:rPr>
              <a:t>initiation</a:t>
            </a:r>
            <a:r>
              <a:rPr sz="1400" spc="-40" dirty="0">
                <a:latin typeface="Times New Roman"/>
                <a:cs typeface="Times New Roman"/>
              </a:rPr>
              <a:t> </a:t>
            </a:r>
            <a:r>
              <a:rPr sz="1400" dirty="0">
                <a:latin typeface="Times New Roman"/>
                <a:cs typeface="Times New Roman"/>
              </a:rPr>
              <a:t>for</a:t>
            </a:r>
            <a:r>
              <a:rPr sz="1400" spc="-25" dirty="0">
                <a:latin typeface="Times New Roman"/>
                <a:cs typeface="Times New Roman"/>
              </a:rPr>
              <a:t> </a:t>
            </a:r>
            <a:r>
              <a:rPr sz="1400" spc="-10" dirty="0">
                <a:latin typeface="Times New Roman"/>
                <a:cs typeface="Times New Roman"/>
              </a:rPr>
              <a:t>non-bacterial </a:t>
            </a:r>
            <a:r>
              <a:rPr sz="1400" dirty="0">
                <a:latin typeface="Times New Roman"/>
                <a:cs typeface="Times New Roman"/>
              </a:rPr>
              <a:t>illnesses</a:t>
            </a:r>
            <a:r>
              <a:rPr sz="1400" spc="-35"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exacerbates</a:t>
            </a:r>
            <a:r>
              <a:rPr sz="1400" spc="-35" dirty="0">
                <a:latin typeface="Times New Roman"/>
                <a:cs typeface="Times New Roman"/>
              </a:rPr>
              <a:t> </a:t>
            </a:r>
            <a:r>
              <a:rPr sz="1400" dirty="0">
                <a:latin typeface="Times New Roman"/>
                <a:cs typeface="Times New Roman"/>
              </a:rPr>
              <a:t>selection</a:t>
            </a:r>
            <a:r>
              <a:rPr sz="1400" spc="-35" dirty="0">
                <a:latin typeface="Times New Roman"/>
                <a:cs typeface="Times New Roman"/>
              </a:rPr>
              <a:t> </a:t>
            </a:r>
            <a:r>
              <a:rPr sz="1400" dirty="0">
                <a:latin typeface="Times New Roman"/>
                <a:cs typeface="Times New Roman"/>
              </a:rPr>
              <a:t>pressure</a:t>
            </a:r>
            <a:r>
              <a:rPr sz="1400" spc="-35" dirty="0">
                <a:latin typeface="Times New Roman"/>
                <a:cs typeface="Times New Roman"/>
              </a:rPr>
              <a:t> </a:t>
            </a:r>
            <a:r>
              <a:rPr sz="1400" dirty="0">
                <a:latin typeface="Times New Roman"/>
                <a:cs typeface="Times New Roman"/>
              </a:rPr>
              <a:t>even</a:t>
            </a:r>
            <a:r>
              <a:rPr sz="1400" spc="-35" dirty="0">
                <a:latin typeface="Times New Roman"/>
                <a:cs typeface="Times New Roman"/>
              </a:rPr>
              <a:t> </a:t>
            </a:r>
            <a:r>
              <a:rPr sz="1400" dirty="0">
                <a:latin typeface="Times New Roman"/>
                <a:cs typeface="Times New Roman"/>
              </a:rPr>
              <a:t>in</a:t>
            </a:r>
            <a:r>
              <a:rPr sz="1400" spc="-45" dirty="0">
                <a:latin typeface="Times New Roman"/>
                <a:cs typeface="Times New Roman"/>
              </a:rPr>
              <a:t> </a:t>
            </a:r>
            <a:r>
              <a:rPr sz="1400" dirty="0">
                <a:latin typeface="Times New Roman"/>
                <a:cs typeface="Times New Roman"/>
              </a:rPr>
              <a:t>mild</a:t>
            </a:r>
            <a:r>
              <a:rPr sz="1400" spc="-35" dirty="0">
                <a:latin typeface="Times New Roman"/>
                <a:cs typeface="Times New Roman"/>
              </a:rPr>
              <a:t> </a:t>
            </a:r>
            <a:r>
              <a:rPr sz="1400" spc="-10" dirty="0">
                <a:latin typeface="Times New Roman"/>
                <a:cs typeface="Times New Roman"/>
              </a:rPr>
              <a:t>community syndromes.</a:t>
            </a:r>
            <a:endParaRPr sz="1400">
              <a:latin typeface="Times New Roman"/>
              <a:cs typeface="Times New Roman"/>
            </a:endParaRPr>
          </a:p>
        </p:txBody>
      </p:sp>
      <p:graphicFrame>
        <p:nvGraphicFramePr>
          <p:cNvPr id="27" name="object 27"/>
          <p:cNvGraphicFramePr>
            <a:graphicFrameLocks noGrp="1"/>
          </p:cNvGraphicFramePr>
          <p:nvPr>
            <p:extLst>
              <p:ext uri="{D42A27DB-BD31-4B8C-83A1-F6EECF244321}">
                <p14:modId xmlns:p14="http://schemas.microsoft.com/office/powerpoint/2010/main" val="2056044443"/>
              </p:ext>
            </p:extLst>
          </p:nvPr>
        </p:nvGraphicFramePr>
        <p:xfrm>
          <a:off x="5949061" y="398576"/>
          <a:ext cx="6009004" cy="2132965"/>
        </p:xfrm>
        <a:graphic>
          <a:graphicData uri="http://schemas.openxmlformats.org/drawingml/2006/table">
            <a:tbl>
              <a:tblPr firstRow="1" bandRow="1">
                <a:tableStyleId>{2D5ABB26-0587-4C30-8999-92F81FD0307C}</a:tableStyleId>
              </a:tblPr>
              <a:tblGrid>
                <a:gridCol w="3214370">
                  <a:extLst>
                    <a:ext uri="{9D8B030D-6E8A-4147-A177-3AD203B41FA5}">
                      <a16:colId xmlns:a16="http://schemas.microsoft.com/office/drawing/2014/main" val="20000"/>
                    </a:ext>
                  </a:extLst>
                </a:gridCol>
                <a:gridCol w="1600834">
                  <a:extLst>
                    <a:ext uri="{9D8B030D-6E8A-4147-A177-3AD203B41FA5}">
                      <a16:colId xmlns:a16="http://schemas.microsoft.com/office/drawing/2014/main" val="20001"/>
                    </a:ext>
                  </a:extLst>
                </a:gridCol>
                <a:gridCol w="1193800">
                  <a:extLst>
                    <a:ext uri="{9D8B030D-6E8A-4147-A177-3AD203B41FA5}">
                      <a16:colId xmlns:a16="http://schemas.microsoft.com/office/drawing/2014/main" val="20002"/>
                    </a:ext>
                  </a:extLst>
                </a:gridCol>
              </a:tblGrid>
              <a:tr h="1254125">
                <a:tc>
                  <a:txBody>
                    <a:bodyPr/>
                    <a:lstStyle/>
                    <a:p>
                      <a:pPr marL="73025">
                        <a:lnSpc>
                          <a:spcPts val="1275"/>
                        </a:lnSpc>
                      </a:pPr>
                      <a:r>
                        <a:rPr sz="1100" b="1" dirty="0">
                          <a:solidFill>
                            <a:srgbClr val="FFFFFF"/>
                          </a:solidFill>
                          <a:latin typeface="Trebuchet MS"/>
                          <a:cs typeface="Trebuchet MS"/>
                        </a:rPr>
                        <a:t>4.</a:t>
                      </a:r>
                      <a:r>
                        <a:rPr sz="1100" b="1" spc="155" dirty="0">
                          <a:solidFill>
                            <a:srgbClr val="FFFFFF"/>
                          </a:solidFill>
                          <a:latin typeface="Trebuchet MS"/>
                          <a:cs typeface="Trebuchet MS"/>
                        </a:rPr>
                        <a:t> </a:t>
                      </a:r>
                      <a:r>
                        <a:rPr sz="1100" b="1" dirty="0">
                          <a:solidFill>
                            <a:srgbClr val="FFFFFF"/>
                          </a:solidFill>
                          <a:latin typeface="Trebuchet MS"/>
                          <a:cs typeface="Trebuchet MS"/>
                        </a:rPr>
                        <a:t>When</a:t>
                      </a:r>
                      <a:r>
                        <a:rPr sz="1100" b="1" spc="-60" dirty="0">
                          <a:solidFill>
                            <a:srgbClr val="FFFFFF"/>
                          </a:solidFill>
                          <a:latin typeface="Trebuchet MS"/>
                          <a:cs typeface="Trebuchet MS"/>
                        </a:rPr>
                        <a:t> </a:t>
                      </a:r>
                      <a:r>
                        <a:rPr sz="1100" b="1" dirty="0">
                          <a:solidFill>
                            <a:srgbClr val="FFFFFF"/>
                          </a:solidFill>
                          <a:latin typeface="Trebuchet MS"/>
                          <a:cs typeface="Trebuchet MS"/>
                        </a:rPr>
                        <a:t>do</a:t>
                      </a:r>
                      <a:r>
                        <a:rPr sz="1100" b="1" spc="-55" dirty="0">
                          <a:solidFill>
                            <a:srgbClr val="FFFFFF"/>
                          </a:solidFill>
                          <a:latin typeface="Trebuchet MS"/>
                          <a:cs typeface="Trebuchet MS"/>
                        </a:rPr>
                        <a:t> </a:t>
                      </a:r>
                      <a:r>
                        <a:rPr sz="1100" b="1" spc="-10" dirty="0">
                          <a:solidFill>
                            <a:srgbClr val="FFFFFF"/>
                          </a:solidFill>
                          <a:latin typeface="Trebuchet MS"/>
                          <a:cs typeface="Trebuchet MS"/>
                        </a:rPr>
                        <a:t>you</a:t>
                      </a:r>
                      <a:r>
                        <a:rPr sz="1100" b="1" spc="-70" dirty="0">
                          <a:solidFill>
                            <a:srgbClr val="FFFFFF"/>
                          </a:solidFill>
                          <a:latin typeface="Trebuchet MS"/>
                          <a:cs typeface="Trebuchet MS"/>
                        </a:rPr>
                        <a:t> </a:t>
                      </a:r>
                      <a:r>
                        <a:rPr sz="1100" b="1" dirty="0">
                          <a:solidFill>
                            <a:srgbClr val="FFFFFF"/>
                          </a:solidFill>
                          <a:latin typeface="Trebuchet MS"/>
                          <a:cs typeface="Trebuchet MS"/>
                        </a:rPr>
                        <a:t>think</a:t>
                      </a:r>
                      <a:r>
                        <a:rPr sz="1100" b="1" spc="-85" dirty="0">
                          <a:solidFill>
                            <a:srgbClr val="FFFFFF"/>
                          </a:solidFill>
                          <a:latin typeface="Trebuchet MS"/>
                          <a:cs typeface="Trebuchet MS"/>
                        </a:rPr>
                        <a:t> </a:t>
                      </a:r>
                      <a:r>
                        <a:rPr sz="1100" b="1" dirty="0">
                          <a:solidFill>
                            <a:srgbClr val="FFFFFF"/>
                          </a:solidFill>
                          <a:latin typeface="Trebuchet MS"/>
                          <a:cs typeface="Trebuchet MS"/>
                        </a:rPr>
                        <a:t>taking</a:t>
                      </a:r>
                      <a:r>
                        <a:rPr sz="1100" b="1" spc="-65" dirty="0">
                          <a:solidFill>
                            <a:srgbClr val="FFFFFF"/>
                          </a:solidFill>
                          <a:latin typeface="Trebuchet MS"/>
                          <a:cs typeface="Trebuchet MS"/>
                        </a:rPr>
                        <a:t> </a:t>
                      </a:r>
                      <a:r>
                        <a:rPr sz="1100" b="1" dirty="0">
                          <a:solidFill>
                            <a:srgbClr val="FFFFFF"/>
                          </a:solidFill>
                          <a:latin typeface="Trebuchet MS"/>
                          <a:cs typeface="Trebuchet MS"/>
                        </a:rPr>
                        <a:t>Antibiotics</a:t>
                      </a:r>
                      <a:r>
                        <a:rPr sz="1100" b="1" spc="-65" dirty="0">
                          <a:solidFill>
                            <a:srgbClr val="FFFFFF"/>
                          </a:solidFill>
                          <a:latin typeface="Trebuchet MS"/>
                          <a:cs typeface="Trebuchet MS"/>
                        </a:rPr>
                        <a:t> </a:t>
                      </a:r>
                      <a:r>
                        <a:rPr sz="1100" b="1" spc="-25" dirty="0">
                          <a:solidFill>
                            <a:srgbClr val="FFFFFF"/>
                          </a:solidFill>
                          <a:latin typeface="Trebuchet MS"/>
                          <a:cs typeface="Trebuchet MS"/>
                        </a:rPr>
                        <a:t>is</a:t>
                      </a:r>
                      <a:endParaRPr sz="1100" dirty="0">
                        <a:latin typeface="Trebuchet MS"/>
                        <a:cs typeface="Trebuchet MS"/>
                      </a:endParaRPr>
                    </a:p>
                    <a:p>
                      <a:pPr marL="73025">
                        <a:lnSpc>
                          <a:spcPct val="100000"/>
                        </a:lnSpc>
                        <a:spcBef>
                          <a:spcPts val="105"/>
                        </a:spcBef>
                      </a:pPr>
                      <a:r>
                        <a:rPr sz="1100" b="1" spc="-10" dirty="0">
                          <a:solidFill>
                            <a:srgbClr val="FFFFFF"/>
                          </a:solidFill>
                          <a:latin typeface="Trebuchet MS"/>
                          <a:cs typeface="Trebuchet MS"/>
                        </a:rPr>
                        <a:t>necessary?</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483870">
                        <a:lnSpc>
                          <a:spcPct val="100000"/>
                        </a:lnSpc>
                        <a:spcBef>
                          <a:spcPts val="30"/>
                        </a:spcBef>
                      </a:pPr>
                      <a:r>
                        <a:rPr sz="1100" b="1" dirty="0">
                          <a:solidFill>
                            <a:srgbClr val="FFFFFF"/>
                          </a:solidFill>
                          <a:latin typeface="Trebuchet MS"/>
                          <a:cs typeface="Trebuchet MS"/>
                        </a:rPr>
                        <a:t>Count</a:t>
                      </a:r>
                      <a:r>
                        <a:rPr sz="1100" b="1" spc="-110" dirty="0">
                          <a:solidFill>
                            <a:srgbClr val="FFFFFF"/>
                          </a:solidFill>
                          <a:latin typeface="Trebuchet MS"/>
                          <a:cs typeface="Trebuchet MS"/>
                        </a:rPr>
                        <a:t> </a:t>
                      </a:r>
                      <a:r>
                        <a:rPr sz="1100" b="1" spc="-40" dirty="0">
                          <a:solidFill>
                            <a:srgbClr val="FFFFFF"/>
                          </a:solidFill>
                          <a:latin typeface="Trebuchet MS"/>
                          <a:cs typeface="Trebuchet MS"/>
                        </a:rPr>
                        <a:t>of</a:t>
                      </a:r>
                      <a:r>
                        <a:rPr sz="1100" b="1" spc="-80" dirty="0">
                          <a:solidFill>
                            <a:srgbClr val="FFFFFF"/>
                          </a:solidFill>
                          <a:latin typeface="Trebuchet MS"/>
                          <a:cs typeface="Trebuchet MS"/>
                        </a:rPr>
                        <a:t> </a:t>
                      </a:r>
                      <a:r>
                        <a:rPr sz="1100" b="1" spc="-50" dirty="0">
                          <a:solidFill>
                            <a:srgbClr val="FFFFFF"/>
                          </a:solidFill>
                          <a:latin typeface="Trebuchet MS"/>
                          <a:cs typeface="Trebuchet MS"/>
                        </a:rPr>
                        <a:t>4</a:t>
                      </a:r>
                      <a:endParaRPr sz="1100">
                        <a:latin typeface="Trebuchet MS"/>
                        <a:cs typeface="Trebuchet MS"/>
                      </a:endParaRPr>
                    </a:p>
                    <a:p>
                      <a:pPr marL="75565" marR="216535">
                        <a:lnSpc>
                          <a:spcPct val="105200"/>
                        </a:lnSpc>
                        <a:spcBef>
                          <a:spcPts val="865"/>
                        </a:spcBef>
                      </a:pPr>
                      <a:r>
                        <a:rPr sz="1100" b="1" dirty="0">
                          <a:solidFill>
                            <a:srgbClr val="FFFFFF"/>
                          </a:solidFill>
                          <a:latin typeface="Trebuchet MS"/>
                          <a:cs typeface="Trebuchet MS"/>
                        </a:rPr>
                        <a:t>When</a:t>
                      </a:r>
                      <a:r>
                        <a:rPr sz="1100" b="1" spc="-30" dirty="0">
                          <a:solidFill>
                            <a:srgbClr val="FFFFFF"/>
                          </a:solidFill>
                          <a:latin typeface="Trebuchet MS"/>
                          <a:cs typeface="Trebuchet MS"/>
                        </a:rPr>
                        <a:t> </a:t>
                      </a:r>
                      <a:r>
                        <a:rPr sz="1100" b="1" dirty="0">
                          <a:solidFill>
                            <a:srgbClr val="FFFFFF"/>
                          </a:solidFill>
                          <a:latin typeface="Trebuchet MS"/>
                          <a:cs typeface="Trebuchet MS"/>
                        </a:rPr>
                        <a:t>do</a:t>
                      </a:r>
                      <a:r>
                        <a:rPr sz="1100" b="1" spc="-15" dirty="0">
                          <a:solidFill>
                            <a:srgbClr val="FFFFFF"/>
                          </a:solidFill>
                          <a:latin typeface="Trebuchet MS"/>
                          <a:cs typeface="Trebuchet MS"/>
                        </a:rPr>
                        <a:t> </a:t>
                      </a:r>
                      <a:r>
                        <a:rPr sz="1100" b="1" spc="-10" dirty="0">
                          <a:solidFill>
                            <a:srgbClr val="FFFFFF"/>
                          </a:solidFill>
                          <a:latin typeface="Trebuchet MS"/>
                          <a:cs typeface="Trebuchet MS"/>
                        </a:rPr>
                        <a:t>you</a:t>
                      </a:r>
                      <a:r>
                        <a:rPr sz="1100" b="1" spc="-30" dirty="0">
                          <a:solidFill>
                            <a:srgbClr val="FFFFFF"/>
                          </a:solidFill>
                          <a:latin typeface="Trebuchet MS"/>
                          <a:cs typeface="Trebuchet MS"/>
                        </a:rPr>
                        <a:t> </a:t>
                      </a:r>
                      <a:r>
                        <a:rPr sz="1100" b="1" spc="-20" dirty="0">
                          <a:solidFill>
                            <a:srgbClr val="FFFFFF"/>
                          </a:solidFill>
                          <a:latin typeface="Trebuchet MS"/>
                          <a:cs typeface="Trebuchet MS"/>
                        </a:rPr>
                        <a:t>think </a:t>
                      </a:r>
                      <a:r>
                        <a:rPr sz="1100" b="1" dirty="0">
                          <a:solidFill>
                            <a:srgbClr val="FFFFFF"/>
                          </a:solidFill>
                          <a:latin typeface="Trebuchet MS"/>
                          <a:cs typeface="Trebuchet MS"/>
                        </a:rPr>
                        <a:t>taking</a:t>
                      </a:r>
                      <a:r>
                        <a:rPr sz="1100" b="1" spc="-20" dirty="0">
                          <a:solidFill>
                            <a:srgbClr val="FFFFFF"/>
                          </a:solidFill>
                          <a:latin typeface="Trebuchet MS"/>
                          <a:cs typeface="Trebuchet MS"/>
                        </a:rPr>
                        <a:t> </a:t>
                      </a:r>
                      <a:r>
                        <a:rPr sz="1100" b="1" dirty="0">
                          <a:solidFill>
                            <a:srgbClr val="FFFFFF"/>
                          </a:solidFill>
                          <a:latin typeface="Trebuchet MS"/>
                          <a:cs typeface="Trebuchet MS"/>
                        </a:rPr>
                        <a:t>Antibiotics</a:t>
                      </a:r>
                      <a:r>
                        <a:rPr sz="1100" b="1" spc="-25" dirty="0">
                          <a:solidFill>
                            <a:srgbClr val="FFFFFF"/>
                          </a:solidFill>
                          <a:latin typeface="Trebuchet MS"/>
                          <a:cs typeface="Trebuchet MS"/>
                        </a:rPr>
                        <a:t> is </a:t>
                      </a:r>
                      <a:r>
                        <a:rPr sz="1100" b="1" spc="-10" dirty="0">
                          <a:solidFill>
                            <a:srgbClr val="FFFFFF"/>
                          </a:solidFill>
                          <a:latin typeface="Trebuchet MS"/>
                          <a:cs typeface="Trebuchet MS"/>
                        </a:rPr>
                        <a:t>necessary?</a:t>
                      </a:r>
                      <a:endParaRPr sz="1100">
                        <a:latin typeface="Trebuchet MS"/>
                        <a:cs typeface="Trebuchet MS"/>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tc>
                  <a:txBody>
                    <a:bodyPr/>
                    <a:lstStyle/>
                    <a:p>
                      <a:pPr marL="125095">
                        <a:lnSpc>
                          <a:spcPct val="100000"/>
                        </a:lnSpc>
                        <a:spcBef>
                          <a:spcPts val="30"/>
                        </a:spcBef>
                      </a:pPr>
                      <a:r>
                        <a:rPr sz="1100" b="1" dirty="0">
                          <a:solidFill>
                            <a:srgbClr val="FFFFFF"/>
                          </a:solidFill>
                          <a:latin typeface="Trebuchet MS"/>
                          <a:cs typeface="Trebuchet MS"/>
                        </a:rPr>
                        <a:t>GT%</a:t>
                      </a:r>
                      <a:r>
                        <a:rPr sz="1100" b="1" spc="-100" dirty="0">
                          <a:solidFill>
                            <a:srgbClr val="FFFFFF"/>
                          </a:solidFill>
                          <a:latin typeface="Trebuchet MS"/>
                          <a:cs typeface="Trebuchet MS"/>
                        </a:rPr>
                        <a:t> </a:t>
                      </a:r>
                      <a:r>
                        <a:rPr sz="1100" b="1" dirty="0">
                          <a:solidFill>
                            <a:srgbClr val="FFFFFF"/>
                          </a:solidFill>
                          <a:latin typeface="Trebuchet MS"/>
                          <a:cs typeface="Trebuchet MS"/>
                        </a:rPr>
                        <a:t>Count</a:t>
                      </a:r>
                      <a:r>
                        <a:rPr sz="1100" b="1" spc="-75" dirty="0">
                          <a:solidFill>
                            <a:srgbClr val="FFFFFF"/>
                          </a:solidFill>
                          <a:latin typeface="Trebuchet MS"/>
                          <a:cs typeface="Trebuchet MS"/>
                        </a:rPr>
                        <a:t> </a:t>
                      </a:r>
                      <a:r>
                        <a:rPr sz="1100" b="1" spc="-40" dirty="0">
                          <a:solidFill>
                            <a:srgbClr val="FFFFFF"/>
                          </a:solidFill>
                          <a:latin typeface="Trebuchet MS"/>
                          <a:cs typeface="Trebuchet MS"/>
                        </a:rPr>
                        <a:t>of</a:t>
                      </a:r>
                      <a:r>
                        <a:rPr sz="1100" b="1" spc="-50" dirty="0">
                          <a:solidFill>
                            <a:srgbClr val="FFFFFF"/>
                          </a:solidFill>
                          <a:latin typeface="Trebuchet MS"/>
                          <a:cs typeface="Trebuchet MS"/>
                        </a:rPr>
                        <a:t> 4</a:t>
                      </a:r>
                      <a:endParaRPr sz="1100">
                        <a:latin typeface="Trebuchet MS"/>
                        <a:cs typeface="Trebuchet MS"/>
                      </a:endParaRPr>
                    </a:p>
                    <a:p>
                      <a:pPr marL="76835" marR="243204">
                        <a:lnSpc>
                          <a:spcPct val="104299"/>
                        </a:lnSpc>
                        <a:spcBef>
                          <a:spcPts val="880"/>
                        </a:spcBef>
                      </a:pPr>
                      <a:r>
                        <a:rPr sz="1100" b="1" dirty="0">
                          <a:solidFill>
                            <a:srgbClr val="FFFFFF"/>
                          </a:solidFill>
                          <a:latin typeface="Trebuchet MS"/>
                          <a:cs typeface="Trebuchet MS"/>
                        </a:rPr>
                        <a:t>When</a:t>
                      </a:r>
                      <a:r>
                        <a:rPr sz="1100" b="1" spc="5" dirty="0">
                          <a:solidFill>
                            <a:srgbClr val="FFFFFF"/>
                          </a:solidFill>
                          <a:latin typeface="Trebuchet MS"/>
                          <a:cs typeface="Trebuchet MS"/>
                        </a:rPr>
                        <a:t> </a:t>
                      </a:r>
                      <a:r>
                        <a:rPr sz="1100" b="1" dirty="0">
                          <a:solidFill>
                            <a:srgbClr val="FFFFFF"/>
                          </a:solidFill>
                          <a:latin typeface="Trebuchet MS"/>
                          <a:cs typeface="Trebuchet MS"/>
                        </a:rPr>
                        <a:t>do</a:t>
                      </a:r>
                      <a:r>
                        <a:rPr sz="1100" b="1" spc="15" dirty="0">
                          <a:solidFill>
                            <a:srgbClr val="FFFFFF"/>
                          </a:solidFill>
                          <a:latin typeface="Trebuchet MS"/>
                          <a:cs typeface="Trebuchet MS"/>
                        </a:rPr>
                        <a:t> </a:t>
                      </a:r>
                      <a:r>
                        <a:rPr sz="1100" b="1" spc="-25" dirty="0">
                          <a:solidFill>
                            <a:srgbClr val="FFFFFF"/>
                          </a:solidFill>
                          <a:latin typeface="Trebuchet MS"/>
                          <a:cs typeface="Trebuchet MS"/>
                        </a:rPr>
                        <a:t>you </a:t>
                      </a:r>
                      <a:r>
                        <a:rPr sz="1100" b="1" dirty="0">
                          <a:solidFill>
                            <a:srgbClr val="FFFFFF"/>
                          </a:solidFill>
                          <a:latin typeface="Trebuchet MS"/>
                          <a:cs typeface="Trebuchet MS"/>
                        </a:rPr>
                        <a:t>think</a:t>
                      </a:r>
                      <a:r>
                        <a:rPr sz="1100" b="1" spc="-75" dirty="0">
                          <a:solidFill>
                            <a:srgbClr val="FFFFFF"/>
                          </a:solidFill>
                          <a:latin typeface="Trebuchet MS"/>
                          <a:cs typeface="Trebuchet MS"/>
                        </a:rPr>
                        <a:t> </a:t>
                      </a:r>
                      <a:r>
                        <a:rPr sz="1100" b="1" spc="-10" dirty="0">
                          <a:solidFill>
                            <a:srgbClr val="FFFFFF"/>
                          </a:solidFill>
                          <a:latin typeface="Trebuchet MS"/>
                          <a:cs typeface="Trebuchet MS"/>
                        </a:rPr>
                        <a:t>taking </a:t>
                      </a:r>
                      <a:r>
                        <a:rPr sz="1100" b="1" dirty="0">
                          <a:solidFill>
                            <a:srgbClr val="FFFFFF"/>
                          </a:solidFill>
                          <a:latin typeface="Trebuchet MS"/>
                          <a:cs typeface="Trebuchet MS"/>
                        </a:rPr>
                        <a:t>Antibiotics</a:t>
                      </a:r>
                      <a:r>
                        <a:rPr sz="1100" b="1" spc="45" dirty="0">
                          <a:solidFill>
                            <a:srgbClr val="FFFFFF"/>
                          </a:solidFill>
                          <a:latin typeface="Trebuchet MS"/>
                          <a:cs typeface="Trebuchet MS"/>
                        </a:rPr>
                        <a:t> </a:t>
                      </a:r>
                      <a:r>
                        <a:rPr sz="1100" b="1" spc="-25" dirty="0">
                          <a:solidFill>
                            <a:srgbClr val="FFFFFF"/>
                          </a:solidFill>
                          <a:latin typeface="Trebuchet MS"/>
                          <a:cs typeface="Trebuchet MS"/>
                        </a:rPr>
                        <a:t>is </a:t>
                      </a:r>
                      <a:r>
                        <a:rPr sz="1100" b="1" spc="-10" dirty="0">
                          <a:solidFill>
                            <a:srgbClr val="FFFFFF"/>
                          </a:solidFill>
                          <a:latin typeface="Trebuchet MS"/>
                          <a:cs typeface="Trebuchet MS"/>
                        </a:rPr>
                        <a:t>necessary?</a:t>
                      </a:r>
                      <a:endParaRPr sz="1100">
                        <a:latin typeface="Trebuchet MS"/>
                        <a:cs typeface="Trebuchet MS"/>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55F82"/>
                    </a:solidFill>
                  </a:tcPr>
                </a:tc>
                <a:extLst>
                  <a:ext uri="{0D108BD9-81ED-4DB2-BD59-A6C34878D82A}">
                    <a16:rowId xmlns:a16="http://schemas.microsoft.com/office/drawing/2014/main" val="10000"/>
                  </a:ext>
                </a:extLst>
              </a:tr>
              <a:tr h="219710">
                <a:tc>
                  <a:txBody>
                    <a:bodyPr/>
                    <a:lstStyle/>
                    <a:p>
                      <a:pPr marL="73025">
                        <a:lnSpc>
                          <a:spcPct val="100000"/>
                        </a:lnSpc>
                        <a:spcBef>
                          <a:spcPts val="95"/>
                        </a:spcBef>
                      </a:pPr>
                      <a:r>
                        <a:rPr sz="1200" b="1" spc="-35" dirty="0">
                          <a:solidFill>
                            <a:srgbClr val="FFFFFF"/>
                          </a:solidFill>
                          <a:latin typeface="Trebuchet MS"/>
                          <a:cs typeface="Trebuchet MS"/>
                        </a:rPr>
                        <a:t>Whenever</a:t>
                      </a:r>
                      <a:r>
                        <a:rPr sz="1200" b="1" spc="-65" dirty="0">
                          <a:solidFill>
                            <a:srgbClr val="FFFFFF"/>
                          </a:solidFill>
                          <a:latin typeface="Trebuchet MS"/>
                          <a:cs typeface="Trebuchet MS"/>
                        </a:rPr>
                        <a:t> </a:t>
                      </a:r>
                      <a:r>
                        <a:rPr sz="1200" b="1" spc="-25" dirty="0">
                          <a:solidFill>
                            <a:srgbClr val="FFFFFF"/>
                          </a:solidFill>
                          <a:latin typeface="Trebuchet MS"/>
                          <a:cs typeface="Trebuchet MS"/>
                        </a:rPr>
                        <a:t>ill</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155F82"/>
                    </a:solidFill>
                  </a:tcPr>
                </a:tc>
                <a:tc>
                  <a:txBody>
                    <a:bodyPr/>
                    <a:lstStyle/>
                    <a:p>
                      <a:pPr marL="24130" algn="ctr">
                        <a:lnSpc>
                          <a:spcPct val="100000"/>
                        </a:lnSpc>
                        <a:spcBef>
                          <a:spcPts val="95"/>
                        </a:spcBef>
                      </a:pPr>
                      <a:r>
                        <a:rPr sz="1200" spc="-25" dirty="0">
                          <a:latin typeface="Trebuchet MS"/>
                          <a:cs typeface="Trebuchet MS"/>
                        </a:rPr>
                        <a:t>67</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tc>
                  <a:txBody>
                    <a:bodyPr/>
                    <a:lstStyle/>
                    <a:p>
                      <a:pPr marL="17145" algn="ctr">
                        <a:lnSpc>
                          <a:spcPct val="100000"/>
                        </a:lnSpc>
                        <a:spcBef>
                          <a:spcPts val="95"/>
                        </a:spcBef>
                      </a:pPr>
                      <a:r>
                        <a:rPr sz="1200" spc="-10" dirty="0">
                          <a:latin typeface="Trebuchet MS"/>
                          <a:cs typeface="Trebuchet MS"/>
                        </a:rPr>
                        <a:t>17.6%</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1"/>
                  </a:ext>
                </a:extLst>
              </a:tr>
              <a:tr h="219710">
                <a:tc>
                  <a:txBody>
                    <a:bodyPr/>
                    <a:lstStyle/>
                    <a:p>
                      <a:pPr marL="73025">
                        <a:lnSpc>
                          <a:spcPct val="100000"/>
                        </a:lnSpc>
                        <a:spcBef>
                          <a:spcPts val="95"/>
                        </a:spcBef>
                      </a:pPr>
                      <a:r>
                        <a:rPr sz="1200" b="1" spc="-35" dirty="0">
                          <a:solidFill>
                            <a:srgbClr val="FFFFFF"/>
                          </a:solidFill>
                          <a:latin typeface="Trebuchet MS"/>
                          <a:cs typeface="Trebuchet MS"/>
                        </a:rPr>
                        <a:t>Severe </a:t>
                      </a:r>
                      <a:r>
                        <a:rPr sz="1200" b="1" spc="-10" dirty="0">
                          <a:solidFill>
                            <a:srgbClr val="FFFFFF"/>
                          </a:solidFill>
                          <a:latin typeface="Trebuchet MS"/>
                          <a:cs typeface="Trebuchet MS"/>
                        </a:rPr>
                        <a:t>illness</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24130" algn="ctr">
                        <a:lnSpc>
                          <a:spcPct val="100000"/>
                        </a:lnSpc>
                        <a:spcBef>
                          <a:spcPts val="95"/>
                        </a:spcBef>
                      </a:pPr>
                      <a:r>
                        <a:rPr sz="1200" spc="-25" dirty="0">
                          <a:latin typeface="Trebuchet MS"/>
                          <a:cs typeface="Trebuchet MS"/>
                        </a:rPr>
                        <a:t>68</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17145" algn="ctr">
                        <a:lnSpc>
                          <a:spcPct val="100000"/>
                        </a:lnSpc>
                        <a:spcBef>
                          <a:spcPts val="95"/>
                        </a:spcBef>
                      </a:pPr>
                      <a:r>
                        <a:rPr sz="1200" spc="-10" dirty="0">
                          <a:latin typeface="Trebuchet MS"/>
                          <a:cs typeface="Trebuchet MS"/>
                        </a:rPr>
                        <a:t>17.9%</a:t>
                      </a:r>
                      <a:endParaRPr sz="1200">
                        <a:latin typeface="Trebuchet MS"/>
                        <a:cs typeface="Trebuchet MS"/>
                      </a:endParaRPr>
                    </a:p>
                  </a:txBody>
                  <a:tcPr marL="0" marR="0" marT="120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219710">
                <a:tc>
                  <a:txBody>
                    <a:bodyPr/>
                    <a:lstStyle/>
                    <a:p>
                      <a:pPr marL="73025">
                        <a:lnSpc>
                          <a:spcPct val="100000"/>
                        </a:lnSpc>
                        <a:spcBef>
                          <a:spcPts val="100"/>
                        </a:spcBef>
                      </a:pPr>
                      <a:r>
                        <a:rPr sz="1200" b="1" spc="-20" dirty="0">
                          <a:solidFill>
                            <a:srgbClr val="FFFFFF"/>
                          </a:solidFill>
                          <a:latin typeface="Trebuchet MS"/>
                          <a:cs typeface="Trebuchet MS"/>
                        </a:rPr>
                        <a:t>Bacterial</a:t>
                      </a:r>
                      <a:r>
                        <a:rPr sz="1200" b="1" spc="-65" dirty="0">
                          <a:solidFill>
                            <a:srgbClr val="FFFFFF"/>
                          </a:solidFill>
                          <a:latin typeface="Trebuchet MS"/>
                          <a:cs typeface="Trebuchet MS"/>
                        </a:rPr>
                        <a:t> </a:t>
                      </a:r>
                      <a:r>
                        <a:rPr sz="1200" b="1" spc="-10" dirty="0">
                          <a:solidFill>
                            <a:srgbClr val="FFFFFF"/>
                          </a:solidFill>
                          <a:latin typeface="Trebuchet MS"/>
                          <a:cs typeface="Trebuchet MS"/>
                        </a:rPr>
                        <a:t>infection</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15240" algn="ctr">
                        <a:lnSpc>
                          <a:spcPct val="100000"/>
                        </a:lnSpc>
                        <a:spcBef>
                          <a:spcPts val="100"/>
                        </a:spcBef>
                      </a:pPr>
                      <a:r>
                        <a:rPr sz="1200" spc="-25" dirty="0">
                          <a:latin typeface="Trebuchet MS"/>
                          <a:cs typeface="Trebuchet MS"/>
                        </a:rPr>
                        <a:t>245</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17145" algn="ctr">
                        <a:lnSpc>
                          <a:spcPct val="100000"/>
                        </a:lnSpc>
                        <a:spcBef>
                          <a:spcPts val="100"/>
                        </a:spcBef>
                      </a:pPr>
                      <a:r>
                        <a:rPr sz="1200" spc="-10" dirty="0">
                          <a:latin typeface="Trebuchet MS"/>
                          <a:cs typeface="Trebuchet MS"/>
                        </a:rPr>
                        <a:t>64.5%</a:t>
                      </a:r>
                      <a:endParaRPr sz="1200">
                        <a:latin typeface="Trebuchet MS"/>
                        <a:cs typeface="Trebuchet MS"/>
                      </a:endParaRPr>
                    </a:p>
                  </a:txBody>
                  <a:tcPr marL="0" marR="0" marT="127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3"/>
                  </a:ext>
                </a:extLst>
              </a:tr>
              <a:tr h="219710">
                <a:tc>
                  <a:txBody>
                    <a:bodyPr/>
                    <a:lstStyle/>
                    <a:p>
                      <a:pPr marL="73025">
                        <a:lnSpc>
                          <a:spcPct val="100000"/>
                        </a:lnSpc>
                        <a:spcBef>
                          <a:spcPts val="105"/>
                        </a:spcBef>
                      </a:pPr>
                      <a:r>
                        <a:rPr sz="1200" b="1" spc="-10" dirty="0">
                          <a:solidFill>
                            <a:srgbClr val="FFFFFF"/>
                          </a:solidFill>
                          <a:latin typeface="Trebuchet MS"/>
                          <a:cs typeface="Trebuchet MS"/>
                        </a:rPr>
                        <a:t>Total</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155F82"/>
                    </a:solidFill>
                  </a:tcPr>
                </a:tc>
                <a:tc>
                  <a:txBody>
                    <a:bodyPr/>
                    <a:lstStyle/>
                    <a:p>
                      <a:pPr marL="15240" algn="ctr">
                        <a:lnSpc>
                          <a:spcPct val="100000"/>
                        </a:lnSpc>
                        <a:spcBef>
                          <a:spcPts val="105"/>
                        </a:spcBef>
                      </a:pPr>
                      <a:r>
                        <a:rPr sz="1200" spc="-25" dirty="0">
                          <a:latin typeface="Trebuchet MS"/>
                          <a:cs typeface="Trebuchet MS"/>
                        </a:rPr>
                        <a:t>380</a:t>
                      </a:r>
                      <a:endParaRPr sz="120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22225" algn="ctr">
                        <a:lnSpc>
                          <a:spcPct val="100000"/>
                        </a:lnSpc>
                        <a:spcBef>
                          <a:spcPts val="105"/>
                        </a:spcBef>
                      </a:pPr>
                      <a:r>
                        <a:rPr sz="1200" spc="55" dirty="0">
                          <a:latin typeface="Trebuchet MS"/>
                          <a:cs typeface="Trebuchet MS"/>
                        </a:rPr>
                        <a:t>100%</a:t>
                      </a:r>
                      <a:endParaRPr sz="1200" dirty="0">
                        <a:latin typeface="Trebuchet MS"/>
                        <a:cs typeface="Trebuchet MS"/>
                      </a:endParaRPr>
                    </a:p>
                  </a:txBody>
                  <a:tcPr marL="0" marR="0" marT="133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4"/>
                  </a:ext>
                </a:extLst>
              </a:tr>
            </a:tbl>
          </a:graphicData>
        </a:graphic>
      </p:graphicFrame>
      <p:grpSp>
        <p:nvGrpSpPr>
          <p:cNvPr id="29" name="object 29"/>
          <p:cNvGrpSpPr/>
          <p:nvPr/>
        </p:nvGrpSpPr>
        <p:grpSpPr>
          <a:xfrm>
            <a:off x="7193030" y="2817583"/>
            <a:ext cx="3607435" cy="1662430"/>
            <a:chOff x="7170801" y="2981171"/>
            <a:chExt cx="3607435" cy="1662430"/>
          </a:xfrm>
        </p:grpSpPr>
        <p:pic>
          <p:nvPicPr>
            <p:cNvPr id="30" name="object 30"/>
            <p:cNvPicPr/>
            <p:nvPr/>
          </p:nvPicPr>
          <p:blipFill>
            <a:blip r:embed="rId3" cstate="print"/>
            <a:stretch>
              <a:fillRect/>
            </a:stretch>
          </p:blipFill>
          <p:spPr>
            <a:xfrm>
              <a:off x="7209855" y="2981171"/>
              <a:ext cx="3568371" cy="1662255"/>
            </a:xfrm>
            <a:prstGeom prst="rect">
              <a:avLst/>
            </a:prstGeom>
          </p:spPr>
        </p:pic>
        <p:sp>
          <p:nvSpPr>
            <p:cNvPr id="31" name="object 31"/>
            <p:cNvSpPr/>
            <p:nvPr/>
          </p:nvSpPr>
          <p:spPr>
            <a:xfrm>
              <a:off x="7177151" y="3071875"/>
              <a:ext cx="123825" cy="1143000"/>
            </a:xfrm>
            <a:custGeom>
              <a:avLst/>
              <a:gdLst/>
              <a:ahLst/>
              <a:cxnLst/>
              <a:rect l="l" t="t" r="r" b="b"/>
              <a:pathLst>
                <a:path w="123825" h="1143000">
                  <a:moveTo>
                    <a:pt x="123825" y="1143000"/>
                  </a:moveTo>
                  <a:lnTo>
                    <a:pt x="76200" y="1143000"/>
                  </a:lnTo>
                </a:path>
                <a:path w="123825" h="1143000">
                  <a:moveTo>
                    <a:pt x="104775" y="923925"/>
                  </a:moveTo>
                  <a:lnTo>
                    <a:pt x="66675" y="923925"/>
                  </a:lnTo>
                </a:path>
                <a:path w="123825" h="1143000">
                  <a:moveTo>
                    <a:pt x="85725" y="695325"/>
                  </a:moveTo>
                  <a:lnTo>
                    <a:pt x="47625" y="695325"/>
                  </a:lnTo>
                </a:path>
                <a:path w="123825" h="1143000">
                  <a:moveTo>
                    <a:pt x="66675" y="466725"/>
                  </a:moveTo>
                  <a:lnTo>
                    <a:pt x="28575" y="466725"/>
                  </a:lnTo>
                </a:path>
                <a:path w="123825" h="1143000">
                  <a:moveTo>
                    <a:pt x="57150" y="238125"/>
                  </a:moveTo>
                  <a:lnTo>
                    <a:pt x="19050" y="238125"/>
                  </a:lnTo>
                </a:path>
                <a:path w="123825" h="1143000">
                  <a:moveTo>
                    <a:pt x="38100" y="0"/>
                  </a:moveTo>
                  <a:lnTo>
                    <a:pt x="0" y="0"/>
                  </a:lnTo>
                </a:path>
              </a:pathLst>
            </a:custGeom>
            <a:ln w="12700">
              <a:solidFill>
                <a:srgbClr val="888888"/>
              </a:solidFill>
            </a:ln>
          </p:spPr>
          <p:txBody>
            <a:bodyPr wrap="square" lIns="0" tIns="0" rIns="0" bIns="0" rtlCol="0"/>
            <a:lstStyle/>
            <a:p>
              <a:endParaRPr/>
            </a:p>
          </p:txBody>
        </p:sp>
      </p:grpSp>
      <p:sp>
        <p:nvSpPr>
          <p:cNvPr id="32" name="object 32"/>
          <p:cNvSpPr txBox="1"/>
          <p:nvPr/>
        </p:nvSpPr>
        <p:spPr>
          <a:xfrm>
            <a:off x="6888230" y="2728912"/>
            <a:ext cx="311150" cy="1400175"/>
          </a:xfrm>
          <a:prstGeom prst="rect">
            <a:avLst/>
          </a:prstGeom>
        </p:spPr>
        <p:txBody>
          <a:bodyPr vert="horz" wrap="square" lIns="0" tIns="102870" rIns="0" bIns="0" rtlCol="0">
            <a:spAutoFit/>
          </a:bodyPr>
          <a:lstStyle/>
          <a:p>
            <a:pPr marR="90170" algn="r">
              <a:lnSpc>
                <a:spcPct val="100000"/>
              </a:lnSpc>
              <a:spcBef>
                <a:spcPts val="810"/>
              </a:spcBef>
            </a:pPr>
            <a:r>
              <a:rPr sz="950" spc="-25" dirty="0">
                <a:latin typeface="Trebuchet MS"/>
                <a:cs typeface="Trebuchet MS"/>
              </a:rPr>
              <a:t>250</a:t>
            </a:r>
            <a:endParaRPr sz="950" dirty="0">
              <a:latin typeface="Trebuchet MS"/>
              <a:cs typeface="Trebuchet MS"/>
            </a:endParaRPr>
          </a:p>
          <a:p>
            <a:pPr marR="73025" algn="r">
              <a:lnSpc>
                <a:spcPct val="100000"/>
              </a:lnSpc>
              <a:spcBef>
                <a:spcPts val="720"/>
              </a:spcBef>
            </a:pPr>
            <a:r>
              <a:rPr sz="950" spc="-25" dirty="0">
                <a:latin typeface="Trebuchet MS"/>
                <a:cs typeface="Trebuchet MS"/>
              </a:rPr>
              <a:t>200</a:t>
            </a:r>
            <a:endParaRPr sz="950" dirty="0">
              <a:latin typeface="Trebuchet MS"/>
              <a:cs typeface="Trebuchet MS"/>
            </a:endParaRPr>
          </a:p>
          <a:p>
            <a:pPr marR="55880" algn="r">
              <a:lnSpc>
                <a:spcPct val="100000"/>
              </a:lnSpc>
              <a:spcBef>
                <a:spcPts val="690"/>
              </a:spcBef>
            </a:pPr>
            <a:r>
              <a:rPr sz="950" spc="-25" dirty="0">
                <a:latin typeface="Trebuchet MS"/>
                <a:cs typeface="Trebuchet MS"/>
              </a:rPr>
              <a:t>150</a:t>
            </a:r>
            <a:endParaRPr sz="950" dirty="0">
              <a:latin typeface="Trebuchet MS"/>
              <a:cs typeface="Trebuchet MS"/>
            </a:endParaRPr>
          </a:p>
          <a:p>
            <a:pPr marR="39370" algn="r">
              <a:lnSpc>
                <a:spcPct val="100000"/>
              </a:lnSpc>
              <a:spcBef>
                <a:spcPts val="650"/>
              </a:spcBef>
            </a:pPr>
            <a:r>
              <a:rPr sz="950" spc="-25" dirty="0">
                <a:latin typeface="Trebuchet MS"/>
                <a:cs typeface="Trebuchet MS"/>
              </a:rPr>
              <a:t>100</a:t>
            </a:r>
            <a:endParaRPr sz="950" dirty="0">
              <a:latin typeface="Trebuchet MS"/>
              <a:cs typeface="Trebuchet MS"/>
            </a:endParaRPr>
          </a:p>
          <a:p>
            <a:pPr marR="21590" algn="r">
              <a:lnSpc>
                <a:spcPct val="100000"/>
              </a:lnSpc>
              <a:spcBef>
                <a:spcPts val="620"/>
              </a:spcBef>
            </a:pPr>
            <a:r>
              <a:rPr sz="950" spc="-25" dirty="0">
                <a:latin typeface="Trebuchet MS"/>
                <a:cs typeface="Trebuchet MS"/>
              </a:rPr>
              <a:t>50</a:t>
            </a:r>
            <a:endParaRPr sz="950" dirty="0">
              <a:latin typeface="Trebuchet MS"/>
              <a:cs typeface="Trebuchet MS"/>
            </a:endParaRPr>
          </a:p>
          <a:p>
            <a:pPr marR="5080" algn="r">
              <a:lnSpc>
                <a:spcPct val="100000"/>
              </a:lnSpc>
              <a:spcBef>
                <a:spcPts val="585"/>
              </a:spcBef>
            </a:pPr>
            <a:r>
              <a:rPr sz="950" spc="-50" dirty="0">
                <a:latin typeface="Trebuchet MS"/>
                <a:cs typeface="Trebuchet MS"/>
              </a:rPr>
              <a:t>0</a:t>
            </a:r>
            <a:endParaRPr sz="950" dirty="0">
              <a:latin typeface="Trebuchet MS"/>
              <a:cs typeface="Trebuchet MS"/>
            </a:endParaRPr>
          </a:p>
        </p:txBody>
      </p:sp>
      <p:sp>
        <p:nvSpPr>
          <p:cNvPr id="33" name="object 33"/>
          <p:cNvSpPr/>
          <p:nvPr/>
        </p:nvSpPr>
        <p:spPr>
          <a:xfrm>
            <a:off x="7300976" y="4214876"/>
            <a:ext cx="3305175" cy="457200"/>
          </a:xfrm>
          <a:custGeom>
            <a:avLst/>
            <a:gdLst/>
            <a:ahLst/>
            <a:cxnLst/>
            <a:rect l="l" t="t" r="r" b="b"/>
            <a:pathLst>
              <a:path w="3305175" h="457200">
                <a:moveTo>
                  <a:pt x="0" y="0"/>
                </a:moveTo>
                <a:lnTo>
                  <a:pt x="0" y="38100"/>
                </a:lnTo>
              </a:path>
              <a:path w="3305175" h="457200">
                <a:moveTo>
                  <a:pt x="714375" y="85725"/>
                </a:moveTo>
                <a:lnTo>
                  <a:pt x="714375" y="133350"/>
                </a:lnTo>
              </a:path>
              <a:path w="3305175" h="457200">
                <a:moveTo>
                  <a:pt x="1504950" y="190500"/>
                </a:moveTo>
                <a:lnTo>
                  <a:pt x="1504950" y="228600"/>
                </a:lnTo>
              </a:path>
              <a:path w="3305175" h="457200">
                <a:moveTo>
                  <a:pt x="2362200" y="304800"/>
                </a:moveTo>
                <a:lnTo>
                  <a:pt x="2362200" y="342900"/>
                </a:lnTo>
              </a:path>
              <a:path w="3305175" h="457200">
                <a:moveTo>
                  <a:pt x="3305175" y="419100"/>
                </a:moveTo>
                <a:lnTo>
                  <a:pt x="3305175" y="457200"/>
                </a:lnTo>
              </a:path>
            </a:pathLst>
          </a:custGeom>
          <a:ln w="12700">
            <a:solidFill>
              <a:srgbClr val="888888"/>
            </a:solidFill>
          </a:ln>
        </p:spPr>
        <p:txBody>
          <a:bodyPr wrap="square" lIns="0" tIns="0" rIns="0" bIns="0" rtlCol="0"/>
          <a:lstStyle/>
          <a:p>
            <a:endParaRPr/>
          </a:p>
        </p:txBody>
      </p:sp>
      <p:sp>
        <p:nvSpPr>
          <p:cNvPr id="34" name="object 34"/>
          <p:cNvSpPr txBox="1"/>
          <p:nvPr/>
        </p:nvSpPr>
        <p:spPr>
          <a:xfrm>
            <a:off x="5766815" y="4373562"/>
            <a:ext cx="6257290" cy="2385060"/>
          </a:xfrm>
          <a:prstGeom prst="rect">
            <a:avLst/>
          </a:prstGeom>
        </p:spPr>
        <p:txBody>
          <a:bodyPr vert="horz" wrap="square" lIns="0" tIns="15875" rIns="0" bIns="0" rtlCol="0">
            <a:spAutoFit/>
          </a:bodyPr>
          <a:lstStyle/>
          <a:p>
            <a:pPr marR="2469515" algn="ctr">
              <a:lnSpc>
                <a:spcPts val="969"/>
              </a:lnSpc>
              <a:spcBef>
                <a:spcPts val="125"/>
              </a:spcBef>
            </a:pPr>
            <a:r>
              <a:rPr sz="950" dirty="0">
                <a:latin typeface="Trebuchet MS"/>
                <a:cs typeface="Trebuchet MS"/>
              </a:rPr>
              <a:t>Whenever</a:t>
            </a:r>
            <a:r>
              <a:rPr sz="950" spc="5" dirty="0">
                <a:latin typeface="Trebuchet MS"/>
                <a:cs typeface="Trebuchet MS"/>
              </a:rPr>
              <a:t> </a:t>
            </a:r>
            <a:r>
              <a:rPr sz="950" spc="-25" dirty="0">
                <a:latin typeface="Trebuchet MS"/>
                <a:cs typeface="Trebuchet MS"/>
              </a:rPr>
              <a:t>ill</a:t>
            </a:r>
            <a:endParaRPr sz="950" dirty="0">
              <a:latin typeface="Trebuchet MS"/>
              <a:cs typeface="Trebuchet MS"/>
            </a:endParaRPr>
          </a:p>
          <a:p>
            <a:pPr marR="967105" algn="ctr">
              <a:lnSpc>
                <a:spcPts val="875"/>
              </a:lnSpc>
            </a:pPr>
            <a:r>
              <a:rPr sz="950" dirty="0">
                <a:latin typeface="Trebuchet MS"/>
                <a:cs typeface="Trebuchet MS"/>
              </a:rPr>
              <a:t>Severe </a:t>
            </a:r>
            <a:r>
              <a:rPr sz="950" spc="-10" dirty="0">
                <a:latin typeface="Trebuchet MS"/>
                <a:cs typeface="Trebuchet MS"/>
              </a:rPr>
              <a:t>illness</a:t>
            </a:r>
            <a:endParaRPr sz="950" dirty="0">
              <a:latin typeface="Trebuchet MS"/>
              <a:cs typeface="Trebuchet MS"/>
            </a:endParaRPr>
          </a:p>
          <a:p>
            <a:pPr marL="665480" algn="ctr">
              <a:lnSpc>
                <a:spcPts val="1045"/>
              </a:lnSpc>
            </a:pPr>
            <a:r>
              <a:rPr sz="950" spc="-10" dirty="0">
                <a:latin typeface="Trebuchet MS"/>
                <a:cs typeface="Trebuchet MS"/>
              </a:rPr>
              <a:t>Bacterial</a:t>
            </a:r>
            <a:r>
              <a:rPr sz="950" spc="-30" dirty="0">
                <a:latin typeface="Trebuchet MS"/>
                <a:cs typeface="Trebuchet MS"/>
              </a:rPr>
              <a:t> </a:t>
            </a:r>
            <a:r>
              <a:rPr sz="950" spc="-10" dirty="0">
                <a:latin typeface="Trebuchet MS"/>
                <a:cs typeface="Trebuchet MS"/>
              </a:rPr>
              <a:t>infection</a:t>
            </a:r>
            <a:endParaRPr sz="950" dirty="0">
              <a:latin typeface="Trebuchet MS"/>
              <a:cs typeface="Trebuchet MS"/>
            </a:endParaRPr>
          </a:p>
          <a:p>
            <a:pPr marL="538480" indent="-285750">
              <a:lnSpc>
                <a:spcPct val="100000"/>
              </a:lnSpc>
              <a:spcBef>
                <a:spcPts val="1025"/>
              </a:spcBef>
              <a:buFont typeface="Arial MT"/>
              <a:buChar char="•"/>
              <a:tabLst>
                <a:tab pos="538480" algn="l"/>
              </a:tabLst>
            </a:pPr>
            <a:r>
              <a:rPr sz="1550" spc="-10" dirty="0">
                <a:latin typeface="Trebuchet MS"/>
                <a:cs typeface="Trebuchet MS"/>
              </a:rPr>
              <a:t>Bacterial</a:t>
            </a:r>
            <a:r>
              <a:rPr sz="1550" spc="-80" dirty="0">
                <a:latin typeface="Trebuchet MS"/>
                <a:cs typeface="Trebuchet MS"/>
              </a:rPr>
              <a:t> </a:t>
            </a:r>
            <a:r>
              <a:rPr sz="1550" spc="-35" dirty="0">
                <a:latin typeface="Trebuchet MS"/>
                <a:cs typeface="Trebuchet MS"/>
              </a:rPr>
              <a:t>infection</a:t>
            </a:r>
            <a:r>
              <a:rPr sz="1550" spc="-90" dirty="0">
                <a:latin typeface="Trebuchet MS"/>
                <a:cs typeface="Trebuchet MS"/>
              </a:rPr>
              <a:t> </a:t>
            </a:r>
            <a:r>
              <a:rPr sz="1550" dirty="0">
                <a:latin typeface="Trebuchet MS"/>
                <a:cs typeface="Trebuchet MS"/>
              </a:rPr>
              <a:t>245</a:t>
            </a:r>
            <a:r>
              <a:rPr sz="1550" spc="-60" dirty="0">
                <a:latin typeface="Trebuchet MS"/>
                <a:cs typeface="Trebuchet MS"/>
              </a:rPr>
              <a:t> </a:t>
            </a:r>
            <a:r>
              <a:rPr sz="1550" dirty="0">
                <a:latin typeface="Trebuchet MS"/>
                <a:cs typeface="Trebuchet MS"/>
              </a:rPr>
              <a:t>(64.5%);</a:t>
            </a:r>
            <a:r>
              <a:rPr sz="1550" spc="-35" dirty="0">
                <a:latin typeface="Trebuchet MS"/>
                <a:cs typeface="Trebuchet MS"/>
              </a:rPr>
              <a:t> </a:t>
            </a:r>
            <a:r>
              <a:rPr sz="1550" spc="-20" dirty="0">
                <a:latin typeface="Trebuchet MS"/>
                <a:cs typeface="Trebuchet MS"/>
              </a:rPr>
              <a:t>Severe</a:t>
            </a:r>
            <a:r>
              <a:rPr sz="1550" spc="-45" dirty="0">
                <a:latin typeface="Trebuchet MS"/>
                <a:cs typeface="Trebuchet MS"/>
              </a:rPr>
              <a:t> </a:t>
            </a:r>
            <a:r>
              <a:rPr sz="1550" dirty="0">
                <a:latin typeface="Trebuchet MS"/>
                <a:cs typeface="Trebuchet MS"/>
              </a:rPr>
              <a:t>illness</a:t>
            </a:r>
            <a:r>
              <a:rPr sz="1550" spc="-60" dirty="0">
                <a:latin typeface="Trebuchet MS"/>
                <a:cs typeface="Trebuchet MS"/>
              </a:rPr>
              <a:t> </a:t>
            </a:r>
            <a:r>
              <a:rPr sz="1550" dirty="0">
                <a:latin typeface="Trebuchet MS"/>
                <a:cs typeface="Trebuchet MS"/>
              </a:rPr>
              <a:t>68</a:t>
            </a:r>
            <a:r>
              <a:rPr sz="1550" spc="-55" dirty="0">
                <a:latin typeface="Trebuchet MS"/>
                <a:cs typeface="Trebuchet MS"/>
              </a:rPr>
              <a:t> </a:t>
            </a:r>
            <a:r>
              <a:rPr sz="1550" spc="-10" dirty="0">
                <a:latin typeface="Trebuchet MS"/>
                <a:cs typeface="Trebuchet MS"/>
              </a:rPr>
              <a:t>(17.9%);</a:t>
            </a:r>
            <a:endParaRPr sz="1550" dirty="0">
              <a:latin typeface="Trebuchet MS"/>
              <a:cs typeface="Trebuchet MS"/>
            </a:endParaRPr>
          </a:p>
          <a:p>
            <a:pPr marL="538480">
              <a:lnSpc>
                <a:spcPct val="100000"/>
              </a:lnSpc>
              <a:spcBef>
                <a:spcPts val="20"/>
              </a:spcBef>
            </a:pPr>
            <a:r>
              <a:rPr sz="1550" spc="-10" dirty="0">
                <a:latin typeface="Trebuchet MS"/>
                <a:cs typeface="Trebuchet MS"/>
              </a:rPr>
              <a:t>Whenever</a:t>
            </a:r>
            <a:r>
              <a:rPr sz="1550" spc="-65" dirty="0">
                <a:latin typeface="Trebuchet MS"/>
                <a:cs typeface="Trebuchet MS"/>
              </a:rPr>
              <a:t> </a:t>
            </a:r>
            <a:r>
              <a:rPr sz="1550" spc="-55" dirty="0">
                <a:latin typeface="Trebuchet MS"/>
                <a:cs typeface="Trebuchet MS"/>
              </a:rPr>
              <a:t>ill</a:t>
            </a:r>
            <a:r>
              <a:rPr sz="1550" spc="-5" dirty="0">
                <a:latin typeface="Trebuchet MS"/>
                <a:cs typeface="Trebuchet MS"/>
              </a:rPr>
              <a:t> </a:t>
            </a:r>
            <a:r>
              <a:rPr sz="1550" dirty="0">
                <a:latin typeface="Trebuchet MS"/>
                <a:cs typeface="Trebuchet MS"/>
              </a:rPr>
              <a:t>67</a:t>
            </a:r>
            <a:r>
              <a:rPr sz="1550" spc="20" dirty="0">
                <a:latin typeface="Trebuchet MS"/>
                <a:cs typeface="Trebuchet MS"/>
              </a:rPr>
              <a:t> </a:t>
            </a:r>
            <a:r>
              <a:rPr sz="1550" dirty="0">
                <a:latin typeface="Trebuchet MS"/>
                <a:cs typeface="Trebuchet MS"/>
              </a:rPr>
              <a:t>(17.6%);</a:t>
            </a:r>
            <a:r>
              <a:rPr sz="1550" spc="40" dirty="0">
                <a:latin typeface="Trebuchet MS"/>
                <a:cs typeface="Trebuchet MS"/>
              </a:rPr>
              <a:t> </a:t>
            </a:r>
            <a:r>
              <a:rPr sz="1550" dirty="0">
                <a:latin typeface="Trebuchet MS"/>
                <a:cs typeface="Trebuchet MS"/>
              </a:rPr>
              <a:t>N=380.Data-Analysis-</a:t>
            </a:r>
            <a:r>
              <a:rPr sz="1550" spc="-25" dirty="0">
                <a:latin typeface="Trebuchet MS"/>
                <a:cs typeface="Trebuchet MS"/>
              </a:rPr>
              <a:t>Freq-</a:t>
            </a:r>
            <a:r>
              <a:rPr sz="1550" spc="-10" dirty="0">
                <a:latin typeface="Trebuchet MS"/>
                <a:cs typeface="Trebuchet MS"/>
              </a:rPr>
              <a:t>Graphs</a:t>
            </a:r>
            <a:endParaRPr sz="1550" dirty="0">
              <a:latin typeface="Trebuchet MS"/>
              <a:cs typeface="Trebuchet MS"/>
            </a:endParaRPr>
          </a:p>
          <a:p>
            <a:pPr marL="298450" marR="5080" indent="-286385">
              <a:lnSpc>
                <a:spcPct val="100099"/>
              </a:lnSpc>
              <a:spcBef>
                <a:spcPts val="795"/>
              </a:spcBef>
              <a:buFont typeface="Arial MT"/>
              <a:buChar char="•"/>
              <a:tabLst>
                <a:tab pos="298450" algn="l"/>
              </a:tabLst>
            </a:pPr>
            <a:r>
              <a:rPr sz="1400" spc="-25" dirty="0">
                <a:latin typeface="Trebuchet MS"/>
                <a:cs typeface="Trebuchet MS"/>
              </a:rPr>
              <a:t>About</a:t>
            </a:r>
            <a:r>
              <a:rPr sz="1400" spc="-105" dirty="0">
                <a:latin typeface="Trebuchet MS"/>
                <a:cs typeface="Trebuchet MS"/>
              </a:rPr>
              <a:t> </a:t>
            </a:r>
            <a:r>
              <a:rPr sz="1400" spc="-45" dirty="0">
                <a:latin typeface="Trebuchet MS"/>
                <a:cs typeface="Trebuchet MS"/>
              </a:rPr>
              <a:t>two-</a:t>
            </a:r>
            <a:r>
              <a:rPr sz="1400" spc="-35" dirty="0">
                <a:latin typeface="Trebuchet MS"/>
                <a:cs typeface="Trebuchet MS"/>
              </a:rPr>
              <a:t>thirds</a:t>
            </a:r>
            <a:r>
              <a:rPr sz="1400" spc="-105" dirty="0">
                <a:latin typeface="Trebuchet MS"/>
                <a:cs typeface="Trebuchet MS"/>
              </a:rPr>
              <a:t> </a:t>
            </a:r>
            <a:r>
              <a:rPr sz="1400" spc="-50" dirty="0">
                <a:latin typeface="Trebuchet MS"/>
                <a:cs typeface="Trebuchet MS"/>
              </a:rPr>
              <a:t>of</a:t>
            </a:r>
            <a:r>
              <a:rPr sz="1400" spc="-65" dirty="0">
                <a:latin typeface="Trebuchet MS"/>
                <a:cs typeface="Trebuchet MS"/>
              </a:rPr>
              <a:t> </a:t>
            </a:r>
            <a:r>
              <a:rPr sz="1400" spc="-55" dirty="0">
                <a:latin typeface="Trebuchet MS"/>
                <a:cs typeface="Trebuchet MS"/>
              </a:rPr>
              <a:t>the</a:t>
            </a:r>
            <a:r>
              <a:rPr sz="1400" spc="-85" dirty="0">
                <a:latin typeface="Trebuchet MS"/>
                <a:cs typeface="Trebuchet MS"/>
              </a:rPr>
              <a:t> </a:t>
            </a:r>
            <a:r>
              <a:rPr sz="1400" dirty="0">
                <a:latin typeface="Trebuchet MS"/>
                <a:cs typeface="Trebuchet MS"/>
              </a:rPr>
              <a:t>students</a:t>
            </a:r>
            <a:r>
              <a:rPr sz="1400" spc="-110" dirty="0">
                <a:latin typeface="Trebuchet MS"/>
                <a:cs typeface="Trebuchet MS"/>
              </a:rPr>
              <a:t> </a:t>
            </a:r>
            <a:r>
              <a:rPr sz="1400" spc="-30" dirty="0">
                <a:latin typeface="Trebuchet MS"/>
                <a:cs typeface="Trebuchet MS"/>
              </a:rPr>
              <a:t>knew</a:t>
            </a:r>
            <a:r>
              <a:rPr sz="1400" spc="-145" dirty="0">
                <a:latin typeface="Trebuchet MS"/>
                <a:cs typeface="Trebuchet MS"/>
              </a:rPr>
              <a:t> </a:t>
            </a:r>
            <a:r>
              <a:rPr sz="1400" spc="-40" dirty="0">
                <a:latin typeface="Trebuchet MS"/>
                <a:cs typeface="Trebuchet MS"/>
              </a:rPr>
              <a:t>that</a:t>
            </a:r>
            <a:r>
              <a:rPr sz="1400" spc="-180" dirty="0">
                <a:latin typeface="Trebuchet MS"/>
                <a:cs typeface="Trebuchet MS"/>
              </a:rPr>
              <a:t> </a:t>
            </a:r>
            <a:r>
              <a:rPr sz="1400" spc="-25" dirty="0">
                <a:latin typeface="Trebuchet MS"/>
                <a:cs typeface="Trebuchet MS"/>
              </a:rPr>
              <a:t>antibiotics</a:t>
            </a:r>
            <a:r>
              <a:rPr sz="1400" spc="-105" dirty="0">
                <a:latin typeface="Trebuchet MS"/>
                <a:cs typeface="Trebuchet MS"/>
              </a:rPr>
              <a:t> </a:t>
            </a:r>
            <a:r>
              <a:rPr sz="1400" spc="-45" dirty="0">
                <a:latin typeface="Trebuchet MS"/>
                <a:cs typeface="Trebuchet MS"/>
              </a:rPr>
              <a:t>are</a:t>
            </a:r>
            <a:r>
              <a:rPr sz="1400" spc="-175" dirty="0">
                <a:latin typeface="Trebuchet MS"/>
                <a:cs typeface="Trebuchet MS"/>
              </a:rPr>
              <a:t> </a:t>
            </a:r>
            <a:r>
              <a:rPr sz="1400" spc="-30" dirty="0">
                <a:latin typeface="Trebuchet MS"/>
                <a:cs typeface="Trebuchet MS"/>
              </a:rPr>
              <a:t>meant</a:t>
            </a:r>
            <a:r>
              <a:rPr sz="1400" spc="-100" dirty="0">
                <a:latin typeface="Trebuchet MS"/>
                <a:cs typeface="Trebuchet MS"/>
              </a:rPr>
              <a:t> </a:t>
            </a:r>
            <a:r>
              <a:rPr sz="1400" spc="-45" dirty="0">
                <a:latin typeface="Trebuchet MS"/>
                <a:cs typeface="Trebuchet MS"/>
              </a:rPr>
              <a:t>to</a:t>
            </a:r>
            <a:r>
              <a:rPr sz="1400" spc="-130" dirty="0">
                <a:latin typeface="Trebuchet MS"/>
                <a:cs typeface="Trebuchet MS"/>
              </a:rPr>
              <a:t> </a:t>
            </a:r>
            <a:r>
              <a:rPr sz="1400" spc="-10" dirty="0">
                <a:latin typeface="Trebuchet MS"/>
                <a:cs typeface="Trebuchet MS"/>
              </a:rPr>
              <a:t>treat </a:t>
            </a:r>
            <a:r>
              <a:rPr sz="1400" spc="-40" dirty="0">
                <a:latin typeface="Trebuchet MS"/>
                <a:cs typeface="Trebuchet MS"/>
              </a:rPr>
              <a:t>bacterial</a:t>
            </a:r>
            <a:r>
              <a:rPr sz="1400" spc="-140" dirty="0">
                <a:latin typeface="Trebuchet MS"/>
                <a:cs typeface="Trebuchet MS"/>
              </a:rPr>
              <a:t> </a:t>
            </a:r>
            <a:r>
              <a:rPr sz="1400" spc="-35" dirty="0">
                <a:latin typeface="Trebuchet MS"/>
                <a:cs typeface="Trebuchet MS"/>
              </a:rPr>
              <a:t>infections.</a:t>
            </a:r>
            <a:r>
              <a:rPr sz="1400" spc="-90" dirty="0">
                <a:latin typeface="Trebuchet MS"/>
                <a:cs typeface="Trebuchet MS"/>
              </a:rPr>
              <a:t> </a:t>
            </a:r>
            <a:r>
              <a:rPr sz="1400" spc="-10" dirty="0">
                <a:latin typeface="Trebuchet MS"/>
                <a:cs typeface="Trebuchet MS"/>
              </a:rPr>
              <a:t>But</a:t>
            </a:r>
            <a:r>
              <a:rPr sz="1400" spc="-65" dirty="0">
                <a:latin typeface="Trebuchet MS"/>
                <a:cs typeface="Trebuchet MS"/>
              </a:rPr>
              <a:t> </a:t>
            </a:r>
            <a:r>
              <a:rPr sz="1400" spc="-55" dirty="0">
                <a:latin typeface="Trebuchet MS"/>
                <a:cs typeface="Trebuchet MS"/>
              </a:rPr>
              <a:t>the</a:t>
            </a:r>
            <a:r>
              <a:rPr sz="1400" spc="-50" dirty="0">
                <a:latin typeface="Trebuchet MS"/>
                <a:cs typeface="Trebuchet MS"/>
              </a:rPr>
              <a:t> </a:t>
            </a:r>
            <a:r>
              <a:rPr sz="1400" spc="-35" dirty="0">
                <a:latin typeface="Trebuchet MS"/>
                <a:cs typeface="Trebuchet MS"/>
              </a:rPr>
              <a:t>remaining</a:t>
            </a:r>
            <a:r>
              <a:rPr sz="1400" spc="-65" dirty="0">
                <a:latin typeface="Trebuchet MS"/>
                <a:cs typeface="Trebuchet MS"/>
              </a:rPr>
              <a:t> </a:t>
            </a:r>
            <a:r>
              <a:rPr sz="1400" dirty="0">
                <a:latin typeface="Trebuchet MS"/>
                <a:cs typeface="Trebuchet MS"/>
              </a:rPr>
              <a:t>one-</a:t>
            </a:r>
            <a:r>
              <a:rPr sz="1400" spc="-55" dirty="0">
                <a:latin typeface="Trebuchet MS"/>
                <a:cs typeface="Trebuchet MS"/>
              </a:rPr>
              <a:t>third</a:t>
            </a:r>
            <a:r>
              <a:rPr sz="1400" spc="-110" dirty="0">
                <a:latin typeface="Trebuchet MS"/>
                <a:cs typeface="Trebuchet MS"/>
              </a:rPr>
              <a:t> </a:t>
            </a:r>
            <a:r>
              <a:rPr sz="1400" spc="-30" dirty="0">
                <a:latin typeface="Trebuchet MS"/>
                <a:cs typeface="Trebuchet MS"/>
              </a:rPr>
              <a:t>thought</a:t>
            </a:r>
            <a:r>
              <a:rPr sz="1400" spc="-155" dirty="0">
                <a:latin typeface="Trebuchet MS"/>
                <a:cs typeface="Trebuchet MS"/>
              </a:rPr>
              <a:t> </a:t>
            </a:r>
            <a:r>
              <a:rPr sz="1400" spc="-25" dirty="0">
                <a:latin typeface="Trebuchet MS"/>
                <a:cs typeface="Trebuchet MS"/>
              </a:rPr>
              <a:t>antibiotics</a:t>
            </a:r>
            <a:r>
              <a:rPr sz="1400" spc="-70" dirty="0">
                <a:latin typeface="Trebuchet MS"/>
                <a:cs typeface="Trebuchet MS"/>
              </a:rPr>
              <a:t> </a:t>
            </a:r>
            <a:r>
              <a:rPr sz="1400" dirty="0">
                <a:latin typeface="Trebuchet MS"/>
                <a:cs typeface="Trebuchet MS"/>
              </a:rPr>
              <a:t>should</a:t>
            </a:r>
            <a:r>
              <a:rPr sz="1400" spc="-105" dirty="0">
                <a:latin typeface="Trebuchet MS"/>
                <a:cs typeface="Trebuchet MS"/>
              </a:rPr>
              <a:t> </a:t>
            </a:r>
            <a:r>
              <a:rPr sz="1400" spc="-25" dirty="0">
                <a:latin typeface="Trebuchet MS"/>
                <a:cs typeface="Trebuchet MS"/>
              </a:rPr>
              <a:t>be </a:t>
            </a:r>
            <a:r>
              <a:rPr sz="1400" dirty="0">
                <a:latin typeface="Trebuchet MS"/>
                <a:cs typeface="Trebuchet MS"/>
              </a:rPr>
              <a:t>used</a:t>
            </a:r>
            <a:r>
              <a:rPr sz="1400" spc="-55" dirty="0">
                <a:latin typeface="Trebuchet MS"/>
                <a:cs typeface="Trebuchet MS"/>
              </a:rPr>
              <a:t> </a:t>
            </a:r>
            <a:r>
              <a:rPr sz="1400" spc="-80" dirty="0">
                <a:latin typeface="Trebuchet MS"/>
                <a:cs typeface="Trebuchet MS"/>
              </a:rPr>
              <a:t>for</a:t>
            </a:r>
            <a:r>
              <a:rPr sz="1400" spc="-110" dirty="0">
                <a:latin typeface="Trebuchet MS"/>
                <a:cs typeface="Trebuchet MS"/>
              </a:rPr>
              <a:t> </a:t>
            </a:r>
            <a:r>
              <a:rPr sz="1400" dirty="0">
                <a:latin typeface="Trebuchet MS"/>
                <a:cs typeface="Trebuchet MS"/>
              </a:rPr>
              <a:t>any</a:t>
            </a:r>
            <a:r>
              <a:rPr sz="1400" spc="-135" dirty="0">
                <a:latin typeface="Trebuchet MS"/>
                <a:cs typeface="Trebuchet MS"/>
              </a:rPr>
              <a:t> </a:t>
            </a:r>
            <a:r>
              <a:rPr sz="1400" dirty="0">
                <a:latin typeface="Trebuchet MS"/>
                <a:cs typeface="Trebuchet MS"/>
              </a:rPr>
              <a:t>serious</a:t>
            </a:r>
            <a:r>
              <a:rPr sz="1400" spc="-105" dirty="0">
                <a:latin typeface="Trebuchet MS"/>
                <a:cs typeface="Trebuchet MS"/>
              </a:rPr>
              <a:t> </a:t>
            </a:r>
            <a:r>
              <a:rPr sz="1400" spc="-20" dirty="0">
                <a:latin typeface="Trebuchet MS"/>
                <a:cs typeface="Trebuchet MS"/>
              </a:rPr>
              <a:t>illness,</a:t>
            </a:r>
            <a:r>
              <a:rPr sz="1400" spc="-120" dirty="0">
                <a:latin typeface="Trebuchet MS"/>
                <a:cs typeface="Trebuchet MS"/>
              </a:rPr>
              <a:t> </a:t>
            </a:r>
            <a:r>
              <a:rPr sz="1400" dirty="0">
                <a:latin typeface="Trebuchet MS"/>
                <a:cs typeface="Trebuchet MS"/>
              </a:rPr>
              <a:t>no</a:t>
            </a:r>
            <a:r>
              <a:rPr sz="1400" spc="-130" dirty="0">
                <a:latin typeface="Trebuchet MS"/>
                <a:cs typeface="Trebuchet MS"/>
              </a:rPr>
              <a:t> </a:t>
            </a:r>
            <a:r>
              <a:rPr sz="1400" spc="-65" dirty="0">
                <a:latin typeface="Trebuchet MS"/>
                <a:cs typeface="Trebuchet MS"/>
              </a:rPr>
              <a:t>matter</a:t>
            </a:r>
            <a:r>
              <a:rPr sz="1400" spc="-110" dirty="0">
                <a:latin typeface="Trebuchet MS"/>
                <a:cs typeface="Trebuchet MS"/>
              </a:rPr>
              <a:t> </a:t>
            </a:r>
            <a:r>
              <a:rPr sz="1400" spc="-30" dirty="0">
                <a:latin typeface="Trebuchet MS"/>
                <a:cs typeface="Trebuchet MS"/>
              </a:rPr>
              <a:t>the</a:t>
            </a:r>
            <a:r>
              <a:rPr sz="1400" spc="-165" dirty="0">
                <a:latin typeface="Trebuchet MS"/>
                <a:cs typeface="Trebuchet MS"/>
              </a:rPr>
              <a:t> </a:t>
            </a:r>
            <a:r>
              <a:rPr sz="1400" dirty="0">
                <a:latin typeface="Trebuchet MS"/>
                <a:cs typeface="Trebuchet MS"/>
              </a:rPr>
              <a:t>cause.</a:t>
            </a:r>
            <a:r>
              <a:rPr sz="1400" spc="-120" dirty="0">
                <a:latin typeface="Trebuchet MS"/>
                <a:cs typeface="Trebuchet MS"/>
              </a:rPr>
              <a:t> </a:t>
            </a:r>
            <a:r>
              <a:rPr sz="1400" spc="-20" dirty="0">
                <a:latin typeface="Trebuchet MS"/>
                <a:cs typeface="Trebuchet MS"/>
              </a:rPr>
              <a:t>This</a:t>
            </a:r>
            <a:r>
              <a:rPr sz="1400" spc="-105" dirty="0">
                <a:latin typeface="Trebuchet MS"/>
                <a:cs typeface="Trebuchet MS"/>
              </a:rPr>
              <a:t> </a:t>
            </a:r>
            <a:r>
              <a:rPr sz="1400" spc="-60" dirty="0">
                <a:latin typeface="Trebuchet MS"/>
                <a:cs typeface="Trebuchet MS"/>
              </a:rPr>
              <a:t>belief</a:t>
            </a:r>
            <a:r>
              <a:rPr sz="1400" spc="-15" dirty="0">
                <a:latin typeface="Trebuchet MS"/>
                <a:cs typeface="Trebuchet MS"/>
              </a:rPr>
              <a:t> </a:t>
            </a:r>
            <a:r>
              <a:rPr sz="1400" spc="285" dirty="0">
                <a:latin typeface="Trebuchet MS"/>
                <a:cs typeface="Trebuchet MS"/>
              </a:rPr>
              <a:t>—</a:t>
            </a:r>
            <a:r>
              <a:rPr sz="1400" spc="-120" dirty="0">
                <a:latin typeface="Trebuchet MS"/>
                <a:cs typeface="Trebuchet MS"/>
              </a:rPr>
              <a:t> </a:t>
            </a:r>
            <a:r>
              <a:rPr sz="1400" spc="-60" dirty="0">
                <a:latin typeface="Trebuchet MS"/>
                <a:cs typeface="Trebuchet MS"/>
              </a:rPr>
              <a:t>that</a:t>
            </a:r>
            <a:r>
              <a:rPr sz="1400" spc="-180" dirty="0">
                <a:latin typeface="Trebuchet MS"/>
                <a:cs typeface="Trebuchet MS"/>
              </a:rPr>
              <a:t> </a:t>
            </a:r>
            <a:r>
              <a:rPr sz="1400" spc="-10" dirty="0">
                <a:latin typeface="Trebuchet MS"/>
                <a:cs typeface="Trebuchet MS"/>
              </a:rPr>
              <a:t>“stronger </a:t>
            </a:r>
            <a:r>
              <a:rPr sz="1400" dirty="0">
                <a:latin typeface="Trebuchet MS"/>
                <a:cs typeface="Trebuchet MS"/>
              </a:rPr>
              <a:t>diseases</a:t>
            </a:r>
            <a:r>
              <a:rPr sz="1400" spc="-85" dirty="0">
                <a:latin typeface="Trebuchet MS"/>
                <a:cs typeface="Trebuchet MS"/>
              </a:rPr>
              <a:t> </a:t>
            </a:r>
            <a:r>
              <a:rPr sz="1400" spc="-10" dirty="0">
                <a:latin typeface="Trebuchet MS"/>
                <a:cs typeface="Trebuchet MS"/>
              </a:rPr>
              <a:t>need</a:t>
            </a:r>
            <a:r>
              <a:rPr sz="1400" spc="-120" dirty="0">
                <a:latin typeface="Trebuchet MS"/>
                <a:cs typeface="Trebuchet MS"/>
              </a:rPr>
              <a:t> </a:t>
            </a:r>
            <a:r>
              <a:rPr sz="1400" spc="-40" dirty="0">
                <a:latin typeface="Trebuchet MS"/>
                <a:cs typeface="Trebuchet MS"/>
              </a:rPr>
              <a:t>stronger</a:t>
            </a:r>
            <a:r>
              <a:rPr sz="1400" spc="-95" dirty="0">
                <a:latin typeface="Trebuchet MS"/>
                <a:cs typeface="Trebuchet MS"/>
              </a:rPr>
              <a:t> </a:t>
            </a:r>
            <a:r>
              <a:rPr sz="1400" spc="-20" dirty="0">
                <a:latin typeface="Trebuchet MS"/>
                <a:cs typeface="Trebuchet MS"/>
              </a:rPr>
              <a:t>medicines”</a:t>
            </a:r>
            <a:r>
              <a:rPr sz="1400" spc="-125" dirty="0">
                <a:latin typeface="Trebuchet MS"/>
                <a:cs typeface="Trebuchet MS"/>
              </a:rPr>
              <a:t> </a:t>
            </a:r>
            <a:r>
              <a:rPr sz="1400" spc="285" dirty="0">
                <a:latin typeface="Trebuchet MS"/>
                <a:cs typeface="Trebuchet MS"/>
              </a:rPr>
              <a:t>—</a:t>
            </a:r>
            <a:r>
              <a:rPr sz="1400" spc="-105" dirty="0">
                <a:latin typeface="Trebuchet MS"/>
                <a:cs typeface="Trebuchet MS"/>
              </a:rPr>
              <a:t> </a:t>
            </a:r>
            <a:r>
              <a:rPr sz="1400" dirty="0">
                <a:latin typeface="Trebuchet MS"/>
                <a:cs typeface="Trebuchet MS"/>
              </a:rPr>
              <a:t>can</a:t>
            </a:r>
            <a:r>
              <a:rPr sz="1400" spc="-100" dirty="0">
                <a:latin typeface="Trebuchet MS"/>
                <a:cs typeface="Trebuchet MS"/>
              </a:rPr>
              <a:t> </a:t>
            </a:r>
            <a:r>
              <a:rPr sz="1400" spc="-10" dirty="0">
                <a:latin typeface="Trebuchet MS"/>
                <a:cs typeface="Trebuchet MS"/>
              </a:rPr>
              <a:t>lead</a:t>
            </a:r>
            <a:r>
              <a:rPr sz="1400" spc="-114" dirty="0">
                <a:latin typeface="Trebuchet MS"/>
                <a:cs typeface="Trebuchet MS"/>
              </a:rPr>
              <a:t> </a:t>
            </a:r>
            <a:r>
              <a:rPr sz="1400" spc="-40" dirty="0">
                <a:latin typeface="Trebuchet MS"/>
                <a:cs typeface="Trebuchet MS"/>
              </a:rPr>
              <a:t>to</a:t>
            </a:r>
            <a:r>
              <a:rPr sz="1400" spc="-100" dirty="0">
                <a:latin typeface="Trebuchet MS"/>
                <a:cs typeface="Trebuchet MS"/>
              </a:rPr>
              <a:t> </a:t>
            </a:r>
            <a:r>
              <a:rPr sz="1400" spc="-30" dirty="0">
                <a:latin typeface="Trebuchet MS"/>
                <a:cs typeface="Trebuchet MS"/>
              </a:rPr>
              <a:t>wrong</a:t>
            </a:r>
            <a:r>
              <a:rPr sz="1400" spc="-70" dirty="0">
                <a:latin typeface="Trebuchet MS"/>
                <a:cs typeface="Trebuchet MS"/>
              </a:rPr>
              <a:t> </a:t>
            </a:r>
            <a:r>
              <a:rPr sz="1400" dirty="0">
                <a:latin typeface="Trebuchet MS"/>
                <a:cs typeface="Trebuchet MS"/>
              </a:rPr>
              <a:t>use</a:t>
            </a:r>
            <a:r>
              <a:rPr sz="1400" spc="-60" dirty="0">
                <a:latin typeface="Trebuchet MS"/>
                <a:cs typeface="Trebuchet MS"/>
              </a:rPr>
              <a:t> </a:t>
            </a:r>
            <a:r>
              <a:rPr sz="1400" spc="-50" dirty="0">
                <a:latin typeface="Trebuchet MS"/>
                <a:cs typeface="Trebuchet MS"/>
              </a:rPr>
              <a:t>of</a:t>
            </a:r>
            <a:r>
              <a:rPr sz="1400" spc="-25" dirty="0">
                <a:latin typeface="Trebuchet MS"/>
                <a:cs typeface="Trebuchet MS"/>
              </a:rPr>
              <a:t> </a:t>
            </a:r>
            <a:r>
              <a:rPr sz="1400" spc="-30" dirty="0">
                <a:latin typeface="Trebuchet MS"/>
                <a:cs typeface="Trebuchet MS"/>
              </a:rPr>
              <a:t>antibiotics</a:t>
            </a:r>
            <a:r>
              <a:rPr sz="1400" spc="-80" dirty="0">
                <a:latin typeface="Trebuchet MS"/>
                <a:cs typeface="Trebuchet MS"/>
              </a:rPr>
              <a:t> </a:t>
            </a:r>
            <a:r>
              <a:rPr sz="1400" spc="-25" dirty="0">
                <a:latin typeface="Trebuchet MS"/>
                <a:cs typeface="Trebuchet MS"/>
              </a:rPr>
              <a:t>for </a:t>
            </a:r>
            <a:r>
              <a:rPr sz="1400" spc="-60" dirty="0">
                <a:latin typeface="Trebuchet MS"/>
                <a:cs typeface="Trebuchet MS"/>
              </a:rPr>
              <a:t>viral</a:t>
            </a:r>
            <a:r>
              <a:rPr sz="1400" spc="-160" dirty="0">
                <a:latin typeface="Trebuchet MS"/>
                <a:cs typeface="Trebuchet MS"/>
              </a:rPr>
              <a:t> </a:t>
            </a:r>
            <a:r>
              <a:rPr sz="1400" spc="-35" dirty="0">
                <a:latin typeface="Trebuchet MS"/>
                <a:cs typeface="Trebuchet MS"/>
              </a:rPr>
              <a:t>infections,</a:t>
            </a:r>
            <a:r>
              <a:rPr sz="1400" spc="-105" dirty="0">
                <a:latin typeface="Trebuchet MS"/>
                <a:cs typeface="Trebuchet MS"/>
              </a:rPr>
              <a:t> </a:t>
            </a:r>
            <a:r>
              <a:rPr sz="1400" dirty="0">
                <a:latin typeface="Trebuchet MS"/>
                <a:cs typeface="Trebuchet MS"/>
              </a:rPr>
              <a:t>non-</a:t>
            </a:r>
            <a:r>
              <a:rPr sz="1400" spc="-25" dirty="0">
                <a:latin typeface="Trebuchet MS"/>
                <a:cs typeface="Trebuchet MS"/>
              </a:rPr>
              <a:t>infectious</a:t>
            </a:r>
            <a:r>
              <a:rPr sz="1400" spc="-85" dirty="0">
                <a:latin typeface="Trebuchet MS"/>
                <a:cs typeface="Trebuchet MS"/>
              </a:rPr>
              <a:t> </a:t>
            </a:r>
            <a:r>
              <a:rPr sz="1400" spc="-20" dirty="0">
                <a:latin typeface="Trebuchet MS"/>
                <a:cs typeface="Trebuchet MS"/>
              </a:rPr>
              <a:t>problems,</a:t>
            </a:r>
            <a:r>
              <a:rPr sz="1400" spc="-110" dirty="0">
                <a:latin typeface="Trebuchet MS"/>
                <a:cs typeface="Trebuchet MS"/>
              </a:rPr>
              <a:t> </a:t>
            </a:r>
            <a:r>
              <a:rPr sz="1400" spc="-45" dirty="0">
                <a:latin typeface="Trebuchet MS"/>
                <a:cs typeface="Trebuchet MS"/>
              </a:rPr>
              <a:t>or</a:t>
            </a:r>
            <a:r>
              <a:rPr sz="1400" spc="-100" dirty="0">
                <a:latin typeface="Trebuchet MS"/>
                <a:cs typeface="Trebuchet MS"/>
              </a:rPr>
              <a:t> </a:t>
            </a:r>
            <a:r>
              <a:rPr sz="1400" dirty="0">
                <a:latin typeface="Trebuchet MS"/>
                <a:cs typeface="Trebuchet MS"/>
              </a:rPr>
              <a:t>illnesses</a:t>
            </a:r>
            <a:r>
              <a:rPr sz="1400" spc="-85" dirty="0">
                <a:latin typeface="Trebuchet MS"/>
                <a:cs typeface="Trebuchet MS"/>
              </a:rPr>
              <a:t> </a:t>
            </a:r>
            <a:r>
              <a:rPr sz="1400" spc="-60" dirty="0">
                <a:latin typeface="Trebuchet MS"/>
                <a:cs typeface="Trebuchet MS"/>
              </a:rPr>
              <a:t>that</a:t>
            </a:r>
            <a:r>
              <a:rPr sz="1400" spc="-85" dirty="0">
                <a:latin typeface="Trebuchet MS"/>
                <a:cs typeface="Trebuchet MS"/>
              </a:rPr>
              <a:t> </a:t>
            </a:r>
            <a:r>
              <a:rPr sz="1400" spc="-55" dirty="0">
                <a:latin typeface="Trebuchet MS"/>
                <a:cs typeface="Trebuchet MS"/>
              </a:rPr>
              <a:t>get</a:t>
            </a:r>
            <a:r>
              <a:rPr sz="1400" spc="-85" dirty="0">
                <a:latin typeface="Trebuchet MS"/>
                <a:cs typeface="Trebuchet MS"/>
              </a:rPr>
              <a:t> </a:t>
            </a:r>
            <a:r>
              <a:rPr sz="1400" spc="-65" dirty="0">
                <a:latin typeface="Trebuchet MS"/>
                <a:cs typeface="Trebuchet MS"/>
              </a:rPr>
              <a:t>better</a:t>
            </a:r>
            <a:r>
              <a:rPr sz="1400" spc="-100" dirty="0">
                <a:latin typeface="Trebuchet MS"/>
                <a:cs typeface="Trebuchet MS"/>
              </a:rPr>
              <a:t> </a:t>
            </a:r>
            <a:r>
              <a:rPr sz="1400" dirty="0">
                <a:latin typeface="Trebuchet MS"/>
                <a:cs typeface="Trebuchet MS"/>
              </a:rPr>
              <a:t>on</a:t>
            </a:r>
            <a:r>
              <a:rPr sz="1400" spc="-110" dirty="0">
                <a:latin typeface="Trebuchet MS"/>
                <a:cs typeface="Trebuchet MS"/>
              </a:rPr>
              <a:t> </a:t>
            </a:r>
            <a:r>
              <a:rPr sz="1400" spc="-10" dirty="0">
                <a:latin typeface="Trebuchet MS"/>
                <a:cs typeface="Trebuchet MS"/>
              </a:rPr>
              <a:t>their </a:t>
            </a:r>
            <a:r>
              <a:rPr sz="1400" spc="-25" dirty="0">
                <a:latin typeface="Trebuchet MS"/>
                <a:cs typeface="Trebuchet MS"/>
              </a:rPr>
              <a:t>own</a:t>
            </a:r>
            <a:endParaRPr sz="1400" dirty="0">
              <a:latin typeface="Trebuchet MS"/>
              <a:cs typeface="Trebuchet MS"/>
            </a:endParaRPr>
          </a:p>
        </p:txBody>
      </p:sp>
      <p:sp>
        <p:nvSpPr>
          <p:cNvPr id="35" name="object 35"/>
          <p:cNvSpPr/>
          <p:nvPr/>
        </p:nvSpPr>
        <p:spPr>
          <a:xfrm>
            <a:off x="11296650" y="36480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155F82"/>
          </a:solidFill>
        </p:spPr>
        <p:txBody>
          <a:bodyPr wrap="square" lIns="0" tIns="0" rIns="0" bIns="0" rtlCol="0"/>
          <a:lstStyle/>
          <a:p>
            <a:endParaRPr/>
          </a:p>
        </p:txBody>
      </p:sp>
      <p:sp>
        <p:nvSpPr>
          <p:cNvPr id="36" name="object 36"/>
          <p:cNvSpPr txBox="1"/>
          <p:nvPr/>
        </p:nvSpPr>
        <p:spPr>
          <a:xfrm>
            <a:off x="11395709" y="3510280"/>
            <a:ext cx="280035" cy="485140"/>
          </a:xfrm>
          <a:prstGeom prst="rect">
            <a:avLst/>
          </a:prstGeom>
        </p:spPr>
        <p:txBody>
          <a:bodyPr vert="horz" wrap="square" lIns="0" tIns="12065" rIns="0" bIns="0" rtlCol="0">
            <a:spAutoFit/>
          </a:bodyPr>
          <a:lstStyle/>
          <a:p>
            <a:pPr marL="12700" marR="5080">
              <a:lnSpc>
                <a:spcPct val="158800"/>
              </a:lnSpc>
              <a:spcBef>
                <a:spcPts val="95"/>
              </a:spcBef>
            </a:pPr>
            <a:r>
              <a:rPr sz="950" spc="20" dirty="0">
                <a:latin typeface="Trebuchet MS"/>
                <a:cs typeface="Trebuchet MS"/>
              </a:rPr>
              <a:t>N </a:t>
            </a:r>
            <a:r>
              <a:rPr sz="950" spc="50" dirty="0">
                <a:latin typeface="Trebuchet MS"/>
                <a:cs typeface="Trebuchet MS"/>
              </a:rPr>
              <a:t>GT%</a:t>
            </a:r>
            <a:endParaRPr sz="950">
              <a:latin typeface="Trebuchet MS"/>
              <a:cs typeface="Trebuchet MS"/>
            </a:endParaRPr>
          </a:p>
        </p:txBody>
      </p:sp>
      <p:sp>
        <p:nvSpPr>
          <p:cNvPr id="37" name="object 37"/>
          <p:cNvSpPr/>
          <p:nvPr/>
        </p:nvSpPr>
        <p:spPr>
          <a:xfrm>
            <a:off x="11296650" y="38766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E97031"/>
          </a:solid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E9F0C62-1700-5372-5327-2FC9DDB405C4}"/>
              </a:ext>
            </a:extLst>
          </p:cNvPr>
          <p:cNvGraphicFramePr>
            <a:graphicFrameLocks noGrp="1"/>
          </p:cNvGraphicFramePr>
          <p:nvPr>
            <p:ph idx="1"/>
          </p:nvPr>
        </p:nvGraphicFramePr>
        <p:xfrm>
          <a:off x="255637" y="817999"/>
          <a:ext cx="5080037" cy="1767840"/>
        </p:xfrm>
        <a:graphic>
          <a:graphicData uri="http://schemas.openxmlformats.org/drawingml/2006/table">
            <a:tbl>
              <a:tblPr firstRow="1" firstCol="1" bandRow="1">
                <a:tableStyleId>{5C22544A-7EE6-4342-B048-85BDC9FD1C3A}</a:tableStyleId>
              </a:tblPr>
              <a:tblGrid>
                <a:gridCol w="2683252">
                  <a:extLst>
                    <a:ext uri="{9D8B030D-6E8A-4147-A177-3AD203B41FA5}">
                      <a16:colId xmlns:a16="http://schemas.microsoft.com/office/drawing/2014/main" val="871527572"/>
                    </a:ext>
                  </a:extLst>
                </a:gridCol>
                <a:gridCol w="1241363">
                  <a:extLst>
                    <a:ext uri="{9D8B030D-6E8A-4147-A177-3AD203B41FA5}">
                      <a16:colId xmlns:a16="http://schemas.microsoft.com/office/drawing/2014/main" val="4046259183"/>
                    </a:ext>
                  </a:extLst>
                </a:gridCol>
                <a:gridCol w="1155422">
                  <a:extLst>
                    <a:ext uri="{9D8B030D-6E8A-4147-A177-3AD203B41FA5}">
                      <a16:colId xmlns:a16="http://schemas.microsoft.com/office/drawing/2014/main" val="3261670116"/>
                    </a:ext>
                  </a:extLst>
                </a:gridCol>
              </a:tblGrid>
              <a:tr h="672453">
                <a:tc>
                  <a:txBody>
                    <a:bodyPr/>
                    <a:lstStyle/>
                    <a:p>
                      <a:pPr>
                        <a:buNone/>
                      </a:pPr>
                      <a:r>
                        <a:rPr lang="en-IN" sz="1100" kern="100" dirty="0">
                          <a:effectLst/>
                        </a:rPr>
                        <a:t>5.</a:t>
                      </a:r>
                      <a:r>
                        <a:rPr lang="en-IN" sz="1150" kern="100" dirty="0">
                          <a:effectLst/>
                        </a:rPr>
                        <a:t> Do you think Antibiotics can be used for viral infections also?</a:t>
                      </a:r>
                      <a:endParaRPr lang="en-IN" sz="1200" kern="100" dirty="0">
                        <a:effectLst/>
                      </a:endParaRPr>
                    </a:p>
                    <a:p>
                      <a:pPr>
                        <a:buNone/>
                      </a:pPr>
                      <a:r>
                        <a:rPr lang="en-IN" sz="1100" kern="100" dirty="0">
                          <a:effectLst/>
                        </a:rPr>
                        <a:t> </a:t>
                      </a:r>
                      <a:endParaRPr lang="en-IN" sz="11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100" kern="100" dirty="0">
                          <a:effectLst/>
                        </a:rPr>
                        <a:t>Count of 5</a:t>
                      </a:r>
                    </a:p>
                    <a:p>
                      <a:pPr>
                        <a:buNone/>
                      </a:pPr>
                      <a:r>
                        <a:rPr lang="en-IN" sz="1150" kern="100" dirty="0">
                          <a:effectLst/>
                        </a:rPr>
                        <a:t>Do you think Antibiotics can be used for viral infections also?</a:t>
                      </a:r>
                      <a:endParaRPr lang="en-IN" sz="1200" kern="100" dirty="0">
                        <a:effectLst/>
                      </a:endParaRPr>
                    </a:p>
                    <a:p>
                      <a:pPr>
                        <a:buNone/>
                      </a:pPr>
                      <a:r>
                        <a:rPr lang="en-IN" sz="1100" kern="100" dirty="0">
                          <a:effectLst/>
                        </a:rPr>
                        <a:t> </a:t>
                      </a:r>
                      <a:endParaRPr lang="en-IN" sz="12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100" kern="100">
                          <a:effectLst/>
                        </a:rPr>
                        <a:t>GT% Count of 5</a:t>
                      </a:r>
                    </a:p>
                    <a:p>
                      <a:pPr>
                        <a:buNone/>
                      </a:pPr>
                      <a:r>
                        <a:rPr lang="en-IN" sz="1150" kern="100">
                          <a:effectLst/>
                        </a:rPr>
                        <a:t>Do you think Antibiotics can be used for viral infections also?</a:t>
                      </a:r>
                      <a:endParaRPr lang="en-IN" sz="1200" kern="100">
                        <a:effectLst/>
                      </a:endParaRPr>
                    </a:p>
                    <a:p>
                      <a:pPr>
                        <a:buNone/>
                      </a:pPr>
                      <a:r>
                        <a:rPr lang="en-IN" sz="1100" kern="100">
                          <a:effectLst/>
                        </a:rPr>
                        <a:t> </a:t>
                      </a:r>
                      <a:endParaRPr lang="en-IN" sz="12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9608690"/>
                  </a:ext>
                </a:extLst>
              </a:tr>
              <a:tr h="118668">
                <a:tc>
                  <a:txBody>
                    <a:bodyPr/>
                    <a:lstStyle/>
                    <a:p>
                      <a:pPr>
                        <a:buNone/>
                      </a:pPr>
                      <a:r>
                        <a:rPr lang="en-IN" sz="1200" kern="100">
                          <a:effectLst/>
                        </a:rPr>
                        <a:t>Yes</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160</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42.1%</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52604084"/>
                  </a:ext>
                </a:extLst>
              </a:tr>
              <a:tr h="118668">
                <a:tc>
                  <a:txBody>
                    <a:bodyPr/>
                    <a:lstStyle/>
                    <a:p>
                      <a:pPr>
                        <a:buNone/>
                      </a:pPr>
                      <a:r>
                        <a:rPr lang="en-IN" sz="1200" kern="100">
                          <a:effectLst/>
                        </a:rPr>
                        <a:t>No</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107</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28.2%</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38994460"/>
                  </a:ext>
                </a:extLst>
              </a:tr>
              <a:tr h="118668">
                <a:tc>
                  <a:txBody>
                    <a:bodyPr/>
                    <a:lstStyle/>
                    <a:p>
                      <a:pPr>
                        <a:buNone/>
                      </a:pPr>
                      <a:r>
                        <a:rPr lang="en-IN" sz="1200" kern="100">
                          <a:effectLst/>
                        </a:rPr>
                        <a:t>May be</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113</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200" kern="100">
                          <a:effectLst/>
                        </a:rPr>
                        <a:t>              29.7%</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19166403"/>
                  </a:ext>
                </a:extLst>
              </a:tr>
              <a:tr h="118668">
                <a:tc>
                  <a:txBody>
                    <a:bodyPr/>
                    <a:lstStyle/>
                    <a:p>
                      <a:pPr>
                        <a:buNone/>
                      </a:pPr>
                      <a:r>
                        <a:rPr lang="en-IN" sz="1200" kern="100">
                          <a:effectLst/>
                        </a:rPr>
                        <a:t>Total</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380</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dirty="0">
                          <a:effectLst/>
                        </a:rPr>
                        <a:t>100%</a:t>
                      </a:r>
                      <a:endParaRPr lang="en-IN" sz="11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8063909"/>
                  </a:ext>
                </a:extLst>
              </a:tr>
            </a:tbl>
          </a:graphicData>
        </a:graphic>
      </p:graphicFrame>
      <p:sp>
        <p:nvSpPr>
          <p:cNvPr id="9" name="TextBox 8">
            <a:extLst>
              <a:ext uri="{FF2B5EF4-FFF2-40B4-BE49-F238E27FC236}">
                <a16:creationId xmlns:a16="http://schemas.microsoft.com/office/drawing/2014/main" id="{ABA28137-3EC9-293D-D605-357C43F4E08F}"/>
              </a:ext>
            </a:extLst>
          </p:cNvPr>
          <p:cNvSpPr txBox="1"/>
          <p:nvPr/>
        </p:nvSpPr>
        <p:spPr>
          <a:xfrm>
            <a:off x="255637" y="31178"/>
            <a:ext cx="5633885" cy="646331"/>
          </a:xfrm>
          <a:prstGeom prst="rect">
            <a:avLst/>
          </a:prstGeom>
          <a:noFill/>
        </p:spPr>
        <p:txBody>
          <a:bodyPr wrap="square">
            <a:spAutoFit/>
          </a:bodyPr>
          <a:lstStyle/>
          <a:p>
            <a:pPr>
              <a:buNone/>
            </a:pPr>
            <a:r>
              <a:rPr lang="en-IN" sz="1600" kern="100" dirty="0">
                <a:effectLst/>
              </a:rPr>
              <a:t>5.</a:t>
            </a:r>
            <a:r>
              <a:rPr lang="en-IN" sz="1800" kern="100" dirty="0">
                <a:effectLst/>
              </a:rPr>
              <a:t> Do you think Antibiotics can be used for viral infections also?</a:t>
            </a:r>
          </a:p>
        </p:txBody>
      </p:sp>
      <p:graphicFrame>
        <p:nvGraphicFramePr>
          <p:cNvPr id="10" name="Chart 9">
            <a:extLst>
              <a:ext uri="{FF2B5EF4-FFF2-40B4-BE49-F238E27FC236}">
                <a16:creationId xmlns:a16="http://schemas.microsoft.com/office/drawing/2014/main" id="{81240961-BEC6-B642-9C0E-2BFFC225D0DD}"/>
              </a:ext>
            </a:extLst>
          </p:cNvPr>
          <p:cNvGraphicFramePr/>
          <p:nvPr/>
        </p:nvGraphicFramePr>
        <p:xfrm>
          <a:off x="-92921" y="2377869"/>
          <a:ext cx="5486400" cy="32004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F7F4EE6C-3A5F-67A9-6BA2-5694C33D5F9B}"/>
              </a:ext>
            </a:extLst>
          </p:cNvPr>
          <p:cNvSpPr txBox="1"/>
          <p:nvPr/>
        </p:nvSpPr>
        <p:spPr>
          <a:xfrm>
            <a:off x="-92921" y="4963698"/>
            <a:ext cx="6096000" cy="568041"/>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US" sz="1400" dirty="0">
                <a:effectLst/>
                <a:latin typeface="Times New Roman" panose="02020603050405020304" pitchFamily="18" charset="0"/>
                <a:ea typeface="Times New Roman" panose="02020603050405020304" pitchFamily="18" charset="0"/>
              </a:rPr>
              <a:t>Yes 160 (42.1%); No 107 (28.2%); Maybe 113 (29.7%); N=380.Data-Analysis-Freq-Graphs.</a:t>
            </a:r>
            <a:endParaRPr lang="en-IN" sz="1400" dirty="0">
              <a:effectLst/>
              <a:latin typeface="Times New Roman" panose="02020603050405020304" pitchFamily="18" charset="0"/>
              <a:ea typeface="Times New Roman" panose="02020603050405020304" pitchFamily="18" charset="0"/>
            </a:endParaRPr>
          </a:p>
        </p:txBody>
      </p:sp>
      <p:graphicFrame>
        <p:nvGraphicFramePr>
          <p:cNvPr id="13" name="Table 12">
            <a:extLst>
              <a:ext uri="{FF2B5EF4-FFF2-40B4-BE49-F238E27FC236}">
                <a16:creationId xmlns:a16="http://schemas.microsoft.com/office/drawing/2014/main" id="{2BA83F31-FC82-D943-DEAE-2E42CA60E0D7}"/>
              </a:ext>
            </a:extLst>
          </p:cNvPr>
          <p:cNvGraphicFramePr>
            <a:graphicFrameLocks noGrp="1"/>
          </p:cNvGraphicFramePr>
          <p:nvPr/>
        </p:nvGraphicFramePr>
        <p:xfrm>
          <a:off x="6111210" y="482968"/>
          <a:ext cx="5941925" cy="1769259"/>
        </p:xfrm>
        <a:graphic>
          <a:graphicData uri="http://schemas.openxmlformats.org/drawingml/2006/table">
            <a:tbl>
              <a:tblPr firstRow="1" firstCol="1" bandRow="1">
                <a:tableStyleId>{5C22544A-7EE6-4342-B048-85BDC9FD1C3A}</a:tableStyleId>
              </a:tblPr>
              <a:tblGrid>
                <a:gridCol w="3138498">
                  <a:extLst>
                    <a:ext uri="{9D8B030D-6E8A-4147-A177-3AD203B41FA5}">
                      <a16:colId xmlns:a16="http://schemas.microsoft.com/office/drawing/2014/main" val="4070142892"/>
                    </a:ext>
                  </a:extLst>
                </a:gridCol>
                <a:gridCol w="1451974">
                  <a:extLst>
                    <a:ext uri="{9D8B030D-6E8A-4147-A177-3AD203B41FA5}">
                      <a16:colId xmlns:a16="http://schemas.microsoft.com/office/drawing/2014/main" val="3178628847"/>
                    </a:ext>
                  </a:extLst>
                </a:gridCol>
                <a:gridCol w="1351453">
                  <a:extLst>
                    <a:ext uri="{9D8B030D-6E8A-4147-A177-3AD203B41FA5}">
                      <a16:colId xmlns:a16="http://schemas.microsoft.com/office/drawing/2014/main" val="1972503227"/>
                    </a:ext>
                  </a:extLst>
                </a:gridCol>
              </a:tblGrid>
              <a:tr h="960455">
                <a:tc>
                  <a:txBody>
                    <a:bodyPr/>
                    <a:lstStyle/>
                    <a:p>
                      <a:pPr>
                        <a:buNone/>
                      </a:pPr>
                      <a:r>
                        <a:rPr lang="en-IN" sz="1100" kern="100" dirty="0">
                          <a:effectLst/>
                        </a:rPr>
                        <a:t>6.</a:t>
                      </a:r>
                      <a:r>
                        <a:rPr lang="en-IN" sz="1150" kern="100" dirty="0">
                          <a:effectLst/>
                        </a:rPr>
                        <a:t> Do you think Antibiotics affect stomach's good bacteria?</a:t>
                      </a:r>
                      <a:endParaRPr lang="en-IN" sz="1200" kern="100" dirty="0">
                        <a:effectLst/>
                      </a:endParaRPr>
                    </a:p>
                    <a:p>
                      <a:pPr>
                        <a:buNone/>
                      </a:pPr>
                      <a:r>
                        <a:rPr lang="en-IN" sz="1100" kern="100" dirty="0">
                          <a:effectLst/>
                        </a:rPr>
                        <a:t> </a:t>
                      </a:r>
                      <a:endParaRPr lang="en-IN" sz="11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100" kern="100">
                          <a:effectLst/>
                        </a:rPr>
                        <a:t>Count of 6</a:t>
                      </a:r>
                    </a:p>
                    <a:p>
                      <a:pPr>
                        <a:buNone/>
                      </a:pPr>
                      <a:r>
                        <a:rPr lang="en-IN" sz="1150" kern="100">
                          <a:effectLst/>
                        </a:rPr>
                        <a:t>Do you think Antibiotics affect stomach's good bacteria?</a:t>
                      </a:r>
                      <a:endParaRPr lang="en-IN" sz="12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100" kern="100">
                          <a:effectLst/>
                        </a:rPr>
                        <a:t>GT% Count of 6</a:t>
                      </a:r>
                    </a:p>
                    <a:p>
                      <a:pPr>
                        <a:buNone/>
                      </a:pPr>
                      <a:r>
                        <a:rPr lang="en-IN" sz="1150" kern="100">
                          <a:effectLst/>
                        </a:rPr>
                        <a:t>Do you think Antibiotics affect stomach's good bacteria?</a:t>
                      </a:r>
                      <a:endParaRPr lang="en-IN" sz="12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3096873"/>
                  </a:ext>
                </a:extLst>
              </a:tr>
              <a:tr h="202201">
                <a:tc>
                  <a:txBody>
                    <a:bodyPr/>
                    <a:lstStyle/>
                    <a:p>
                      <a:pPr>
                        <a:buNone/>
                      </a:pPr>
                      <a:r>
                        <a:rPr lang="en-IN" sz="1200" kern="100">
                          <a:effectLst/>
                        </a:rPr>
                        <a:t>Yes</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149</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39.2%</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95201505"/>
                  </a:ext>
                </a:extLst>
              </a:tr>
              <a:tr h="202201">
                <a:tc>
                  <a:txBody>
                    <a:bodyPr/>
                    <a:lstStyle/>
                    <a:p>
                      <a:pPr>
                        <a:buNone/>
                      </a:pPr>
                      <a:r>
                        <a:rPr lang="en-IN" sz="1200" kern="100">
                          <a:effectLst/>
                        </a:rPr>
                        <a:t>No</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91</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23.9%</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80338187"/>
                  </a:ext>
                </a:extLst>
              </a:tr>
              <a:tr h="202201">
                <a:tc>
                  <a:txBody>
                    <a:bodyPr/>
                    <a:lstStyle/>
                    <a:p>
                      <a:pPr>
                        <a:buNone/>
                      </a:pPr>
                      <a:r>
                        <a:rPr lang="en-IN" sz="1200" kern="100">
                          <a:effectLst/>
                        </a:rPr>
                        <a:t>May be</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140</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36.8%</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49263826"/>
                  </a:ext>
                </a:extLst>
              </a:tr>
              <a:tr h="202201">
                <a:tc>
                  <a:txBody>
                    <a:bodyPr/>
                    <a:lstStyle/>
                    <a:p>
                      <a:pPr>
                        <a:buNone/>
                      </a:pPr>
                      <a:r>
                        <a:rPr lang="en-IN" sz="1200" kern="100">
                          <a:effectLst/>
                        </a:rPr>
                        <a:t>Total</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a:effectLst/>
                        </a:rPr>
                        <a:t>380</a:t>
                      </a:r>
                      <a:endParaRPr lang="en-IN" sz="11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IN" sz="1200" kern="100" dirty="0">
                          <a:effectLst/>
                        </a:rPr>
                        <a:t>100%</a:t>
                      </a:r>
                      <a:endParaRPr lang="en-IN" sz="11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36042793"/>
                  </a:ext>
                </a:extLst>
              </a:tr>
            </a:tbl>
          </a:graphicData>
        </a:graphic>
      </p:graphicFrame>
      <p:sp>
        <p:nvSpPr>
          <p:cNvPr id="14" name="Rectangle 2">
            <a:extLst>
              <a:ext uri="{FF2B5EF4-FFF2-40B4-BE49-F238E27FC236}">
                <a16:creationId xmlns:a16="http://schemas.microsoft.com/office/drawing/2014/main" id="{3065393A-AA58-0395-FF42-BF4CEC35F23F}"/>
              </a:ext>
            </a:extLst>
          </p:cNvPr>
          <p:cNvSpPr>
            <a:spLocks noChangeArrowheads="1"/>
          </p:cNvSpPr>
          <p:nvPr/>
        </p:nvSpPr>
        <p:spPr bwMode="auto">
          <a:xfrm>
            <a:off x="6096318" y="1105988"/>
            <a:ext cx="1191363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K6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B7C6E808-18E7-395A-E239-BA9329D4A4DC}"/>
              </a:ext>
            </a:extLst>
          </p:cNvPr>
          <p:cNvSpPr txBox="1"/>
          <p:nvPr/>
        </p:nvSpPr>
        <p:spPr>
          <a:xfrm>
            <a:off x="5906893" y="-13208"/>
            <a:ext cx="9003322" cy="369332"/>
          </a:xfrm>
          <a:prstGeom prst="rect">
            <a:avLst/>
          </a:prstGeom>
          <a:noFill/>
        </p:spPr>
        <p:txBody>
          <a:bodyPr wrap="square">
            <a:spAutoFit/>
          </a:bodyPr>
          <a:lstStyle/>
          <a:p>
            <a:pPr>
              <a:buNone/>
            </a:pPr>
            <a:r>
              <a:rPr lang="en-US"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a:t>
            </a:r>
            <a:r>
              <a:rPr lang="en-US" sz="1800" dirty="0">
                <a:solidFill>
                  <a:srgbClr val="000000"/>
                </a:solidFill>
                <a:effectLst/>
                <a:latin typeface="Arial" panose="020B0604020202020204" pitchFamily="34" charset="0"/>
                <a:ea typeface="Calibri" panose="020F0502020204030204" pitchFamily="34" charset="0"/>
              </a:rPr>
              <a:t> Do you think Antibiotics affect stomach's good bacteria?</a:t>
            </a:r>
            <a:endParaRPr lang="en-IN" sz="1800" dirty="0">
              <a:solidFill>
                <a:srgbClr val="000000"/>
              </a:solidFill>
              <a:effectLst/>
              <a:latin typeface="Arial" panose="020B0604020202020204" pitchFamily="34" charset="0"/>
              <a:ea typeface="Calibri" panose="020F0502020204030204" pitchFamily="34" charset="0"/>
            </a:endParaRPr>
          </a:p>
        </p:txBody>
      </p:sp>
      <p:graphicFrame>
        <p:nvGraphicFramePr>
          <p:cNvPr id="17" name="Chart 16">
            <a:extLst>
              <a:ext uri="{FF2B5EF4-FFF2-40B4-BE49-F238E27FC236}">
                <a16:creationId xmlns:a16="http://schemas.microsoft.com/office/drawing/2014/main" id="{CA9631C8-FABB-CEA0-AD87-DC94F05BA059}"/>
              </a:ext>
            </a:extLst>
          </p:cNvPr>
          <p:cNvGraphicFramePr/>
          <p:nvPr/>
        </p:nvGraphicFramePr>
        <p:xfrm>
          <a:off x="6225547" y="2334685"/>
          <a:ext cx="5486400" cy="277337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2">
            <a:extLst>
              <a:ext uri="{FF2B5EF4-FFF2-40B4-BE49-F238E27FC236}">
                <a16:creationId xmlns:a16="http://schemas.microsoft.com/office/drawing/2014/main" id="{0FE7BFA0-85D6-63E9-8084-1393E36309CF}"/>
              </a:ext>
            </a:extLst>
          </p:cNvPr>
          <p:cNvSpPr txBox="1"/>
          <p:nvPr/>
        </p:nvSpPr>
        <p:spPr>
          <a:xfrm>
            <a:off x="5906893" y="5142707"/>
            <a:ext cx="6350558" cy="287643"/>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Times New Roman" panose="02020603050405020304" pitchFamily="18" charset="0"/>
              </a:rPr>
              <a:t>Yes 149 (39.2%); No 91 (23.9%); Maybe 140 (36.8%); N=380.Data-Analysis-Freq-Graphs.</a:t>
            </a:r>
            <a:endParaRPr lang="en-IN" sz="1200" dirty="0">
              <a:effectLst/>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3EF6DC78-8B27-CD93-BB50-188B42F1F9EF}"/>
              </a:ext>
            </a:extLst>
          </p:cNvPr>
          <p:cNvSpPr>
            <a:spLocks noChangeArrowheads="1"/>
          </p:cNvSpPr>
          <p:nvPr/>
        </p:nvSpPr>
        <p:spPr bwMode="auto">
          <a:xfrm>
            <a:off x="5889522" y="5578269"/>
            <a:ext cx="574738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Many people don’t understand how antibiotics can harm the body’s natural bacteria (microbiome), and they’re unsure about these effects. Because these harms aren’t obvious, they don’t see much risk in starting antibiotics on their own, sharing them with others, or stopping the course early — even if they know about antibiotic resistance.</a:t>
            </a:r>
          </a:p>
        </p:txBody>
      </p:sp>
      <p:sp>
        <p:nvSpPr>
          <p:cNvPr id="5" name="Rectangle 4">
            <a:extLst>
              <a:ext uri="{FF2B5EF4-FFF2-40B4-BE49-F238E27FC236}">
                <a16:creationId xmlns:a16="http://schemas.microsoft.com/office/drawing/2014/main" id="{A3ECF7B1-73F2-0958-238B-04D71313A67C}"/>
              </a:ext>
            </a:extLst>
          </p:cNvPr>
          <p:cNvSpPr>
            <a:spLocks noChangeArrowheads="1"/>
          </p:cNvSpPr>
          <p:nvPr/>
        </p:nvSpPr>
        <p:spPr bwMode="auto">
          <a:xfrm>
            <a:off x="-92921" y="5599800"/>
            <a:ext cx="558688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About 71.8% of people answered “yes” or “maybe” when asked if antibiotics should be used for common colds, sore throats, or flu-like illnesses. This shows a major misunderstanding — one that leads many to wrongly use antibiotics for viral infections. It also explains why many later reported using antibiotics on their own for these conditions, making this a key area to focus on for improving antibiotic use.</a:t>
            </a:r>
          </a:p>
        </p:txBody>
      </p:sp>
    </p:spTree>
    <p:extLst>
      <p:ext uri="{BB962C8B-B14F-4D97-AF65-F5344CB8AC3E}">
        <p14:creationId xmlns:p14="http://schemas.microsoft.com/office/powerpoint/2010/main" val="3180720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 name="Table 91">
            <a:extLst>
              <a:ext uri="{FF2B5EF4-FFF2-40B4-BE49-F238E27FC236}">
                <a16:creationId xmlns:a16="http://schemas.microsoft.com/office/drawing/2014/main" id="{8F1EB3C6-ABD0-1081-A824-A554C8946C44}"/>
              </a:ext>
            </a:extLst>
          </p:cNvPr>
          <p:cNvGraphicFramePr>
            <a:graphicFrameLocks noGrp="1"/>
          </p:cNvGraphicFramePr>
          <p:nvPr>
            <p:extLst>
              <p:ext uri="{D42A27DB-BD31-4B8C-83A1-F6EECF244321}">
                <p14:modId xmlns:p14="http://schemas.microsoft.com/office/powerpoint/2010/main" val="479081230"/>
              </p:ext>
            </p:extLst>
          </p:nvPr>
        </p:nvGraphicFramePr>
        <p:xfrm>
          <a:off x="0" y="0"/>
          <a:ext cx="5020826" cy="1447798"/>
        </p:xfrm>
        <a:graphic>
          <a:graphicData uri="http://schemas.openxmlformats.org/drawingml/2006/table">
            <a:tbl>
              <a:tblPr firstRow="1" firstCol="1" bandRow="1">
                <a:tableStyleId>{5C22544A-7EE6-4342-B048-85BDC9FD1C3A}</a:tableStyleId>
              </a:tblPr>
              <a:tblGrid>
                <a:gridCol w="2779662">
                  <a:extLst>
                    <a:ext uri="{9D8B030D-6E8A-4147-A177-3AD203B41FA5}">
                      <a16:colId xmlns:a16="http://schemas.microsoft.com/office/drawing/2014/main" val="1797617967"/>
                    </a:ext>
                  </a:extLst>
                </a:gridCol>
                <a:gridCol w="1285965">
                  <a:extLst>
                    <a:ext uri="{9D8B030D-6E8A-4147-A177-3AD203B41FA5}">
                      <a16:colId xmlns:a16="http://schemas.microsoft.com/office/drawing/2014/main" val="478948602"/>
                    </a:ext>
                  </a:extLst>
                </a:gridCol>
                <a:gridCol w="955199">
                  <a:extLst>
                    <a:ext uri="{9D8B030D-6E8A-4147-A177-3AD203B41FA5}">
                      <a16:colId xmlns:a16="http://schemas.microsoft.com/office/drawing/2014/main" val="3332936339"/>
                    </a:ext>
                  </a:extLst>
                </a:gridCol>
              </a:tblGrid>
              <a:tr h="341093">
                <a:tc>
                  <a:txBody>
                    <a:bodyPr/>
                    <a:lstStyle/>
                    <a:p>
                      <a:pPr marL="228600">
                        <a:buNone/>
                      </a:pPr>
                      <a:r>
                        <a:rPr lang="en-IN" sz="1000" kern="100" dirty="0">
                          <a:effectLst/>
                        </a:rPr>
                        <a:t>7. What do you think is the duration of the course of Antibiotics?</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N</a:t>
                      </a:r>
                    </a:p>
                    <a:p>
                      <a:pPr marL="228600">
                        <a:buNone/>
                      </a:pPr>
                      <a:r>
                        <a:rPr lang="en-IN" sz="1000" kern="100">
                          <a:effectLst/>
                        </a:rPr>
                        <a:t> </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GT% </a:t>
                      </a:r>
                    </a:p>
                    <a:p>
                      <a:pPr marL="228600">
                        <a:buNone/>
                      </a:pPr>
                      <a:r>
                        <a:rPr lang="en-IN" sz="1000" kern="100">
                          <a:effectLst/>
                        </a:rPr>
                        <a:t> </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extLst>
                  <a:ext uri="{0D108BD9-81ED-4DB2-BD59-A6C34878D82A}">
                    <a16:rowId xmlns:a16="http://schemas.microsoft.com/office/drawing/2014/main" val="446926475"/>
                  </a:ext>
                </a:extLst>
              </a:tr>
              <a:tr h="221341">
                <a:tc>
                  <a:txBody>
                    <a:bodyPr/>
                    <a:lstStyle/>
                    <a:p>
                      <a:pPr marL="228600">
                        <a:buNone/>
                      </a:pPr>
                      <a:r>
                        <a:rPr lang="en-IN" sz="1000" kern="100">
                          <a:effectLst/>
                        </a:rPr>
                        <a:t>1-2 days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buNone/>
                      </a:pPr>
                      <a:r>
                        <a:rPr lang="en-IN" sz="1000" kern="100">
                          <a:effectLst/>
                        </a:rPr>
                        <a:t>               88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23.2%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29841712"/>
                  </a:ext>
                </a:extLst>
              </a:tr>
              <a:tr h="221341">
                <a:tc>
                  <a:txBody>
                    <a:bodyPr/>
                    <a:lstStyle/>
                    <a:p>
                      <a:pPr marL="228600">
                        <a:buNone/>
                      </a:pPr>
                      <a:r>
                        <a:rPr lang="en-IN" sz="1000" kern="100">
                          <a:effectLst/>
                        </a:rPr>
                        <a:t>3-5 days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172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45.3%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429193763"/>
                  </a:ext>
                </a:extLst>
              </a:tr>
              <a:tr h="221341">
                <a:tc>
                  <a:txBody>
                    <a:bodyPr/>
                    <a:lstStyle/>
                    <a:p>
                      <a:pPr marL="228600">
                        <a:buNone/>
                      </a:pPr>
                      <a:r>
                        <a:rPr lang="en-IN" sz="1000" kern="100">
                          <a:effectLst/>
                        </a:rPr>
                        <a:t>7-14 days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51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13.4%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485450471"/>
                  </a:ext>
                </a:extLst>
              </a:tr>
              <a:tr h="221341">
                <a:tc>
                  <a:txBody>
                    <a:bodyPr/>
                    <a:lstStyle/>
                    <a:p>
                      <a:pPr marL="228600">
                        <a:buNone/>
                      </a:pPr>
                      <a:r>
                        <a:rPr lang="en-IN" sz="1000" kern="100">
                          <a:effectLst/>
                        </a:rPr>
                        <a:t>Until the disease is cured</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69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18.2%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736064146"/>
                  </a:ext>
                </a:extLst>
              </a:tr>
              <a:tr h="221341">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380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342447905"/>
                  </a:ext>
                </a:extLst>
              </a:tr>
            </a:tbl>
          </a:graphicData>
        </a:graphic>
      </p:graphicFrame>
      <p:graphicFrame>
        <p:nvGraphicFramePr>
          <p:cNvPr id="93" name="Chart 92">
            <a:extLst>
              <a:ext uri="{FF2B5EF4-FFF2-40B4-BE49-F238E27FC236}">
                <a16:creationId xmlns:a16="http://schemas.microsoft.com/office/drawing/2014/main" id="{7D4BE0F5-0888-1B14-48E3-2EC64973132E}"/>
              </a:ext>
            </a:extLst>
          </p:cNvPr>
          <p:cNvGraphicFramePr/>
          <p:nvPr>
            <p:extLst>
              <p:ext uri="{D42A27DB-BD31-4B8C-83A1-F6EECF244321}">
                <p14:modId xmlns:p14="http://schemas.microsoft.com/office/powerpoint/2010/main" val="391297921"/>
              </p:ext>
            </p:extLst>
          </p:nvPr>
        </p:nvGraphicFramePr>
        <p:xfrm>
          <a:off x="0" y="1447798"/>
          <a:ext cx="54864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5" name="TextBox 94">
            <a:extLst>
              <a:ext uri="{FF2B5EF4-FFF2-40B4-BE49-F238E27FC236}">
                <a16:creationId xmlns:a16="http://schemas.microsoft.com/office/drawing/2014/main" id="{312F4152-9607-E13D-1766-D3A40115E820}"/>
              </a:ext>
            </a:extLst>
          </p:cNvPr>
          <p:cNvSpPr txBox="1"/>
          <p:nvPr/>
        </p:nvSpPr>
        <p:spPr>
          <a:xfrm>
            <a:off x="-3348" y="4069521"/>
            <a:ext cx="6099348" cy="1384995"/>
          </a:xfrm>
          <a:prstGeom prst="rect">
            <a:avLst/>
          </a:prstGeom>
          <a:noFill/>
        </p:spPr>
        <p:txBody>
          <a:bodyPr wrap="square">
            <a:spAutoFit/>
          </a:bodyPr>
          <a:lstStyle/>
          <a:p>
            <a:pPr marL="285750" indent="-285750">
              <a:buFont typeface="Arial" panose="020B0604020202020204" pitchFamily="34" charset="0"/>
              <a:buChar char="•"/>
            </a:pPr>
            <a:r>
              <a:rPr lang="en-US" sz="1400" dirty="0"/>
              <a:t>Most students (45.3%) thought antibiotic treatment should last 3–5 days, while others varied—23.2% said 1–2 days, 13.4% said 7–14 days, and 18.2% said until the disease is cured. This shows confusion about the right treatment length. Most prefer short courses (up to 5 days), often stopping based on symptoms rather than medical guidelines, which may cause early stopping or overuse of antibiotics.</a:t>
            </a:r>
            <a:endParaRPr lang="en-IN" sz="1400" dirty="0"/>
          </a:p>
        </p:txBody>
      </p:sp>
      <p:sp>
        <p:nvSpPr>
          <p:cNvPr id="97" name="TextBox 96">
            <a:extLst>
              <a:ext uri="{FF2B5EF4-FFF2-40B4-BE49-F238E27FC236}">
                <a16:creationId xmlns:a16="http://schemas.microsoft.com/office/drawing/2014/main" id="{9BB06E0A-9E4B-20AB-E030-A08F71046BB6}"/>
              </a:ext>
            </a:extLst>
          </p:cNvPr>
          <p:cNvSpPr txBox="1"/>
          <p:nvPr/>
        </p:nvSpPr>
        <p:spPr>
          <a:xfrm>
            <a:off x="-20933" y="5426112"/>
            <a:ext cx="6099348" cy="1485407"/>
          </a:xfrm>
          <a:prstGeom prst="rect">
            <a:avLst/>
          </a:prstGeom>
          <a:noFill/>
        </p:spPr>
        <p:txBody>
          <a:bodyPr wrap="square">
            <a:spAutoFit/>
          </a:bodyPr>
          <a:lstStyle/>
          <a:p>
            <a:pPr marL="342900" lvl="0" indent="-342900" algn="just">
              <a:lnSpc>
                <a:spcPct val="115000"/>
              </a:lnSpc>
              <a:spcAft>
                <a:spcPts val="800"/>
              </a:spcAft>
              <a:buSzPts val="1000"/>
              <a:buFont typeface="Symbol" panose="05050102010706020507" pitchFamily="18" charset="2"/>
              <a:buChar char=""/>
              <a:tabLst>
                <a:tab pos="457200" algn="l"/>
              </a:tabLst>
            </a:pPr>
            <a:r>
              <a:rPr lang="en-US" sz="1600" dirty="0">
                <a:effectLst/>
                <a:latin typeface="Times New Roman" panose="02020603050405020304" pitchFamily="18" charset="0"/>
                <a:ea typeface="Times New Roman" panose="02020603050405020304" pitchFamily="18" charset="0"/>
              </a:rPr>
              <a:t>Preferences cluster around short courses (≤5 days, 68.5%), consistent with a symptom-driven stopping rule rather than pathogen- and guideline-driven durations; this preference likely interacts with early discontinuation behaviors and perceived rapid relief.</a:t>
            </a:r>
            <a:endParaRPr lang="en-IN" sz="1600" dirty="0">
              <a:effectLst/>
              <a:latin typeface="Times New Roman" panose="02020603050405020304" pitchFamily="18" charset="0"/>
              <a:ea typeface="Times New Roman" panose="02020603050405020304" pitchFamily="18" charset="0"/>
            </a:endParaRPr>
          </a:p>
        </p:txBody>
      </p:sp>
      <p:graphicFrame>
        <p:nvGraphicFramePr>
          <p:cNvPr id="98" name="Table 97">
            <a:extLst>
              <a:ext uri="{FF2B5EF4-FFF2-40B4-BE49-F238E27FC236}">
                <a16:creationId xmlns:a16="http://schemas.microsoft.com/office/drawing/2014/main" id="{7F43A189-21D4-32E0-BFF9-8C811B531069}"/>
              </a:ext>
            </a:extLst>
          </p:cNvPr>
          <p:cNvGraphicFramePr>
            <a:graphicFrameLocks noGrp="1"/>
          </p:cNvGraphicFramePr>
          <p:nvPr>
            <p:extLst>
              <p:ext uri="{D42A27DB-BD31-4B8C-83A1-F6EECF244321}">
                <p14:modId xmlns:p14="http://schemas.microsoft.com/office/powerpoint/2010/main" val="3238240873"/>
              </p:ext>
            </p:extLst>
          </p:nvPr>
        </p:nvGraphicFramePr>
        <p:xfrm>
          <a:off x="6112747" y="10048"/>
          <a:ext cx="5262563" cy="1492004"/>
        </p:xfrm>
        <a:graphic>
          <a:graphicData uri="http://schemas.openxmlformats.org/drawingml/2006/table">
            <a:tbl>
              <a:tblPr firstRow="1" firstCol="1" bandRow="1">
                <a:tableStyleId>{5C22544A-7EE6-4342-B048-85BDC9FD1C3A}</a:tableStyleId>
              </a:tblPr>
              <a:tblGrid>
                <a:gridCol w="2918645">
                  <a:extLst>
                    <a:ext uri="{9D8B030D-6E8A-4147-A177-3AD203B41FA5}">
                      <a16:colId xmlns:a16="http://schemas.microsoft.com/office/drawing/2014/main" val="454009280"/>
                    </a:ext>
                  </a:extLst>
                </a:gridCol>
                <a:gridCol w="1298330">
                  <a:extLst>
                    <a:ext uri="{9D8B030D-6E8A-4147-A177-3AD203B41FA5}">
                      <a16:colId xmlns:a16="http://schemas.microsoft.com/office/drawing/2014/main" val="3598578645"/>
                    </a:ext>
                  </a:extLst>
                </a:gridCol>
                <a:gridCol w="1045588">
                  <a:extLst>
                    <a:ext uri="{9D8B030D-6E8A-4147-A177-3AD203B41FA5}">
                      <a16:colId xmlns:a16="http://schemas.microsoft.com/office/drawing/2014/main" val="817687305"/>
                    </a:ext>
                  </a:extLst>
                </a:gridCol>
              </a:tblGrid>
              <a:tr h="318524">
                <a:tc>
                  <a:txBody>
                    <a:bodyPr/>
                    <a:lstStyle/>
                    <a:p>
                      <a:pPr marL="228600">
                        <a:buNone/>
                      </a:pPr>
                      <a:r>
                        <a:rPr lang="en-IN" sz="1000" kern="100">
                          <a:effectLst/>
                        </a:rPr>
                        <a:t>8. Which of the following Antibiotics have you last used for any infection?</a:t>
                      </a:r>
                      <a:endParaRPr lang="en-IN" sz="11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2320" marR="62320" marT="0" marB="0"/>
                </a:tc>
                <a:tc>
                  <a:txBody>
                    <a:bodyPr/>
                    <a:lstStyle/>
                    <a:p>
                      <a:pPr marL="228600" algn="ctr">
                        <a:buNone/>
                      </a:pPr>
                      <a:r>
                        <a:rPr lang="en-IN" sz="1000" kern="100">
                          <a:effectLst/>
                        </a:rPr>
                        <a:t>N</a:t>
                      </a:r>
                    </a:p>
                    <a:p>
                      <a:pPr marL="228600">
                        <a:buNone/>
                      </a:pPr>
                      <a:r>
                        <a:rPr lang="en-IN" sz="1000" kern="100">
                          <a:effectLst/>
                        </a:rPr>
                        <a:t> </a:t>
                      </a:r>
                      <a:endParaRPr lang="en-IN" sz="11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2320" marR="62320" marT="0" marB="0"/>
                </a:tc>
                <a:tc>
                  <a:txBody>
                    <a:bodyPr/>
                    <a:lstStyle/>
                    <a:p>
                      <a:pPr marL="228600" algn="ctr">
                        <a:buNone/>
                      </a:pPr>
                      <a:r>
                        <a:rPr lang="en-IN" sz="1000" kern="100">
                          <a:effectLst/>
                        </a:rPr>
                        <a:t>GT% </a:t>
                      </a:r>
                    </a:p>
                    <a:p>
                      <a:pPr marL="228600">
                        <a:buNone/>
                      </a:pPr>
                      <a:r>
                        <a:rPr lang="en-IN" sz="1000" kern="100">
                          <a:effectLst/>
                        </a:rPr>
                        <a:t> </a:t>
                      </a:r>
                      <a:endParaRPr lang="en-IN" sz="11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2320" marR="62320" marT="0" marB="0"/>
                </a:tc>
                <a:extLst>
                  <a:ext uri="{0D108BD9-81ED-4DB2-BD59-A6C34878D82A}">
                    <a16:rowId xmlns:a16="http://schemas.microsoft.com/office/drawing/2014/main" val="2516241519"/>
                  </a:ext>
                </a:extLst>
              </a:tr>
              <a:tr h="166186">
                <a:tc>
                  <a:txBody>
                    <a:bodyPr/>
                    <a:lstStyle/>
                    <a:p>
                      <a:pPr marL="228600">
                        <a:buNone/>
                      </a:pPr>
                      <a:r>
                        <a:rPr lang="en-IN" sz="1100" kern="100">
                          <a:effectLst/>
                        </a:rPr>
                        <a:t>Azithromycin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152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40%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3717196676"/>
                  </a:ext>
                </a:extLst>
              </a:tr>
              <a:tr h="166186">
                <a:tc>
                  <a:txBody>
                    <a:bodyPr/>
                    <a:lstStyle/>
                    <a:p>
                      <a:pPr marL="228600">
                        <a:buNone/>
                      </a:pPr>
                      <a:r>
                        <a:rPr lang="en-IN" sz="1100" kern="100">
                          <a:effectLst/>
                        </a:rPr>
                        <a:t>Cefixime</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35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9.2%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3327546372"/>
                  </a:ext>
                </a:extLst>
              </a:tr>
              <a:tr h="166186">
                <a:tc>
                  <a:txBody>
                    <a:bodyPr/>
                    <a:lstStyle/>
                    <a:p>
                      <a:pPr marL="228600">
                        <a:buNone/>
                      </a:pPr>
                      <a:r>
                        <a:rPr lang="en-IN" sz="1100" kern="100">
                          <a:effectLst/>
                        </a:rPr>
                        <a:t>Amoxycillin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83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21.8%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3777697521"/>
                  </a:ext>
                </a:extLst>
              </a:tr>
              <a:tr h="166186">
                <a:tc>
                  <a:txBody>
                    <a:bodyPr/>
                    <a:lstStyle/>
                    <a:p>
                      <a:pPr marL="228600">
                        <a:buNone/>
                      </a:pPr>
                      <a:r>
                        <a:rPr lang="en-IN" sz="1100" kern="100">
                          <a:effectLst/>
                        </a:rPr>
                        <a:t>Ofloxacin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52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13.7%</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122744157"/>
                  </a:ext>
                </a:extLst>
              </a:tr>
              <a:tr h="166186">
                <a:tc>
                  <a:txBody>
                    <a:bodyPr/>
                    <a:lstStyle/>
                    <a:p>
                      <a:pPr marL="228600">
                        <a:buNone/>
                      </a:pPr>
                      <a:r>
                        <a:rPr lang="en-IN" sz="1100" kern="100">
                          <a:effectLst/>
                        </a:rPr>
                        <a:t>Norfloxacin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1.3%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3477411977"/>
                  </a:ext>
                </a:extLst>
              </a:tr>
              <a:tr h="166186">
                <a:tc>
                  <a:txBody>
                    <a:bodyPr/>
                    <a:lstStyle/>
                    <a:p>
                      <a:pPr marL="228600">
                        <a:buNone/>
                      </a:pPr>
                      <a:r>
                        <a:rPr lang="en-IN" sz="1100" kern="100">
                          <a:effectLst/>
                        </a:rPr>
                        <a:t>Don’t know</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53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13.9%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500148362"/>
                  </a:ext>
                </a:extLst>
              </a:tr>
              <a:tr h="166186">
                <a:tc>
                  <a:txBody>
                    <a:bodyPr/>
                    <a:lstStyle/>
                    <a:p>
                      <a:pPr marL="228600">
                        <a:buNone/>
                      </a:pPr>
                      <a:r>
                        <a:rPr lang="en-IN" sz="11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a:effectLst/>
                        </a:rPr>
                        <a:t>380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tc>
                  <a:txBody>
                    <a:bodyPr/>
                    <a:lstStyle/>
                    <a:p>
                      <a:pPr marL="228600" algn="ctr">
                        <a:buNone/>
                      </a:pPr>
                      <a:r>
                        <a:rPr lang="en-IN" sz="11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320" marR="62320" marT="0" marB="0"/>
                </a:tc>
                <a:extLst>
                  <a:ext uri="{0D108BD9-81ED-4DB2-BD59-A6C34878D82A}">
                    <a16:rowId xmlns:a16="http://schemas.microsoft.com/office/drawing/2014/main" val="3884526585"/>
                  </a:ext>
                </a:extLst>
              </a:tr>
            </a:tbl>
          </a:graphicData>
        </a:graphic>
      </p:graphicFrame>
      <p:graphicFrame>
        <p:nvGraphicFramePr>
          <p:cNvPr id="99" name="Chart 98">
            <a:extLst>
              <a:ext uri="{FF2B5EF4-FFF2-40B4-BE49-F238E27FC236}">
                <a16:creationId xmlns:a16="http://schemas.microsoft.com/office/drawing/2014/main" id="{A0314747-F3D2-755F-0142-86956A74A45E}"/>
              </a:ext>
            </a:extLst>
          </p:cNvPr>
          <p:cNvGraphicFramePr/>
          <p:nvPr>
            <p:extLst>
              <p:ext uri="{D42A27DB-BD31-4B8C-83A1-F6EECF244321}">
                <p14:modId xmlns:p14="http://schemas.microsoft.com/office/powerpoint/2010/main" val="1449351300"/>
              </p:ext>
            </p:extLst>
          </p:nvPr>
        </p:nvGraphicFramePr>
        <p:xfrm>
          <a:off x="6112747" y="1465208"/>
          <a:ext cx="54864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01" name="TextBox 100">
            <a:extLst>
              <a:ext uri="{FF2B5EF4-FFF2-40B4-BE49-F238E27FC236}">
                <a16:creationId xmlns:a16="http://schemas.microsoft.com/office/drawing/2014/main" id="{BA3A5034-A82E-A62B-2EC8-4F1AE169F363}"/>
              </a:ext>
            </a:extLst>
          </p:cNvPr>
          <p:cNvSpPr txBox="1"/>
          <p:nvPr/>
        </p:nvSpPr>
        <p:spPr>
          <a:xfrm>
            <a:off x="6121120" y="3886200"/>
            <a:ext cx="6104374" cy="2031325"/>
          </a:xfrm>
          <a:prstGeom prst="rect">
            <a:avLst/>
          </a:prstGeom>
          <a:noFill/>
        </p:spPr>
        <p:txBody>
          <a:bodyPr wrap="square">
            <a:spAutoFit/>
          </a:bodyPr>
          <a:lstStyle/>
          <a:p>
            <a:r>
              <a:rPr lang="en-US" b="0" i="0" dirty="0">
                <a:effectLst/>
                <a:latin typeface="fkGroteskNeue"/>
              </a:rPr>
              <a:t>Azithromycin was the most used antibiotic (40%), followed by Amoxicillin (21.8%), Ofloxacin (13.7%), Cefixime (9.2%), and Norfloxacin (1.3%). Notably, 13.9% of respondents couldn’t recall the antibiotic name, showing gaps in prescription awareness and possible self-medication without proper knowledge. This highlights Azithromycin’s dominance and concerns about antibiotic use habits</a:t>
            </a:r>
            <a:endParaRPr lang="en-IN" dirty="0"/>
          </a:p>
        </p:txBody>
      </p:sp>
    </p:spTree>
    <p:extLst>
      <p:ext uri="{BB962C8B-B14F-4D97-AF65-F5344CB8AC3E}">
        <p14:creationId xmlns:p14="http://schemas.microsoft.com/office/powerpoint/2010/main" val="2646494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7795" y="4370323"/>
            <a:ext cx="5482590" cy="1901189"/>
          </a:xfrm>
          <a:prstGeom prst="rect">
            <a:avLst/>
          </a:prstGeom>
        </p:spPr>
        <p:txBody>
          <a:bodyPr vert="horz" wrap="square" lIns="0" tIns="12700" rIns="0" bIns="0" rtlCol="0">
            <a:spAutoFit/>
          </a:bodyPr>
          <a:lstStyle/>
          <a:p>
            <a:pPr marL="185420" indent="-172720">
              <a:lnSpc>
                <a:spcPts val="1430"/>
              </a:lnSpc>
              <a:spcBef>
                <a:spcPts val="100"/>
              </a:spcBef>
              <a:buFont typeface="Arial MT"/>
              <a:buChar char="•"/>
              <a:tabLst>
                <a:tab pos="185420" algn="l"/>
              </a:tabLst>
            </a:pPr>
            <a:r>
              <a:rPr sz="1200" dirty="0">
                <a:latin typeface="Times New Roman"/>
                <a:cs typeface="Times New Roman"/>
              </a:rPr>
              <a:t>Azithromycin</a:t>
            </a:r>
            <a:r>
              <a:rPr sz="1200" spc="-5" dirty="0">
                <a:latin typeface="Times New Roman"/>
                <a:cs typeface="Times New Roman"/>
              </a:rPr>
              <a:t> </a:t>
            </a:r>
            <a:r>
              <a:rPr sz="1200" dirty="0">
                <a:latin typeface="Times New Roman"/>
                <a:cs typeface="Times New Roman"/>
              </a:rPr>
              <a:t>152</a:t>
            </a:r>
            <a:r>
              <a:rPr sz="1200" spc="-5" dirty="0">
                <a:latin typeface="Times New Roman"/>
                <a:cs typeface="Times New Roman"/>
              </a:rPr>
              <a:t> </a:t>
            </a:r>
            <a:r>
              <a:rPr sz="1200" spc="-10" dirty="0">
                <a:latin typeface="Times New Roman"/>
                <a:cs typeface="Times New Roman"/>
              </a:rPr>
              <a:t>(40.0%);</a:t>
            </a:r>
            <a:r>
              <a:rPr sz="1200" spc="-40" dirty="0">
                <a:latin typeface="Times New Roman"/>
                <a:cs typeface="Times New Roman"/>
              </a:rPr>
              <a:t> </a:t>
            </a:r>
            <a:r>
              <a:rPr sz="1200" dirty="0">
                <a:latin typeface="Times New Roman"/>
                <a:cs typeface="Times New Roman"/>
              </a:rPr>
              <a:t>Amoxycillin</a:t>
            </a:r>
            <a:r>
              <a:rPr sz="1200" spc="-5" dirty="0">
                <a:latin typeface="Times New Roman"/>
                <a:cs typeface="Times New Roman"/>
              </a:rPr>
              <a:t> </a:t>
            </a:r>
            <a:r>
              <a:rPr sz="1200" dirty="0">
                <a:latin typeface="Times New Roman"/>
                <a:cs typeface="Times New Roman"/>
              </a:rPr>
              <a:t>83</a:t>
            </a:r>
            <a:r>
              <a:rPr sz="1200" spc="-5" dirty="0">
                <a:latin typeface="Times New Roman"/>
                <a:cs typeface="Times New Roman"/>
              </a:rPr>
              <a:t> </a:t>
            </a:r>
            <a:r>
              <a:rPr sz="1200" spc="-10" dirty="0">
                <a:latin typeface="Times New Roman"/>
                <a:cs typeface="Times New Roman"/>
              </a:rPr>
              <a:t>(21.8%);</a:t>
            </a:r>
            <a:r>
              <a:rPr sz="1200" spc="-40" dirty="0">
                <a:latin typeface="Times New Roman"/>
                <a:cs typeface="Times New Roman"/>
              </a:rPr>
              <a:t> </a:t>
            </a:r>
            <a:r>
              <a:rPr sz="1200" dirty="0">
                <a:latin typeface="Times New Roman"/>
                <a:cs typeface="Times New Roman"/>
              </a:rPr>
              <a:t>Ofloxacin</a:t>
            </a:r>
            <a:r>
              <a:rPr sz="1200" spc="-5" dirty="0">
                <a:latin typeface="Times New Roman"/>
                <a:cs typeface="Times New Roman"/>
              </a:rPr>
              <a:t> </a:t>
            </a:r>
            <a:r>
              <a:rPr sz="1200" dirty="0">
                <a:latin typeface="Times New Roman"/>
                <a:cs typeface="Times New Roman"/>
              </a:rPr>
              <a:t>52</a:t>
            </a:r>
            <a:r>
              <a:rPr sz="1200" spc="-5" dirty="0">
                <a:latin typeface="Times New Roman"/>
                <a:cs typeface="Times New Roman"/>
              </a:rPr>
              <a:t> </a:t>
            </a:r>
            <a:r>
              <a:rPr sz="1200" spc="-10" dirty="0">
                <a:latin typeface="Times New Roman"/>
                <a:cs typeface="Times New Roman"/>
              </a:rPr>
              <a:t>(13.7%);</a:t>
            </a:r>
            <a:r>
              <a:rPr sz="1200" spc="-35" dirty="0">
                <a:latin typeface="Times New Roman"/>
                <a:cs typeface="Times New Roman"/>
              </a:rPr>
              <a:t> </a:t>
            </a:r>
            <a:r>
              <a:rPr sz="1200" spc="-10" dirty="0">
                <a:latin typeface="Times New Roman"/>
                <a:cs typeface="Times New Roman"/>
              </a:rPr>
              <a:t>Cefixime</a:t>
            </a:r>
            <a:endParaRPr sz="1200">
              <a:latin typeface="Times New Roman"/>
              <a:cs typeface="Times New Roman"/>
            </a:endParaRPr>
          </a:p>
          <a:p>
            <a:pPr marL="184150">
              <a:lnSpc>
                <a:spcPts val="1435"/>
              </a:lnSpc>
            </a:pPr>
            <a:r>
              <a:rPr sz="1200" dirty="0">
                <a:latin typeface="Times New Roman"/>
                <a:cs typeface="Times New Roman"/>
              </a:rPr>
              <a:t>35</a:t>
            </a:r>
            <a:r>
              <a:rPr sz="1200" spc="-15" dirty="0">
                <a:latin typeface="Times New Roman"/>
                <a:cs typeface="Times New Roman"/>
              </a:rPr>
              <a:t> </a:t>
            </a:r>
            <a:r>
              <a:rPr sz="1200" dirty="0">
                <a:latin typeface="Times New Roman"/>
                <a:cs typeface="Times New Roman"/>
              </a:rPr>
              <a:t>(9.2%);</a:t>
            </a:r>
            <a:r>
              <a:rPr sz="1200" spc="20" dirty="0">
                <a:latin typeface="Times New Roman"/>
                <a:cs typeface="Times New Roman"/>
              </a:rPr>
              <a:t> </a:t>
            </a:r>
            <a:r>
              <a:rPr sz="1200" spc="-10" dirty="0">
                <a:latin typeface="Times New Roman"/>
                <a:cs typeface="Times New Roman"/>
              </a:rPr>
              <a:t>Norfloxacin </a:t>
            </a:r>
            <a:r>
              <a:rPr sz="1200" dirty="0">
                <a:latin typeface="Times New Roman"/>
                <a:cs typeface="Times New Roman"/>
              </a:rPr>
              <a:t>5</a:t>
            </a:r>
            <a:r>
              <a:rPr sz="1200" spc="-20" dirty="0">
                <a:latin typeface="Times New Roman"/>
                <a:cs typeface="Times New Roman"/>
              </a:rPr>
              <a:t> </a:t>
            </a:r>
            <a:r>
              <a:rPr sz="1200" dirty="0">
                <a:latin typeface="Times New Roman"/>
                <a:cs typeface="Times New Roman"/>
              </a:rPr>
              <a:t>(1.3%);</a:t>
            </a:r>
            <a:r>
              <a:rPr sz="1200" spc="25" dirty="0">
                <a:latin typeface="Times New Roman"/>
                <a:cs typeface="Times New Roman"/>
              </a:rPr>
              <a:t> </a:t>
            </a:r>
            <a:r>
              <a:rPr sz="1200" dirty="0">
                <a:latin typeface="Times New Roman"/>
                <a:cs typeface="Times New Roman"/>
              </a:rPr>
              <a:t>Don’t</a:t>
            </a:r>
            <a:r>
              <a:rPr sz="1200" spc="20" dirty="0">
                <a:latin typeface="Times New Roman"/>
                <a:cs typeface="Times New Roman"/>
              </a:rPr>
              <a:t> </a:t>
            </a:r>
            <a:r>
              <a:rPr sz="1200" dirty="0">
                <a:latin typeface="Times New Roman"/>
                <a:cs typeface="Times New Roman"/>
              </a:rPr>
              <a:t>know</a:t>
            </a:r>
            <a:r>
              <a:rPr sz="1200" spc="-55" dirty="0">
                <a:latin typeface="Times New Roman"/>
                <a:cs typeface="Times New Roman"/>
              </a:rPr>
              <a:t> </a:t>
            </a:r>
            <a:r>
              <a:rPr sz="1200" dirty="0">
                <a:latin typeface="Times New Roman"/>
                <a:cs typeface="Times New Roman"/>
              </a:rPr>
              <a:t>53</a:t>
            </a:r>
            <a:r>
              <a:rPr sz="1200" spc="-20" dirty="0">
                <a:latin typeface="Times New Roman"/>
                <a:cs typeface="Times New Roman"/>
              </a:rPr>
              <a:t> </a:t>
            </a:r>
            <a:r>
              <a:rPr sz="1200" spc="-10" dirty="0">
                <a:latin typeface="Times New Roman"/>
                <a:cs typeface="Times New Roman"/>
              </a:rPr>
              <a:t>(13.9%);</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530"/>
              </a:spcBef>
            </a:pPr>
            <a:endParaRPr sz="1200">
              <a:latin typeface="Times New Roman"/>
              <a:cs typeface="Times New Roman"/>
            </a:endParaRPr>
          </a:p>
          <a:p>
            <a:pPr marL="298450" marR="76835" indent="-286385">
              <a:lnSpc>
                <a:spcPts val="1730"/>
              </a:lnSpc>
              <a:spcBef>
                <a:spcPts val="5"/>
              </a:spcBef>
              <a:buFont typeface="Arial MT"/>
              <a:buChar char="•"/>
              <a:tabLst>
                <a:tab pos="298450" algn="l"/>
              </a:tabLst>
            </a:pPr>
            <a:r>
              <a:rPr sz="1550" spc="-60" dirty="0">
                <a:latin typeface="Trebuchet MS"/>
                <a:cs typeface="Trebuchet MS"/>
              </a:rPr>
              <a:t>People</a:t>
            </a:r>
            <a:r>
              <a:rPr sz="1550" spc="-160" dirty="0">
                <a:latin typeface="Trebuchet MS"/>
                <a:cs typeface="Trebuchet MS"/>
              </a:rPr>
              <a:t> </a:t>
            </a:r>
            <a:r>
              <a:rPr sz="1550" spc="-40" dirty="0">
                <a:latin typeface="Trebuchet MS"/>
                <a:cs typeface="Trebuchet MS"/>
              </a:rPr>
              <a:t>commonly</a:t>
            </a:r>
            <a:r>
              <a:rPr sz="1550" spc="-125" dirty="0">
                <a:latin typeface="Trebuchet MS"/>
                <a:cs typeface="Trebuchet MS"/>
              </a:rPr>
              <a:t> </a:t>
            </a:r>
            <a:r>
              <a:rPr sz="1550" spc="-10" dirty="0">
                <a:latin typeface="Trebuchet MS"/>
                <a:cs typeface="Trebuchet MS"/>
              </a:rPr>
              <a:t>use</a:t>
            </a:r>
            <a:r>
              <a:rPr sz="1550" spc="-80" dirty="0">
                <a:latin typeface="Trebuchet MS"/>
                <a:cs typeface="Trebuchet MS"/>
              </a:rPr>
              <a:t> </a:t>
            </a:r>
            <a:r>
              <a:rPr sz="1550" spc="-65" dirty="0">
                <a:latin typeface="Trebuchet MS"/>
                <a:cs typeface="Trebuchet MS"/>
              </a:rPr>
              <a:t>antibiotics</a:t>
            </a:r>
            <a:r>
              <a:rPr sz="1550" spc="-95" dirty="0">
                <a:latin typeface="Trebuchet MS"/>
                <a:cs typeface="Trebuchet MS"/>
              </a:rPr>
              <a:t> from</a:t>
            </a:r>
            <a:r>
              <a:rPr sz="1550" spc="-110" dirty="0">
                <a:latin typeface="Trebuchet MS"/>
                <a:cs typeface="Trebuchet MS"/>
              </a:rPr>
              <a:t> </a:t>
            </a:r>
            <a:r>
              <a:rPr sz="1550" spc="-60" dirty="0">
                <a:latin typeface="Trebuchet MS"/>
                <a:cs typeface="Trebuchet MS"/>
              </a:rPr>
              <a:t>several</a:t>
            </a:r>
            <a:r>
              <a:rPr sz="1550" spc="-135" dirty="0">
                <a:latin typeface="Trebuchet MS"/>
                <a:cs typeface="Trebuchet MS"/>
              </a:rPr>
              <a:t> </a:t>
            </a:r>
            <a:r>
              <a:rPr sz="1550" spc="-95" dirty="0">
                <a:latin typeface="Trebuchet MS"/>
                <a:cs typeface="Trebuchet MS"/>
              </a:rPr>
              <a:t>major</a:t>
            </a:r>
            <a:r>
              <a:rPr sz="1550" spc="-85" dirty="0">
                <a:latin typeface="Trebuchet MS"/>
                <a:cs typeface="Trebuchet MS"/>
              </a:rPr>
              <a:t> </a:t>
            </a:r>
            <a:r>
              <a:rPr sz="1550" spc="-40" dirty="0">
                <a:latin typeface="Trebuchet MS"/>
                <a:cs typeface="Trebuchet MS"/>
              </a:rPr>
              <a:t>groups</a:t>
            </a:r>
            <a:r>
              <a:rPr sz="1550" spc="-45" dirty="0">
                <a:latin typeface="Trebuchet MS"/>
                <a:cs typeface="Trebuchet MS"/>
              </a:rPr>
              <a:t> </a:t>
            </a:r>
            <a:r>
              <a:rPr sz="1550" spc="254" dirty="0">
                <a:latin typeface="Trebuchet MS"/>
                <a:cs typeface="Trebuchet MS"/>
              </a:rPr>
              <a:t>— </a:t>
            </a:r>
            <a:r>
              <a:rPr sz="1550" spc="-65" dirty="0">
                <a:latin typeface="Trebuchet MS"/>
                <a:cs typeface="Trebuchet MS"/>
              </a:rPr>
              <a:t>macrolides,</a:t>
            </a:r>
            <a:r>
              <a:rPr sz="1550" spc="-45" dirty="0">
                <a:latin typeface="Trebuchet MS"/>
                <a:cs typeface="Trebuchet MS"/>
              </a:rPr>
              <a:t> </a:t>
            </a:r>
            <a:r>
              <a:rPr sz="1550" spc="-70" dirty="0">
                <a:latin typeface="Trebuchet MS"/>
                <a:cs typeface="Trebuchet MS"/>
              </a:rPr>
              <a:t>penicillins,</a:t>
            </a:r>
            <a:r>
              <a:rPr sz="1550" spc="-25" dirty="0">
                <a:latin typeface="Trebuchet MS"/>
                <a:cs typeface="Trebuchet MS"/>
              </a:rPr>
              <a:t> </a:t>
            </a:r>
            <a:r>
              <a:rPr sz="1550" spc="-70" dirty="0">
                <a:latin typeface="Trebuchet MS"/>
                <a:cs typeface="Trebuchet MS"/>
              </a:rPr>
              <a:t>fluoroquinolones,</a:t>
            </a:r>
            <a:r>
              <a:rPr sz="1550" spc="-30" dirty="0">
                <a:latin typeface="Trebuchet MS"/>
                <a:cs typeface="Trebuchet MS"/>
              </a:rPr>
              <a:t> </a:t>
            </a:r>
            <a:r>
              <a:rPr sz="1550" spc="-60" dirty="0">
                <a:latin typeface="Trebuchet MS"/>
                <a:cs typeface="Trebuchet MS"/>
              </a:rPr>
              <a:t>and</a:t>
            </a:r>
            <a:r>
              <a:rPr sz="1550" spc="-90" dirty="0">
                <a:latin typeface="Trebuchet MS"/>
                <a:cs typeface="Trebuchet MS"/>
              </a:rPr>
              <a:t> </a:t>
            </a:r>
            <a:r>
              <a:rPr sz="1550" spc="-10" dirty="0">
                <a:latin typeface="Trebuchet MS"/>
                <a:cs typeface="Trebuchet MS"/>
              </a:rPr>
              <a:t>cephalosporins. </a:t>
            </a:r>
            <a:r>
              <a:rPr sz="1550" spc="-45" dirty="0">
                <a:latin typeface="Trebuchet MS"/>
                <a:cs typeface="Trebuchet MS"/>
              </a:rPr>
              <a:t>This</a:t>
            </a:r>
            <a:r>
              <a:rPr sz="1550" spc="-105" dirty="0">
                <a:latin typeface="Trebuchet MS"/>
                <a:cs typeface="Trebuchet MS"/>
              </a:rPr>
              <a:t> </a:t>
            </a:r>
            <a:r>
              <a:rPr sz="1550" spc="-80" dirty="0">
                <a:latin typeface="Trebuchet MS"/>
                <a:cs typeface="Trebuchet MS"/>
              </a:rPr>
              <a:t>wide</a:t>
            </a:r>
            <a:r>
              <a:rPr sz="1550" spc="-70" dirty="0">
                <a:latin typeface="Trebuchet MS"/>
                <a:cs typeface="Trebuchet MS"/>
              </a:rPr>
              <a:t> </a:t>
            </a:r>
            <a:r>
              <a:rPr sz="1550" spc="-10" dirty="0">
                <a:latin typeface="Trebuchet MS"/>
                <a:cs typeface="Trebuchet MS"/>
              </a:rPr>
              <a:t>use</a:t>
            </a:r>
            <a:r>
              <a:rPr sz="1550" spc="-155" dirty="0">
                <a:latin typeface="Trebuchet MS"/>
                <a:cs typeface="Trebuchet MS"/>
              </a:rPr>
              <a:t> </a:t>
            </a:r>
            <a:r>
              <a:rPr sz="1550" spc="-90" dirty="0">
                <a:latin typeface="Trebuchet MS"/>
                <a:cs typeface="Trebuchet MS"/>
              </a:rPr>
              <a:t>of</a:t>
            </a:r>
            <a:r>
              <a:rPr sz="1550" spc="-35" dirty="0">
                <a:latin typeface="Trebuchet MS"/>
                <a:cs typeface="Trebuchet MS"/>
              </a:rPr>
              <a:t> </a:t>
            </a:r>
            <a:r>
              <a:rPr sz="1550" spc="-60" dirty="0">
                <a:latin typeface="Trebuchet MS"/>
                <a:cs typeface="Trebuchet MS"/>
              </a:rPr>
              <a:t>broad-</a:t>
            </a:r>
            <a:r>
              <a:rPr sz="1550" spc="-45" dirty="0">
                <a:latin typeface="Trebuchet MS"/>
                <a:cs typeface="Trebuchet MS"/>
              </a:rPr>
              <a:t>spectrum</a:t>
            </a:r>
            <a:r>
              <a:rPr sz="1550" spc="-105" dirty="0">
                <a:latin typeface="Trebuchet MS"/>
                <a:cs typeface="Trebuchet MS"/>
              </a:rPr>
              <a:t> </a:t>
            </a:r>
            <a:r>
              <a:rPr sz="1550" spc="-75" dirty="0">
                <a:latin typeface="Trebuchet MS"/>
                <a:cs typeface="Trebuchet MS"/>
              </a:rPr>
              <a:t>antibiotics,</a:t>
            </a:r>
            <a:r>
              <a:rPr sz="1550" spc="-135" dirty="0">
                <a:latin typeface="Trebuchet MS"/>
                <a:cs typeface="Trebuchet MS"/>
              </a:rPr>
              <a:t> </a:t>
            </a:r>
            <a:r>
              <a:rPr sz="1550" spc="-55" dirty="0">
                <a:latin typeface="Trebuchet MS"/>
                <a:cs typeface="Trebuchet MS"/>
              </a:rPr>
              <a:t>along</a:t>
            </a:r>
            <a:r>
              <a:rPr sz="1550" spc="-145" dirty="0">
                <a:latin typeface="Trebuchet MS"/>
                <a:cs typeface="Trebuchet MS"/>
              </a:rPr>
              <a:t> </a:t>
            </a:r>
            <a:r>
              <a:rPr sz="1550" spc="-70" dirty="0">
                <a:latin typeface="Trebuchet MS"/>
                <a:cs typeface="Trebuchet MS"/>
              </a:rPr>
              <a:t>with</a:t>
            </a:r>
            <a:r>
              <a:rPr sz="1550" spc="-85" dirty="0">
                <a:latin typeface="Trebuchet MS"/>
                <a:cs typeface="Trebuchet MS"/>
              </a:rPr>
              <a:t> </a:t>
            </a:r>
            <a:r>
              <a:rPr sz="1550" spc="-10" dirty="0">
                <a:latin typeface="Trebuchet MS"/>
                <a:cs typeface="Trebuchet MS"/>
              </a:rPr>
              <a:t>habits </a:t>
            </a:r>
            <a:r>
              <a:rPr sz="1550" spc="-95" dirty="0">
                <a:latin typeface="Trebuchet MS"/>
                <a:cs typeface="Trebuchet MS"/>
              </a:rPr>
              <a:t>like</a:t>
            </a:r>
            <a:r>
              <a:rPr sz="1550" spc="-160" dirty="0">
                <a:latin typeface="Trebuchet MS"/>
                <a:cs typeface="Trebuchet MS"/>
              </a:rPr>
              <a:t> </a:t>
            </a:r>
            <a:r>
              <a:rPr sz="1550" spc="-85" dirty="0">
                <a:latin typeface="Trebuchet MS"/>
                <a:cs typeface="Trebuchet MS"/>
              </a:rPr>
              <a:t>taking</a:t>
            </a:r>
            <a:r>
              <a:rPr sz="1550" spc="-65" dirty="0">
                <a:latin typeface="Trebuchet MS"/>
                <a:cs typeface="Trebuchet MS"/>
              </a:rPr>
              <a:t> </a:t>
            </a:r>
            <a:r>
              <a:rPr sz="1550" spc="-55" dirty="0">
                <a:latin typeface="Trebuchet MS"/>
                <a:cs typeface="Trebuchet MS"/>
              </a:rPr>
              <a:t>short</a:t>
            </a:r>
            <a:r>
              <a:rPr sz="1550" spc="-75" dirty="0">
                <a:latin typeface="Trebuchet MS"/>
                <a:cs typeface="Trebuchet MS"/>
              </a:rPr>
              <a:t> </a:t>
            </a:r>
            <a:r>
              <a:rPr sz="1550" spc="-10" dirty="0">
                <a:latin typeface="Trebuchet MS"/>
                <a:cs typeface="Trebuchet MS"/>
              </a:rPr>
              <a:t>courses</a:t>
            </a:r>
            <a:r>
              <a:rPr sz="1550" spc="-100" dirty="0">
                <a:latin typeface="Trebuchet MS"/>
                <a:cs typeface="Trebuchet MS"/>
              </a:rPr>
              <a:t> </a:t>
            </a:r>
            <a:r>
              <a:rPr sz="1550" spc="-75" dirty="0">
                <a:latin typeface="Trebuchet MS"/>
                <a:cs typeface="Trebuchet MS"/>
              </a:rPr>
              <a:t>or</a:t>
            </a:r>
            <a:r>
              <a:rPr sz="1550" spc="-90" dirty="0">
                <a:latin typeface="Trebuchet MS"/>
                <a:cs typeface="Trebuchet MS"/>
              </a:rPr>
              <a:t> </a:t>
            </a:r>
            <a:r>
              <a:rPr sz="1550" spc="-55" dirty="0">
                <a:latin typeface="Trebuchet MS"/>
                <a:cs typeface="Trebuchet MS"/>
              </a:rPr>
              <a:t>sharing</a:t>
            </a:r>
            <a:r>
              <a:rPr sz="1550" spc="-140" dirty="0">
                <a:latin typeface="Trebuchet MS"/>
                <a:cs typeface="Trebuchet MS"/>
              </a:rPr>
              <a:t> </a:t>
            </a:r>
            <a:r>
              <a:rPr sz="1550" spc="-65" dirty="0">
                <a:latin typeface="Trebuchet MS"/>
                <a:cs typeface="Trebuchet MS"/>
              </a:rPr>
              <a:t>medicines,</a:t>
            </a:r>
            <a:r>
              <a:rPr sz="1550" spc="-60" dirty="0">
                <a:latin typeface="Trebuchet MS"/>
                <a:cs typeface="Trebuchet MS"/>
              </a:rPr>
              <a:t> </a:t>
            </a:r>
            <a:r>
              <a:rPr sz="1550" spc="-40" dirty="0">
                <a:latin typeface="Trebuchet MS"/>
                <a:cs typeface="Trebuchet MS"/>
              </a:rPr>
              <a:t>increases</a:t>
            </a:r>
            <a:r>
              <a:rPr sz="1550" spc="-100" dirty="0">
                <a:latin typeface="Trebuchet MS"/>
                <a:cs typeface="Trebuchet MS"/>
              </a:rPr>
              <a:t> </a:t>
            </a:r>
            <a:r>
              <a:rPr sz="1550" spc="-25" dirty="0">
                <a:latin typeface="Trebuchet MS"/>
                <a:cs typeface="Trebuchet MS"/>
              </a:rPr>
              <a:t>the </a:t>
            </a:r>
            <a:r>
              <a:rPr sz="1550" spc="-50" dirty="0">
                <a:latin typeface="Trebuchet MS"/>
                <a:cs typeface="Trebuchet MS"/>
              </a:rPr>
              <a:t>risk</a:t>
            </a:r>
            <a:r>
              <a:rPr sz="1550" spc="-80" dirty="0">
                <a:latin typeface="Trebuchet MS"/>
                <a:cs typeface="Trebuchet MS"/>
              </a:rPr>
              <a:t> </a:t>
            </a:r>
            <a:r>
              <a:rPr sz="1550" spc="-85" dirty="0">
                <a:latin typeface="Trebuchet MS"/>
                <a:cs typeface="Trebuchet MS"/>
              </a:rPr>
              <a:t>of</a:t>
            </a:r>
            <a:r>
              <a:rPr sz="1550" spc="-135" dirty="0">
                <a:latin typeface="Trebuchet MS"/>
                <a:cs typeface="Trebuchet MS"/>
              </a:rPr>
              <a:t> </a:t>
            </a:r>
            <a:r>
              <a:rPr sz="1550" spc="-75" dirty="0">
                <a:latin typeface="Trebuchet MS"/>
                <a:cs typeface="Trebuchet MS"/>
              </a:rPr>
              <a:t>bacteria</a:t>
            </a:r>
            <a:r>
              <a:rPr sz="1550" spc="-70" dirty="0">
                <a:latin typeface="Trebuchet MS"/>
                <a:cs typeface="Trebuchet MS"/>
              </a:rPr>
              <a:t> </a:t>
            </a:r>
            <a:r>
              <a:rPr sz="1550" spc="-80" dirty="0">
                <a:latin typeface="Trebuchet MS"/>
                <a:cs typeface="Trebuchet MS"/>
              </a:rPr>
              <a:t>developing</a:t>
            </a:r>
            <a:r>
              <a:rPr sz="1550" spc="-75" dirty="0">
                <a:latin typeface="Trebuchet MS"/>
                <a:cs typeface="Trebuchet MS"/>
              </a:rPr>
              <a:t> </a:t>
            </a:r>
            <a:r>
              <a:rPr sz="1550" spc="-45" dirty="0">
                <a:latin typeface="Trebuchet MS"/>
                <a:cs typeface="Trebuchet MS"/>
              </a:rPr>
              <a:t>resistance</a:t>
            </a:r>
            <a:r>
              <a:rPr sz="1550" spc="-165" dirty="0">
                <a:latin typeface="Trebuchet MS"/>
                <a:cs typeface="Trebuchet MS"/>
              </a:rPr>
              <a:t> </a:t>
            </a:r>
            <a:r>
              <a:rPr sz="1550" spc="-75" dirty="0">
                <a:latin typeface="Trebuchet MS"/>
                <a:cs typeface="Trebuchet MS"/>
              </a:rPr>
              <a:t>in</a:t>
            </a:r>
            <a:r>
              <a:rPr sz="1550" spc="-100" dirty="0">
                <a:latin typeface="Trebuchet MS"/>
                <a:cs typeface="Trebuchet MS"/>
              </a:rPr>
              <a:t> the</a:t>
            </a:r>
            <a:r>
              <a:rPr sz="1550" spc="-80" dirty="0">
                <a:latin typeface="Trebuchet MS"/>
                <a:cs typeface="Trebuchet MS"/>
              </a:rPr>
              <a:t> </a:t>
            </a:r>
            <a:r>
              <a:rPr sz="1550" spc="-10" dirty="0">
                <a:latin typeface="Trebuchet MS"/>
                <a:cs typeface="Trebuchet MS"/>
              </a:rPr>
              <a:t>community.</a:t>
            </a:r>
            <a:endParaRPr sz="1550">
              <a:latin typeface="Trebuchet MS"/>
              <a:cs typeface="Trebuchet MS"/>
            </a:endParaRPr>
          </a:p>
        </p:txBody>
      </p:sp>
      <p:sp>
        <p:nvSpPr>
          <p:cNvPr id="3" name="object 3"/>
          <p:cNvSpPr txBox="1"/>
          <p:nvPr/>
        </p:nvSpPr>
        <p:spPr>
          <a:xfrm>
            <a:off x="78739" y="1163002"/>
            <a:ext cx="5253355" cy="504190"/>
          </a:xfrm>
          <a:prstGeom prst="rect">
            <a:avLst/>
          </a:prstGeom>
        </p:spPr>
        <p:txBody>
          <a:bodyPr vert="horz" wrap="square" lIns="0" tIns="13970" rIns="0" bIns="0" rtlCol="0">
            <a:spAutoFit/>
          </a:bodyPr>
          <a:lstStyle/>
          <a:p>
            <a:pPr marL="12700" marR="5080">
              <a:lnSpc>
                <a:spcPct val="100899"/>
              </a:lnSpc>
              <a:spcBef>
                <a:spcPts val="110"/>
              </a:spcBef>
            </a:pPr>
            <a:r>
              <a:rPr sz="1550" dirty="0">
                <a:latin typeface="Calibri"/>
                <a:cs typeface="Calibri"/>
              </a:rPr>
              <a:t>9.</a:t>
            </a:r>
            <a:r>
              <a:rPr sz="1550" spc="70" dirty="0">
                <a:latin typeface="Calibri"/>
                <a:cs typeface="Calibri"/>
              </a:rPr>
              <a:t> </a:t>
            </a:r>
            <a:r>
              <a:rPr sz="1550" dirty="0">
                <a:latin typeface="Times New Roman"/>
                <a:cs typeface="Times New Roman"/>
              </a:rPr>
              <a:t>Which</a:t>
            </a:r>
            <a:r>
              <a:rPr sz="1550" spc="100" dirty="0">
                <a:latin typeface="Times New Roman"/>
                <a:cs typeface="Times New Roman"/>
              </a:rPr>
              <a:t> </a:t>
            </a:r>
            <a:r>
              <a:rPr sz="1550" dirty="0">
                <a:latin typeface="Times New Roman"/>
                <a:cs typeface="Times New Roman"/>
              </a:rPr>
              <a:t>of</a:t>
            </a:r>
            <a:r>
              <a:rPr sz="1550" spc="150" dirty="0">
                <a:latin typeface="Times New Roman"/>
                <a:cs typeface="Times New Roman"/>
              </a:rPr>
              <a:t> </a:t>
            </a:r>
            <a:r>
              <a:rPr sz="1550" dirty="0">
                <a:latin typeface="Times New Roman"/>
                <a:cs typeface="Times New Roman"/>
              </a:rPr>
              <a:t>the</a:t>
            </a:r>
            <a:r>
              <a:rPr sz="1550" spc="114" dirty="0">
                <a:latin typeface="Times New Roman"/>
                <a:cs typeface="Times New Roman"/>
              </a:rPr>
              <a:t> </a:t>
            </a:r>
            <a:r>
              <a:rPr sz="1550" dirty="0">
                <a:latin typeface="Times New Roman"/>
                <a:cs typeface="Times New Roman"/>
              </a:rPr>
              <a:t>following</a:t>
            </a:r>
            <a:r>
              <a:rPr sz="1550" spc="-80" dirty="0">
                <a:latin typeface="Times New Roman"/>
                <a:cs typeface="Times New Roman"/>
              </a:rPr>
              <a:t> </a:t>
            </a:r>
            <a:r>
              <a:rPr sz="1550" dirty="0">
                <a:latin typeface="Times New Roman"/>
                <a:cs typeface="Times New Roman"/>
              </a:rPr>
              <a:t>Antibiotics</a:t>
            </a:r>
            <a:r>
              <a:rPr sz="1550" spc="130" dirty="0">
                <a:latin typeface="Times New Roman"/>
                <a:cs typeface="Times New Roman"/>
              </a:rPr>
              <a:t> </a:t>
            </a:r>
            <a:r>
              <a:rPr sz="1550" dirty="0">
                <a:latin typeface="Times New Roman"/>
                <a:cs typeface="Times New Roman"/>
              </a:rPr>
              <a:t>have</a:t>
            </a:r>
            <a:r>
              <a:rPr sz="1550" spc="30" dirty="0">
                <a:latin typeface="Times New Roman"/>
                <a:cs typeface="Times New Roman"/>
              </a:rPr>
              <a:t> </a:t>
            </a:r>
            <a:r>
              <a:rPr sz="1550" dirty="0">
                <a:latin typeface="Times New Roman"/>
                <a:cs typeface="Times New Roman"/>
              </a:rPr>
              <a:t>you</a:t>
            </a:r>
            <a:r>
              <a:rPr sz="1550" spc="100" dirty="0">
                <a:latin typeface="Times New Roman"/>
                <a:cs typeface="Times New Roman"/>
              </a:rPr>
              <a:t> </a:t>
            </a:r>
            <a:r>
              <a:rPr sz="1550" dirty="0">
                <a:latin typeface="Times New Roman"/>
                <a:cs typeface="Times New Roman"/>
              </a:rPr>
              <a:t>last</a:t>
            </a:r>
            <a:r>
              <a:rPr sz="1550" spc="70" dirty="0">
                <a:latin typeface="Times New Roman"/>
                <a:cs typeface="Times New Roman"/>
              </a:rPr>
              <a:t> </a:t>
            </a:r>
            <a:r>
              <a:rPr sz="1550" dirty="0">
                <a:latin typeface="Times New Roman"/>
                <a:cs typeface="Times New Roman"/>
              </a:rPr>
              <a:t>used</a:t>
            </a:r>
            <a:r>
              <a:rPr sz="1550" spc="95" dirty="0">
                <a:latin typeface="Times New Roman"/>
                <a:cs typeface="Times New Roman"/>
              </a:rPr>
              <a:t> </a:t>
            </a:r>
            <a:r>
              <a:rPr sz="1550" dirty="0">
                <a:latin typeface="Times New Roman"/>
                <a:cs typeface="Times New Roman"/>
              </a:rPr>
              <a:t>for</a:t>
            </a:r>
            <a:r>
              <a:rPr sz="1550" spc="150" dirty="0">
                <a:latin typeface="Times New Roman"/>
                <a:cs typeface="Times New Roman"/>
              </a:rPr>
              <a:t> </a:t>
            </a:r>
            <a:r>
              <a:rPr sz="1550" spc="-25" dirty="0">
                <a:latin typeface="Times New Roman"/>
                <a:cs typeface="Times New Roman"/>
              </a:rPr>
              <a:t>any </a:t>
            </a:r>
            <a:r>
              <a:rPr sz="1550" spc="-10" dirty="0">
                <a:latin typeface="Times New Roman"/>
                <a:cs typeface="Times New Roman"/>
              </a:rPr>
              <a:t>infection?</a:t>
            </a:r>
            <a:endParaRPr sz="1550">
              <a:latin typeface="Times New Roman"/>
              <a:cs typeface="Times New Roman"/>
            </a:endParaRPr>
          </a:p>
        </p:txBody>
      </p:sp>
      <p:grpSp>
        <p:nvGrpSpPr>
          <p:cNvPr id="4" name="object 4"/>
          <p:cNvGrpSpPr/>
          <p:nvPr/>
        </p:nvGrpSpPr>
        <p:grpSpPr>
          <a:xfrm>
            <a:off x="752422" y="1761839"/>
            <a:ext cx="4148454" cy="1815464"/>
            <a:chOff x="752422" y="1761839"/>
            <a:chExt cx="4148454" cy="1815464"/>
          </a:xfrm>
        </p:grpSpPr>
        <p:pic>
          <p:nvPicPr>
            <p:cNvPr id="5" name="object 5"/>
            <p:cNvPicPr/>
            <p:nvPr/>
          </p:nvPicPr>
          <p:blipFill>
            <a:blip r:embed="rId2" cstate="print"/>
            <a:stretch>
              <a:fillRect/>
            </a:stretch>
          </p:blipFill>
          <p:spPr>
            <a:xfrm>
              <a:off x="752422" y="1761839"/>
              <a:ext cx="4148306" cy="1814939"/>
            </a:xfrm>
            <a:prstGeom prst="rect">
              <a:avLst/>
            </a:prstGeom>
          </p:spPr>
        </p:pic>
        <p:sp>
          <p:nvSpPr>
            <p:cNvPr id="6" name="object 6"/>
            <p:cNvSpPr/>
            <p:nvPr/>
          </p:nvSpPr>
          <p:spPr>
            <a:xfrm>
              <a:off x="4653026" y="3119501"/>
              <a:ext cx="190500" cy="447675"/>
            </a:xfrm>
            <a:custGeom>
              <a:avLst/>
              <a:gdLst/>
              <a:ahLst/>
              <a:cxnLst/>
              <a:rect l="l" t="t" r="r" b="b"/>
              <a:pathLst>
                <a:path w="190500" h="447675">
                  <a:moveTo>
                    <a:pt x="0" y="447675"/>
                  </a:moveTo>
                  <a:lnTo>
                    <a:pt x="38100" y="447675"/>
                  </a:lnTo>
                </a:path>
                <a:path w="190500" h="447675">
                  <a:moveTo>
                    <a:pt x="76200" y="209550"/>
                  </a:moveTo>
                  <a:lnTo>
                    <a:pt x="114300" y="209550"/>
                  </a:lnTo>
                </a:path>
                <a:path w="190500" h="447675">
                  <a:moveTo>
                    <a:pt x="152400" y="0"/>
                  </a:moveTo>
                  <a:lnTo>
                    <a:pt x="190500" y="0"/>
                  </a:lnTo>
                </a:path>
              </a:pathLst>
            </a:custGeom>
            <a:ln w="12700">
              <a:solidFill>
                <a:srgbClr val="888888"/>
              </a:solidFill>
            </a:ln>
          </p:spPr>
          <p:txBody>
            <a:bodyPr wrap="square" lIns="0" tIns="0" rIns="0" bIns="0" rtlCol="0"/>
            <a:lstStyle/>
            <a:p>
              <a:endParaRPr/>
            </a:p>
          </p:txBody>
        </p:sp>
      </p:grpSp>
      <p:sp>
        <p:nvSpPr>
          <p:cNvPr id="7" name="object 7"/>
          <p:cNvSpPr txBox="1"/>
          <p:nvPr/>
        </p:nvSpPr>
        <p:spPr>
          <a:xfrm>
            <a:off x="4783454" y="3063875"/>
            <a:ext cx="355600" cy="464820"/>
          </a:xfrm>
          <a:prstGeom prst="rect">
            <a:avLst/>
          </a:prstGeom>
        </p:spPr>
        <p:txBody>
          <a:bodyPr vert="horz" wrap="square" lIns="0" tIns="12065" rIns="0" bIns="0" rtlCol="0">
            <a:spAutoFit/>
          </a:bodyPr>
          <a:lstStyle/>
          <a:p>
            <a:pPr marL="12700" marR="5080" indent="75565">
              <a:lnSpc>
                <a:spcPct val="151800"/>
              </a:lnSpc>
              <a:spcBef>
                <a:spcPts val="95"/>
              </a:spcBef>
            </a:pPr>
            <a:r>
              <a:rPr sz="950" spc="50" dirty="0">
                <a:latin typeface="Trebuchet MS"/>
                <a:cs typeface="Trebuchet MS"/>
              </a:rPr>
              <a:t>GT% </a:t>
            </a:r>
            <a:r>
              <a:rPr sz="950" spc="20" dirty="0">
                <a:latin typeface="Trebuchet MS"/>
                <a:cs typeface="Trebuchet MS"/>
              </a:rPr>
              <a:t>N</a:t>
            </a:r>
            <a:endParaRPr sz="950">
              <a:latin typeface="Trebuchet MS"/>
              <a:cs typeface="Trebuchet MS"/>
            </a:endParaRPr>
          </a:p>
        </p:txBody>
      </p:sp>
      <p:sp>
        <p:nvSpPr>
          <p:cNvPr id="8" name="object 8"/>
          <p:cNvSpPr/>
          <p:nvPr/>
        </p:nvSpPr>
        <p:spPr>
          <a:xfrm>
            <a:off x="728662" y="1947926"/>
            <a:ext cx="123825" cy="1143000"/>
          </a:xfrm>
          <a:custGeom>
            <a:avLst/>
            <a:gdLst/>
            <a:ahLst/>
            <a:cxnLst/>
            <a:rect l="l" t="t" r="r" b="b"/>
            <a:pathLst>
              <a:path w="123825" h="1143000">
                <a:moveTo>
                  <a:pt x="123825" y="1143000"/>
                </a:moveTo>
                <a:lnTo>
                  <a:pt x="76200" y="1143000"/>
                </a:lnTo>
              </a:path>
              <a:path w="123825" h="1143000">
                <a:moveTo>
                  <a:pt x="104775" y="866775"/>
                </a:moveTo>
                <a:lnTo>
                  <a:pt x="57150" y="866775"/>
                </a:lnTo>
              </a:path>
              <a:path w="123825" h="1143000">
                <a:moveTo>
                  <a:pt x="76200" y="581025"/>
                </a:moveTo>
                <a:lnTo>
                  <a:pt x="38100" y="581025"/>
                </a:lnTo>
              </a:path>
              <a:path w="123825" h="1143000">
                <a:moveTo>
                  <a:pt x="57150" y="295275"/>
                </a:moveTo>
                <a:lnTo>
                  <a:pt x="19050" y="295275"/>
                </a:lnTo>
              </a:path>
              <a:path w="123825" h="1143000">
                <a:moveTo>
                  <a:pt x="38100" y="0"/>
                </a:moveTo>
                <a:lnTo>
                  <a:pt x="0" y="0"/>
                </a:lnTo>
              </a:path>
            </a:pathLst>
          </a:custGeom>
          <a:ln w="12700">
            <a:solidFill>
              <a:srgbClr val="888888"/>
            </a:solidFill>
          </a:ln>
        </p:spPr>
        <p:txBody>
          <a:bodyPr wrap="square" lIns="0" tIns="0" rIns="0" bIns="0" rtlCol="0"/>
          <a:lstStyle/>
          <a:p>
            <a:endParaRPr/>
          </a:p>
        </p:txBody>
      </p:sp>
      <p:sp>
        <p:nvSpPr>
          <p:cNvPr id="9" name="object 9"/>
          <p:cNvSpPr txBox="1"/>
          <p:nvPr/>
        </p:nvSpPr>
        <p:spPr>
          <a:xfrm>
            <a:off x="433705" y="1858898"/>
            <a:ext cx="309880" cy="1318895"/>
          </a:xfrm>
          <a:prstGeom prst="rect">
            <a:avLst/>
          </a:prstGeom>
        </p:spPr>
        <p:txBody>
          <a:bodyPr vert="horz" wrap="square" lIns="0" tIns="15875" rIns="0" bIns="0" rtlCol="0">
            <a:spAutoFit/>
          </a:bodyPr>
          <a:lstStyle/>
          <a:p>
            <a:pPr marR="88900" algn="r">
              <a:lnSpc>
                <a:spcPct val="100000"/>
              </a:lnSpc>
              <a:spcBef>
                <a:spcPts val="125"/>
              </a:spcBef>
            </a:pPr>
            <a:r>
              <a:rPr sz="950" spc="-25" dirty="0">
                <a:latin typeface="Trebuchet MS"/>
                <a:cs typeface="Trebuchet MS"/>
              </a:rPr>
              <a:t>200</a:t>
            </a:r>
            <a:endParaRPr sz="950">
              <a:latin typeface="Trebuchet MS"/>
              <a:cs typeface="Trebuchet MS"/>
            </a:endParaRPr>
          </a:p>
          <a:p>
            <a:pPr>
              <a:lnSpc>
                <a:spcPct val="100000"/>
              </a:lnSpc>
              <a:spcBef>
                <a:spcPts val="75"/>
              </a:spcBef>
            </a:pPr>
            <a:endParaRPr sz="950">
              <a:latin typeface="Trebuchet MS"/>
              <a:cs typeface="Trebuchet MS"/>
            </a:endParaRPr>
          </a:p>
          <a:p>
            <a:pPr marR="66675" algn="r">
              <a:lnSpc>
                <a:spcPct val="100000"/>
              </a:lnSpc>
            </a:pPr>
            <a:r>
              <a:rPr sz="950" spc="-25" dirty="0">
                <a:latin typeface="Trebuchet MS"/>
                <a:cs typeface="Trebuchet MS"/>
              </a:rPr>
              <a:t>150</a:t>
            </a:r>
            <a:endParaRPr sz="950">
              <a:latin typeface="Trebuchet MS"/>
              <a:cs typeface="Trebuchet MS"/>
            </a:endParaRPr>
          </a:p>
          <a:p>
            <a:pPr>
              <a:lnSpc>
                <a:spcPct val="100000"/>
              </a:lnSpc>
              <a:spcBef>
                <a:spcPts val="30"/>
              </a:spcBef>
            </a:pPr>
            <a:endParaRPr sz="950">
              <a:latin typeface="Trebuchet MS"/>
              <a:cs typeface="Trebuchet MS"/>
            </a:endParaRPr>
          </a:p>
          <a:p>
            <a:pPr marR="46990" algn="r">
              <a:lnSpc>
                <a:spcPct val="100000"/>
              </a:lnSpc>
              <a:spcBef>
                <a:spcPts val="5"/>
              </a:spcBef>
            </a:pPr>
            <a:r>
              <a:rPr sz="950" spc="-25" dirty="0">
                <a:latin typeface="Trebuchet MS"/>
                <a:cs typeface="Trebuchet MS"/>
              </a:rPr>
              <a:t>100</a:t>
            </a:r>
            <a:endParaRPr sz="950">
              <a:latin typeface="Trebuchet MS"/>
              <a:cs typeface="Trebuchet MS"/>
            </a:endParaRPr>
          </a:p>
          <a:p>
            <a:pPr marR="25400" algn="r">
              <a:lnSpc>
                <a:spcPct val="100000"/>
              </a:lnSpc>
              <a:spcBef>
                <a:spcPts val="1085"/>
              </a:spcBef>
            </a:pPr>
            <a:r>
              <a:rPr sz="950" spc="-25" dirty="0">
                <a:latin typeface="Trebuchet MS"/>
                <a:cs typeface="Trebuchet MS"/>
              </a:rPr>
              <a:t>50</a:t>
            </a:r>
            <a:endParaRPr sz="950">
              <a:latin typeface="Trebuchet MS"/>
              <a:cs typeface="Trebuchet MS"/>
            </a:endParaRPr>
          </a:p>
          <a:p>
            <a:pPr marR="5080" algn="r">
              <a:lnSpc>
                <a:spcPct val="100000"/>
              </a:lnSpc>
              <a:spcBef>
                <a:spcPts val="1050"/>
              </a:spcBef>
            </a:pPr>
            <a:r>
              <a:rPr sz="950" spc="-50" dirty="0">
                <a:latin typeface="Trebuchet MS"/>
                <a:cs typeface="Trebuchet MS"/>
              </a:rPr>
              <a:t>0</a:t>
            </a:r>
            <a:endParaRPr sz="950">
              <a:latin typeface="Trebuchet MS"/>
              <a:cs typeface="Trebuchet MS"/>
            </a:endParaRPr>
          </a:p>
        </p:txBody>
      </p:sp>
      <p:grpSp>
        <p:nvGrpSpPr>
          <p:cNvPr id="10" name="object 10"/>
          <p:cNvGrpSpPr/>
          <p:nvPr/>
        </p:nvGrpSpPr>
        <p:grpSpPr>
          <a:xfrm>
            <a:off x="846137" y="3090926"/>
            <a:ext cx="3813810" cy="795655"/>
            <a:chOff x="846137" y="3090926"/>
            <a:chExt cx="3813810" cy="795655"/>
          </a:xfrm>
        </p:grpSpPr>
        <p:sp>
          <p:nvSpPr>
            <p:cNvPr id="11" name="object 11"/>
            <p:cNvSpPr/>
            <p:nvPr/>
          </p:nvSpPr>
          <p:spPr>
            <a:xfrm>
              <a:off x="852487" y="3090926"/>
              <a:ext cx="3801110" cy="514350"/>
            </a:xfrm>
            <a:custGeom>
              <a:avLst/>
              <a:gdLst/>
              <a:ahLst/>
              <a:cxnLst/>
              <a:rect l="l" t="t" r="r" b="b"/>
              <a:pathLst>
                <a:path w="3801110" h="514350">
                  <a:moveTo>
                    <a:pt x="0" y="0"/>
                  </a:moveTo>
                  <a:lnTo>
                    <a:pt x="0" y="38100"/>
                  </a:lnTo>
                </a:path>
                <a:path w="3801110" h="514350">
                  <a:moveTo>
                    <a:pt x="542988" y="66675"/>
                  </a:moveTo>
                  <a:lnTo>
                    <a:pt x="542988" y="104775"/>
                  </a:lnTo>
                </a:path>
                <a:path w="3801110" h="514350">
                  <a:moveTo>
                    <a:pt x="1114488" y="142875"/>
                  </a:moveTo>
                  <a:lnTo>
                    <a:pt x="1114488" y="180975"/>
                  </a:lnTo>
                </a:path>
                <a:path w="3801110" h="514350">
                  <a:moveTo>
                    <a:pt x="1724088" y="219075"/>
                  </a:moveTo>
                  <a:lnTo>
                    <a:pt x="1724088" y="257175"/>
                  </a:lnTo>
                </a:path>
                <a:path w="3801110" h="514350">
                  <a:moveTo>
                    <a:pt x="2371788" y="295275"/>
                  </a:moveTo>
                  <a:lnTo>
                    <a:pt x="2371788" y="333375"/>
                  </a:lnTo>
                </a:path>
                <a:path w="3801110" h="514350">
                  <a:moveTo>
                    <a:pt x="3067113" y="381000"/>
                  </a:moveTo>
                  <a:lnTo>
                    <a:pt x="3067113" y="419100"/>
                  </a:lnTo>
                </a:path>
                <a:path w="3801110" h="514350">
                  <a:moveTo>
                    <a:pt x="3800538" y="476250"/>
                  </a:moveTo>
                  <a:lnTo>
                    <a:pt x="3800538" y="514350"/>
                  </a:lnTo>
                </a:path>
              </a:pathLst>
            </a:custGeom>
            <a:ln w="12700">
              <a:solidFill>
                <a:srgbClr val="888888"/>
              </a:solidFill>
            </a:ln>
          </p:spPr>
          <p:txBody>
            <a:bodyPr wrap="square" lIns="0" tIns="0" rIns="0" bIns="0" rtlCol="0"/>
            <a:lstStyle/>
            <a:p>
              <a:endParaRPr/>
            </a:p>
          </p:txBody>
        </p:sp>
        <p:sp>
          <p:nvSpPr>
            <p:cNvPr id="12" name="object 12"/>
            <p:cNvSpPr/>
            <p:nvPr/>
          </p:nvSpPr>
          <p:spPr>
            <a:xfrm>
              <a:off x="892352" y="3218306"/>
              <a:ext cx="3479800" cy="668020"/>
            </a:xfrm>
            <a:custGeom>
              <a:avLst/>
              <a:gdLst/>
              <a:ahLst/>
              <a:cxnLst/>
              <a:rect l="l" t="t" r="r" b="b"/>
              <a:pathLst>
                <a:path w="3479800" h="668020">
                  <a:moveTo>
                    <a:pt x="86918" y="242824"/>
                  </a:moveTo>
                  <a:lnTo>
                    <a:pt x="81127" y="240157"/>
                  </a:lnTo>
                  <a:lnTo>
                    <a:pt x="48742" y="225234"/>
                  </a:lnTo>
                  <a:lnTo>
                    <a:pt x="48742" y="235839"/>
                  </a:lnTo>
                  <a:lnTo>
                    <a:pt x="29159" y="255524"/>
                  </a:lnTo>
                  <a:lnTo>
                    <a:pt x="11671" y="218313"/>
                  </a:lnTo>
                  <a:lnTo>
                    <a:pt x="48742" y="235839"/>
                  </a:lnTo>
                  <a:lnTo>
                    <a:pt x="48742" y="225234"/>
                  </a:lnTo>
                  <a:lnTo>
                    <a:pt x="33743" y="218313"/>
                  </a:lnTo>
                  <a:lnTo>
                    <a:pt x="8128" y="206502"/>
                  </a:lnTo>
                  <a:lnTo>
                    <a:pt x="0" y="214630"/>
                  </a:lnTo>
                  <a:lnTo>
                    <a:pt x="36004" y="293751"/>
                  </a:lnTo>
                  <a:lnTo>
                    <a:pt x="43916" y="285877"/>
                  </a:lnTo>
                  <a:lnTo>
                    <a:pt x="33515" y="264033"/>
                  </a:lnTo>
                  <a:lnTo>
                    <a:pt x="42011" y="255524"/>
                  </a:lnTo>
                  <a:lnTo>
                    <a:pt x="57378" y="240157"/>
                  </a:lnTo>
                  <a:lnTo>
                    <a:pt x="78968" y="250825"/>
                  </a:lnTo>
                  <a:lnTo>
                    <a:pt x="86918" y="242824"/>
                  </a:lnTo>
                  <a:close/>
                </a:path>
                <a:path w="3479800" h="668020">
                  <a:moveTo>
                    <a:pt x="93040" y="133858"/>
                  </a:moveTo>
                  <a:lnTo>
                    <a:pt x="92456" y="132461"/>
                  </a:lnTo>
                  <a:lnTo>
                    <a:pt x="91262" y="131318"/>
                  </a:lnTo>
                  <a:lnTo>
                    <a:pt x="90068" y="130048"/>
                  </a:lnTo>
                  <a:lnTo>
                    <a:pt x="89001" y="129667"/>
                  </a:lnTo>
                  <a:lnTo>
                    <a:pt x="85178" y="129667"/>
                  </a:lnTo>
                  <a:lnTo>
                    <a:pt x="80543" y="137668"/>
                  </a:lnTo>
                  <a:lnTo>
                    <a:pt x="81127" y="139065"/>
                  </a:lnTo>
                  <a:lnTo>
                    <a:pt x="82321" y="140208"/>
                  </a:lnTo>
                  <a:lnTo>
                    <a:pt x="83527" y="141478"/>
                  </a:lnTo>
                  <a:lnTo>
                    <a:pt x="84924" y="141986"/>
                  </a:lnTo>
                  <a:lnTo>
                    <a:pt x="88112" y="141986"/>
                  </a:lnTo>
                  <a:lnTo>
                    <a:pt x="92951" y="137160"/>
                  </a:lnTo>
                  <a:lnTo>
                    <a:pt x="93040" y="133858"/>
                  </a:lnTo>
                  <a:close/>
                </a:path>
                <a:path w="3479800" h="668020">
                  <a:moveTo>
                    <a:pt x="124980" y="204851"/>
                  </a:moveTo>
                  <a:lnTo>
                    <a:pt x="119214" y="199009"/>
                  </a:lnTo>
                  <a:lnTo>
                    <a:pt x="94970" y="223266"/>
                  </a:lnTo>
                  <a:lnTo>
                    <a:pt x="88519" y="178689"/>
                  </a:lnTo>
                  <a:lnTo>
                    <a:pt x="87185" y="169418"/>
                  </a:lnTo>
                  <a:lnTo>
                    <a:pt x="82105" y="164338"/>
                  </a:lnTo>
                  <a:lnTo>
                    <a:pt x="52603" y="193929"/>
                  </a:lnTo>
                  <a:lnTo>
                    <a:pt x="58369" y="199644"/>
                  </a:lnTo>
                  <a:lnTo>
                    <a:pt x="79362" y="178689"/>
                  </a:lnTo>
                  <a:lnTo>
                    <a:pt x="86969" y="231902"/>
                  </a:lnTo>
                  <a:lnTo>
                    <a:pt x="92443" y="237363"/>
                  </a:lnTo>
                  <a:lnTo>
                    <a:pt x="106540" y="223266"/>
                  </a:lnTo>
                  <a:lnTo>
                    <a:pt x="124980" y="204851"/>
                  </a:lnTo>
                  <a:close/>
                </a:path>
                <a:path w="3479800" h="668020">
                  <a:moveTo>
                    <a:pt x="143979" y="185801"/>
                  </a:moveTo>
                  <a:lnTo>
                    <a:pt x="102336" y="144145"/>
                  </a:lnTo>
                  <a:lnTo>
                    <a:pt x="95199" y="151257"/>
                  </a:lnTo>
                  <a:lnTo>
                    <a:pt x="136829" y="192913"/>
                  </a:lnTo>
                  <a:lnTo>
                    <a:pt x="143979" y="185801"/>
                  </a:lnTo>
                  <a:close/>
                </a:path>
                <a:path w="3479800" h="668020">
                  <a:moveTo>
                    <a:pt x="175933" y="153797"/>
                  </a:moveTo>
                  <a:lnTo>
                    <a:pt x="170167" y="148082"/>
                  </a:lnTo>
                  <a:lnTo>
                    <a:pt x="163093" y="155194"/>
                  </a:lnTo>
                  <a:lnTo>
                    <a:pt x="160807" y="156083"/>
                  </a:lnTo>
                  <a:lnTo>
                    <a:pt x="129717" y="128270"/>
                  </a:lnTo>
                  <a:lnTo>
                    <a:pt x="135483" y="122555"/>
                  </a:lnTo>
                  <a:lnTo>
                    <a:pt x="139979" y="118110"/>
                  </a:lnTo>
                  <a:lnTo>
                    <a:pt x="134213" y="112268"/>
                  </a:lnTo>
                  <a:lnTo>
                    <a:pt x="123952" y="122555"/>
                  </a:lnTo>
                  <a:lnTo>
                    <a:pt x="114414" y="113030"/>
                  </a:lnTo>
                  <a:lnTo>
                    <a:pt x="107315" y="120142"/>
                  </a:lnTo>
                  <a:lnTo>
                    <a:pt x="116852" y="129667"/>
                  </a:lnTo>
                  <a:lnTo>
                    <a:pt x="109880" y="136652"/>
                  </a:lnTo>
                  <a:lnTo>
                    <a:pt x="115658" y="142367"/>
                  </a:lnTo>
                  <a:lnTo>
                    <a:pt x="122618" y="135382"/>
                  </a:lnTo>
                  <a:lnTo>
                    <a:pt x="145021" y="157861"/>
                  </a:lnTo>
                  <a:lnTo>
                    <a:pt x="147853" y="160655"/>
                  </a:lnTo>
                  <a:lnTo>
                    <a:pt x="150596" y="162687"/>
                  </a:lnTo>
                  <a:lnTo>
                    <a:pt x="153543" y="164211"/>
                  </a:lnTo>
                  <a:lnTo>
                    <a:pt x="155956" y="165354"/>
                  </a:lnTo>
                  <a:lnTo>
                    <a:pt x="158724" y="165735"/>
                  </a:lnTo>
                  <a:lnTo>
                    <a:pt x="164452" y="164211"/>
                  </a:lnTo>
                  <a:lnTo>
                    <a:pt x="167576" y="162179"/>
                  </a:lnTo>
                  <a:lnTo>
                    <a:pt x="170929" y="158877"/>
                  </a:lnTo>
                  <a:lnTo>
                    <a:pt x="173672" y="156083"/>
                  </a:lnTo>
                  <a:lnTo>
                    <a:pt x="175933" y="153797"/>
                  </a:lnTo>
                  <a:close/>
                </a:path>
                <a:path w="3479800" h="668020">
                  <a:moveTo>
                    <a:pt x="193802" y="85852"/>
                  </a:moveTo>
                  <a:lnTo>
                    <a:pt x="187121" y="79121"/>
                  </a:lnTo>
                  <a:lnTo>
                    <a:pt x="182308" y="76327"/>
                  </a:lnTo>
                  <a:lnTo>
                    <a:pt x="172872" y="75057"/>
                  </a:lnTo>
                  <a:lnTo>
                    <a:pt x="168173" y="77089"/>
                  </a:lnTo>
                  <a:lnTo>
                    <a:pt x="163499" y="81788"/>
                  </a:lnTo>
                  <a:lnTo>
                    <a:pt x="159791" y="85471"/>
                  </a:lnTo>
                  <a:lnTo>
                    <a:pt x="157492" y="89281"/>
                  </a:lnTo>
                  <a:lnTo>
                    <a:pt x="156603" y="93218"/>
                  </a:lnTo>
                  <a:lnTo>
                    <a:pt x="155702" y="97028"/>
                  </a:lnTo>
                  <a:lnTo>
                    <a:pt x="155448" y="100457"/>
                  </a:lnTo>
                  <a:lnTo>
                    <a:pt x="155778" y="102997"/>
                  </a:lnTo>
                  <a:lnTo>
                    <a:pt x="155854" y="103505"/>
                  </a:lnTo>
                  <a:lnTo>
                    <a:pt x="133527" y="81153"/>
                  </a:lnTo>
                  <a:lnTo>
                    <a:pt x="126441" y="88265"/>
                  </a:lnTo>
                  <a:lnTo>
                    <a:pt x="183984" y="145796"/>
                  </a:lnTo>
                  <a:lnTo>
                    <a:pt x="191122" y="138684"/>
                  </a:lnTo>
                  <a:lnTo>
                    <a:pt x="161620" y="109093"/>
                  </a:lnTo>
                  <a:lnTo>
                    <a:pt x="161226" y="106172"/>
                  </a:lnTo>
                  <a:lnTo>
                    <a:pt x="167779" y="89535"/>
                  </a:lnTo>
                  <a:lnTo>
                    <a:pt x="169862" y="87376"/>
                  </a:lnTo>
                  <a:lnTo>
                    <a:pt x="171678" y="86360"/>
                  </a:lnTo>
                  <a:lnTo>
                    <a:pt x="169900" y="86360"/>
                  </a:lnTo>
                  <a:lnTo>
                    <a:pt x="173913" y="86106"/>
                  </a:lnTo>
                  <a:lnTo>
                    <a:pt x="175920" y="85852"/>
                  </a:lnTo>
                  <a:lnTo>
                    <a:pt x="176314" y="85966"/>
                  </a:lnTo>
                  <a:lnTo>
                    <a:pt x="177927" y="85852"/>
                  </a:lnTo>
                  <a:lnTo>
                    <a:pt x="193802" y="85852"/>
                  </a:lnTo>
                  <a:close/>
                </a:path>
                <a:path w="3479800" h="668020">
                  <a:moveTo>
                    <a:pt x="218871" y="110871"/>
                  </a:moveTo>
                  <a:lnTo>
                    <a:pt x="194310" y="86360"/>
                  </a:lnTo>
                  <a:lnTo>
                    <a:pt x="177914" y="86360"/>
                  </a:lnTo>
                  <a:lnTo>
                    <a:pt x="181876" y="88646"/>
                  </a:lnTo>
                  <a:lnTo>
                    <a:pt x="183870" y="90170"/>
                  </a:lnTo>
                  <a:lnTo>
                    <a:pt x="185864" y="92202"/>
                  </a:lnTo>
                  <a:lnTo>
                    <a:pt x="211709" y="117983"/>
                  </a:lnTo>
                  <a:lnTo>
                    <a:pt x="218871" y="110871"/>
                  </a:lnTo>
                  <a:close/>
                </a:path>
                <a:path w="3479800" h="668020">
                  <a:moveTo>
                    <a:pt x="232270" y="86360"/>
                  </a:moveTo>
                  <a:lnTo>
                    <a:pt x="231762" y="85852"/>
                  </a:lnTo>
                  <a:lnTo>
                    <a:pt x="193802" y="85852"/>
                  </a:lnTo>
                  <a:lnTo>
                    <a:pt x="194310" y="86360"/>
                  </a:lnTo>
                  <a:lnTo>
                    <a:pt x="232270" y="86360"/>
                  </a:lnTo>
                  <a:close/>
                </a:path>
                <a:path w="3479800" h="668020">
                  <a:moveTo>
                    <a:pt x="243370" y="86360"/>
                  </a:moveTo>
                  <a:lnTo>
                    <a:pt x="232270" y="86360"/>
                  </a:lnTo>
                  <a:lnTo>
                    <a:pt x="237858" y="91948"/>
                  </a:lnTo>
                  <a:lnTo>
                    <a:pt x="243370" y="86360"/>
                  </a:lnTo>
                  <a:close/>
                </a:path>
                <a:path w="3479800" h="668020">
                  <a:moveTo>
                    <a:pt x="245008" y="84709"/>
                  </a:moveTo>
                  <a:lnTo>
                    <a:pt x="215760" y="55499"/>
                  </a:lnTo>
                  <a:lnTo>
                    <a:pt x="215417" y="53340"/>
                  </a:lnTo>
                  <a:lnTo>
                    <a:pt x="215430" y="50419"/>
                  </a:lnTo>
                  <a:lnTo>
                    <a:pt x="215760" y="47117"/>
                  </a:lnTo>
                  <a:lnTo>
                    <a:pt x="216395" y="44831"/>
                  </a:lnTo>
                  <a:lnTo>
                    <a:pt x="217424" y="42799"/>
                  </a:lnTo>
                  <a:lnTo>
                    <a:pt x="218452" y="40640"/>
                  </a:lnTo>
                  <a:lnTo>
                    <a:pt x="220002" y="38481"/>
                  </a:lnTo>
                  <a:lnTo>
                    <a:pt x="222084" y="36449"/>
                  </a:lnTo>
                  <a:lnTo>
                    <a:pt x="223075" y="35433"/>
                  </a:lnTo>
                  <a:lnTo>
                    <a:pt x="216535" y="28956"/>
                  </a:lnTo>
                  <a:lnTo>
                    <a:pt x="215671" y="29845"/>
                  </a:lnTo>
                  <a:lnTo>
                    <a:pt x="212344" y="33147"/>
                  </a:lnTo>
                  <a:lnTo>
                    <a:pt x="210426" y="36449"/>
                  </a:lnTo>
                  <a:lnTo>
                    <a:pt x="210362" y="36576"/>
                  </a:lnTo>
                  <a:lnTo>
                    <a:pt x="209257" y="42799"/>
                  </a:lnTo>
                  <a:lnTo>
                    <a:pt x="209169" y="44831"/>
                  </a:lnTo>
                  <a:lnTo>
                    <a:pt x="209296" y="47117"/>
                  </a:lnTo>
                  <a:lnTo>
                    <a:pt x="210286" y="50419"/>
                  </a:lnTo>
                  <a:lnTo>
                    <a:pt x="202933" y="43561"/>
                  </a:lnTo>
                  <a:lnTo>
                    <a:pt x="196100" y="50419"/>
                  </a:lnTo>
                  <a:lnTo>
                    <a:pt x="196342" y="50419"/>
                  </a:lnTo>
                  <a:lnTo>
                    <a:pt x="231762" y="85852"/>
                  </a:lnTo>
                  <a:lnTo>
                    <a:pt x="243878" y="85852"/>
                  </a:lnTo>
                  <a:lnTo>
                    <a:pt x="245008" y="84709"/>
                  </a:lnTo>
                  <a:close/>
                </a:path>
                <a:path w="3479800" h="668020">
                  <a:moveTo>
                    <a:pt x="273227" y="52324"/>
                  </a:moveTo>
                  <a:lnTo>
                    <a:pt x="272516" y="50546"/>
                  </a:lnTo>
                  <a:lnTo>
                    <a:pt x="270954" y="48895"/>
                  </a:lnTo>
                  <a:lnTo>
                    <a:pt x="269392" y="47371"/>
                  </a:lnTo>
                  <a:lnTo>
                    <a:pt x="267589" y="46609"/>
                  </a:lnTo>
                  <a:lnTo>
                    <a:pt x="263512" y="46609"/>
                  </a:lnTo>
                  <a:lnTo>
                    <a:pt x="257644" y="56515"/>
                  </a:lnTo>
                  <a:lnTo>
                    <a:pt x="258406" y="58293"/>
                  </a:lnTo>
                  <a:lnTo>
                    <a:pt x="259969" y="59817"/>
                  </a:lnTo>
                  <a:lnTo>
                    <a:pt x="261480" y="61341"/>
                  </a:lnTo>
                  <a:lnTo>
                    <a:pt x="263283" y="62103"/>
                  </a:lnTo>
                  <a:lnTo>
                    <a:pt x="267474" y="62103"/>
                  </a:lnTo>
                  <a:lnTo>
                    <a:pt x="269316" y="61341"/>
                  </a:lnTo>
                  <a:lnTo>
                    <a:pt x="270789" y="59817"/>
                  </a:lnTo>
                  <a:lnTo>
                    <a:pt x="272338" y="58293"/>
                  </a:lnTo>
                  <a:lnTo>
                    <a:pt x="273151" y="56515"/>
                  </a:lnTo>
                  <a:lnTo>
                    <a:pt x="273227" y="52324"/>
                  </a:lnTo>
                  <a:close/>
                </a:path>
                <a:path w="3479800" h="668020">
                  <a:moveTo>
                    <a:pt x="296532" y="28829"/>
                  </a:moveTo>
                  <a:lnTo>
                    <a:pt x="295821" y="27178"/>
                  </a:lnTo>
                  <a:lnTo>
                    <a:pt x="294259" y="25654"/>
                  </a:lnTo>
                  <a:lnTo>
                    <a:pt x="292811" y="24130"/>
                  </a:lnTo>
                  <a:lnTo>
                    <a:pt x="292989" y="24130"/>
                  </a:lnTo>
                  <a:lnTo>
                    <a:pt x="290893" y="23241"/>
                  </a:lnTo>
                  <a:lnTo>
                    <a:pt x="286816" y="23241"/>
                  </a:lnTo>
                  <a:lnTo>
                    <a:pt x="280936" y="33147"/>
                  </a:lnTo>
                  <a:lnTo>
                    <a:pt x="281584" y="34798"/>
                  </a:lnTo>
                  <a:lnTo>
                    <a:pt x="281698" y="35052"/>
                  </a:lnTo>
                  <a:lnTo>
                    <a:pt x="283273" y="36576"/>
                  </a:lnTo>
                  <a:lnTo>
                    <a:pt x="284657" y="37973"/>
                  </a:lnTo>
                  <a:lnTo>
                    <a:pt x="284784" y="38100"/>
                  </a:lnTo>
                  <a:lnTo>
                    <a:pt x="286588" y="38862"/>
                  </a:lnTo>
                  <a:lnTo>
                    <a:pt x="290779" y="38862"/>
                  </a:lnTo>
                  <a:lnTo>
                    <a:pt x="292620" y="37973"/>
                  </a:lnTo>
                  <a:lnTo>
                    <a:pt x="294220" y="36449"/>
                  </a:lnTo>
                  <a:lnTo>
                    <a:pt x="295783" y="34798"/>
                  </a:lnTo>
                  <a:lnTo>
                    <a:pt x="296494" y="33147"/>
                  </a:lnTo>
                  <a:lnTo>
                    <a:pt x="296532" y="28829"/>
                  </a:lnTo>
                  <a:close/>
                </a:path>
                <a:path w="3479800" h="668020">
                  <a:moveTo>
                    <a:pt x="319836" y="5715"/>
                  </a:moveTo>
                  <a:lnTo>
                    <a:pt x="319125" y="3937"/>
                  </a:lnTo>
                  <a:lnTo>
                    <a:pt x="319074" y="3810"/>
                  </a:lnTo>
                  <a:lnTo>
                    <a:pt x="317563" y="2286"/>
                  </a:lnTo>
                  <a:lnTo>
                    <a:pt x="315988" y="762"/>
                  </a:lnTo>
                  <a:lnTo>
                    <a:pt x="314185" y="0"/>
                  </a:lnTo>
                  <a:lnTo>
                    <a:pt x="310108" y="0"/>
                  </a:lnTo>
                  <a:lnTo>
                    <a:pt x="304241" y="9906"/>
                  </a:lnTo>
                  <a:lnTo>
                    <a:pt x="305003" y="11684"/>
                  </a:lnTo>
                  <a:lnTo>
                    <a:pt x="306578" y="13335"/>
                  </a:lnTo>
                  <a:lnTo>
                    <a:pt x="308089" y="14732"/>
                  </a:lnTo>
                  <a:lnTo>
                    <a:pt x="309880" y="15494"/>
                  </a:lnTo>
                  <a:lnTo>
                    <a:pt x="314071" y="15494"/>
                  </a:lnTo>
                  <a:lnTo>
                    <a:pt x="315925" y="14732"/>
                  </a:lnTo>
                  <a:lnTo>
                    <a:pt x="317512" y="13081"/>
                  </a:lnTo>
                  <a:lnTo>
                    <a:pt x="318947" y="11684"/>
                  </a:lnTo>
                  <a:lnTo>
                    <a:pt x="319798" y="9906"/>
                  </a:lnTo>
                  <a:lnTo>
                    <a:pt x="319836" y="5715"/>
                  </a:lnTo>
                  <a:close/>
                </a:path>
                <a:path w="3479800" h="668020">
                  <a:moveTo>
                    <a:pt x="643077" y="305689"/>
                  </a:moveTo>
                  <a:lnTo>
                    <a:pt x="641680" y="296291"/>
                  </a:lnTo>
                  <a:lnTo>
                    <a:pt x="641642" y="296037"/>
                  </a:lnTo>
                  <a:lnTo>
                    <a:pt x="641553" y="295402"/>
                  </a:lnTo>
                  <a:lnTo>
                    <a:pt x="639140" y="290322"/>
                  </a:lnTo>
                  <a:lnTo>
                    <a:pt x="635076" y="285369"/>
                  </a:lnTo>
                  <a:lnTo>
                    <a:pt x="627202" y="293116"/>
                  </a:lnTo>
                  <a:lnTo>
                    <a:pt x="631393" y="298196"/>
                  </a:lnTo>
                  <a:lnTo>
                    <a:pt x="633171" y="303276"/>
                  </a:lnTo>
                  <a:lnTo>
                    <a:pt x="605358" y="332232"/>
                  </a:lnTo>
                  <a:lnTo>
                    <a:pt x="600532" y="331597"/>
                  </a:lnTo>
                  <a:lnTo>
                    <a:pt x="595706" y="329311"/>
                  </a:lnTo>
                  <a:lnTo>
                    <a:pt x="590880" y="327164"/>
                  </a:lnTo>
                  <a:lnTo>
                    <a:pt x="572338" y="305943"/>
                  </a:lnTo>
                  <a:lnTo>
                    <a:pt x="570052" y="301117"/>
                  </a:lnTo>
                  <a:lnTo>
                    <a:pt x="592721" y="268986"/>
                  </a:lnTo>
                  <a:lnTo>
                    <a:pt x="595287" y="268986"/>
                  </a:lnTo>
                  <a:lnTo>
                    <a:pt x="600532" y="269367"/>
                  </a:lnTo>
                  <a:lnTo>
                    <a:pt x="603834" y="270764"/>
                  </a:lnTo>
                  <a:lnTo>
                    <a:pt x="606996" y="273304"/>
                  </a:lnTo>
                  <a:lnTo>
                    <a:pt x="611390" y="268986"/>
                  </a:lnTo>
                  <a:lnTo>
                    <a:pt x="614756" y="265684"/>
                  </a:lnTo>
                  <a:lnTo>
                    <a:pt x="610057" y="261747"/>
                  </a:lnTo>
                  <a:lnTo>
                    <a:pt x="605231" y="259588"/>
                  </a:lnTo>
                  <a:lnTo>
                    <a:pt x="594944" y="258572"/>
                  </a:lnTo>
                  <a:lnTo>
                    <a:pt x="589991" y="259461"/>
                  </a:lnTo>
                  <a:lnTo>
                    <a:pt x="560654" y="289433"/>
                  </a:lnTo>
                  <a:lnTo>
                    <a:pt x="559003" y="296037"/>
                  </a:lnTo>
                  <a:lnTo>
                    <a:pt x="579831" y="333514"/>
                  </a:lnTo>
                  <a:lnTo>
                    <a:pt x="605612" y="342519"/>
                  </a:lnTo>
                  <a:lnTo>
                    <a:pt x="618820" y="339471"/>
                  </a:lnTo>
                  <a:lnTo>
                    <a:pt x="625043" y="335661"/>
                  </a:lnTo>
                  <a:lnTo>
                    <a:pt x="628472" y="332232"/>
                  </a:lnTo>
                  <a:lnTo>
                    <a:pt x="635330" y="325374"/>
                  </a:lnTo>
                  <a:lnTo>
                    <a:pt x="638505" y="320687"/>
                  </a:lnTo>
                  <a:lnTo>
                    <a:pt x="640537" y="315722"/>
                  </a:lnTo>
                  <a:lnTo>
                    <a:pt x="642442" y="310769"/>
                  </a:lnTo>
                  <a:lnTo>
                    <a:pt x="643039" y="305943"/>
                  </a:lnTo>
                  <a:lnTo>
                    <a:pt x="643077" y="305689"/>
                  </a:lnTo>
                  <a:close/>
                </a:path>
                <a:path w="3479800" h="668020">
                  <a:moveTo>
                    <a:pt x="692810" y="258572"/>
                  </a:moveTo>
                  <a:lnTo>
                    <a:pt x="692238" y="255397"/>
                  </a:lnTo>
                  <a:lnTo>
                    <a:pt x="691464" y="251714"/>
                  </a:lnTo>
                  <a:lnTo>
                    <a:pt x="689686" y="248412"/>
                  </a:lnTo>
                  <a:lnTo>
                    <a:pt x="686892" y="245364"/>
                  </a:lnTo>
                  <a:lnTo>
                    <a:pt x="679653" y="252603"/>
                  </a:lnTo>
                  <a:lnTo>
                    <a:pt x="679907" y="252603"/>
                  </a:lnTo>
                  <a:lnTo>
                    <a:pt x="682612" y="255397"/>
                  </a:lnTo>
                  <a:lnTo>
                    <a:pt x="683260" y="257175"/>
                  </a:lnTo>
                  <a:lnTo>
                    <a:pt x="683704" y="258572"/>
                  </a:lnTo>
                  <a:lnTo>
                    <a:pt x="683475" y="261493"/>
                  </a:lnTo>
                  <a:lnTo>
                    <a:pt x="683412" y="262382"/>
                  </a:lnTo>
                  <a:lnTo>
                    <a:pt x="683298" y="263779"/>
                  </a:lnTo>
                  <a:lnTo>
                    <a:pt x="683209" y="265049"/>
                  </a:lnTo>
                  <a:lnTo>
                    <a:pt x="681431" y="268224"/>
                  </a:lnTo>
                  <a:lnTo>
                    <a:pt x="675208" y="274447"/>
                  </a:lnTo>
                  <a:lnTo>
                    <a:pt x="672160" y="276098"/>
                  </a:lnTo>
                  <a:lnTo>
                    <a:pt x="665810" y="277114"/>
                  </a:lnTo>
                  <a:lnTo>
                    <a:pt x="662635" y="276606"/>
                  </a:lnTo>
                  <a:lnTo>
                    <a:pt x="659460" y="275209"/>
                  </a:lnTo>
                  <a:lnTo>
                    <a:pt x="656412" y="273685"/>
                  </a:lnTo>
                  <a:lnTo>
                    <a:pt x="653491" y="271653"/>
                  </a:lnTo>
                  <a:lnTo>
                    <a:pt x="650697" y="268986"/>
                  </a:lnTo>
                  <a:lnTo>
                    <a:pt x="655916" y="263779"/>
                  </a:lnTo>
                  <a:lnTo>
                    <a:pt x="680415" y="239395"/>
                  </a:lnTo>
                  <a:lnTo>
                    <a:pt x="680161" y="239014"/>
                  </a:lnTo>
                  <a:lnTo>
                    <a:pt x="679780" y="238506"/>
                  </a:lnTo>
                  <a:lnTo>
                    <a:pt x="679272" y="237998"/>
                  </a:lnTo>
                  <a:lnTo>
                    <a:pt x="678764" y="237363"/>
                  </a:lnTo>
                  <a:lnTo>
                    <a:pt x="676592" y="235204"/>
                  </a:lnTo>
                  <a:lnTo>
                    <a:pt x="671398" y="229997"/>
                  </a:lnTo>
                  <a:lnTo>
                    <a:pt x="668350" y="228447"/>
                  </a:lnTo>
                  <a:lnTo>
                    <a:pt x="668350" y="241046"/>
                  </a:lnTo>
                  <a:lnTo>
                    <a:pt x="645617" y="263779"/>
                  </a:lnTo>
                  <a:lnTo>
                    <a:pt x="641934" y="259588"/>
                  </a:lnTo>
                  <a:lnTo>
                    <a:pt x="640156" y="255397"/>
                  </a:lnTo>
                  <a:lnTo>
                    <a:pt x="640041" y="248031"/>
                  </a:lnTo>
                  <a:lnTo>
                    <a:pt x="640029" y="247396"/>
                  </a:lnTo>
                  <a:lnTo>
                    <a:pt x="641807" y="243586"/>
                  </a:lnTo>
                  <a:lnTo>
                    <a:pt x="648665" y="236728"/>
                  </a:lnTo>
                  <a:lnTo>
                    <a:pt x="652056" y="235204"/>
                  </a:lnTo>
                  <a:lnTo>
                    <a:pt x="660349" y="235204"/>
                  </a:lnTo>
                  <a:lnTo>
                    <a:pt x="664413" y="237236"/>
                  </a:lnTo>
                  <a:lnTo>
                    <a:pt x="668350" y="241046"/>
                  </a:lnTo>
                  <a:lnTo>
                    <a:pt x="668350" y="228447"/>
                  </a:lnTo>
                  <a:lnTo>
                    <a:pt x="664921" y="226695"/>
                  </a:lnTo>
                  <a:lnTo>
                    <a:pt x="658190" y="226441"/>
                  </a:lnTo>
                  <a:lnTo>
                    <a:pt x="651281" y="226441"/>
                  </a:lnTo>
                  <a:lnTo>
                    <a:pt x="645363" y="228981"/>
                  </a:lnTo>
                  <a:lnTo>
                    <a:pt x="639775" y="234696"/>
                  </a:lnTo>
                  <a:lnTo>
                    <a:pt x="635457" y="239014"/>
                  </a:lnTo>
                  <a:lnTo>
                    <a:pt x="632917" y="243332"/>
                  </a:lnTo>
                  <a:lnTo>
                    <a:pt x="631901" y="248031"/>
                  </a:lnTo>
                  <a:lnTo>
                    <a:pt x="631012" y="252603"/>
                  </a:lnTo>
                  <a:lnTo>
                    <a:pt x="631393" y="257175"/>
                  </a:lnTo>
                  <a:lnTo>
                    <a:pt x="655650" y="283972"/>
                  </a:lnTo>
                  <a:lnTo>
                    <a:pt x="660222" y="285877"/>
                  </a:lnTo>
                  <a:lnTo>
                    <a:pt x="683590" y="277114"/>
                  </a:lnTo>
                  <a:lnTo>
                    <a:pt x="687273" y="273431"/>
                  </a:lnTo>
                  <a:lnTo>
                    <a:pt x="689686" y="269875"/>
                  </a:lnTo>
                  <a:lnTo>
                    <a:pt x="690981" y="266319"/>
                  </a:lnTo>
                  <a:lnTo>
                    <a:pt x="692480" y="262382"/>
                  </a:lnTo>
                  <a:lnTo>
                    <a:pt x="692772" y="259588"/>
                  </a:lnTo>
                  <a:lnTo>
                    <a:pt x="692810" y="258572"/>
                  </a:lnTo>
                  <a:close/>
                </a:path>
                <a:path w="3479800" h="668020">
                  <a:moveTo>
                    <a:pt x="695909" y="160401"/>
                  </a:moveTo>
                  <a:lnTo>
                    <a:pt x="695401" y="159004"/>
                  </a:lnTo>
                  <a:lnTo>
                    <a:pt x="693102" y="156718"/>
                  </a:lnTo>
                  <a:lnTo>
                    <a:pt x="693254" y="156718"/>
                  </a:lnTo>
                  <a:lnTo>
                    <a:pt x="691857" y="156083"/>
                  </a:lnTo>
                  <a:lnTo>
                    <a:pt x="688416" y="156083"/>
                  </a:lnTo>
                  <a:lnTo>
                    <a:pt x="686892" y="156718"/>
                  </a:lnTo>
                  <a:lnTo>
                    <a:pt x="685495" y="158115"/>
                  </a:lnTo>
                  <a:lnTo>
                    <a:pt x="684225" y="159512"/>
                  </a:lnTo>
                  <a:lnTo>
                    <a:pt x="683463" y="160909"/>
                  </a:lnTo>
                  <a:lnTo>
                    <a:pt x="683463" y="164084"/>
                  </a:lnTo>
                  <a:lnTo>
                    <a:pt x="684098" y="165481"/>
                  </a:lnTo>
                  <a:lnTo>
                    <a:pt x="685241" y="166751"/>
                  </a:lnTo>
                  <a:lnTo>
                    <a:pt x="686384" y="167894"/>
                  </a:lnTo>
                  <a:lnTo>
                    <a:pt x="687781" y="168529"/>
                  </a:lnTo>
                  <a:lnTo>
                    <a:pt x="690803" y="168529"/>
                  </a:lnTo>
                  <a:lnTo>
                    <a:pt x="692200" y="167894"/>
                  </a:lnTo>
                  <a:lnTo>
                    <a:pt x="692353" y="167894"/>
                  </a:lnTo>
                  <a:lnTo>
                    <a:pt x="695147" y="165100"/>
                  </a:lnTo>
                  <a:lnTo>
                    <a:pt x="695909" y="163576"/>
                  </a:lnTo>
                  <a:lnTo>
                    <a:pt x="695909" y="160401"/>
                  </a:lnTo>
                  <a:close/>
                </a:path>
                <a:path w="3479800" h="668020">
                  <a:moveTo>
                    <a:pt x="721423" y="237998"/>
                  </a:moveTo>
                  <a:lnTo>
                    <a:pt x="692581" y="209042"/>
                  </a:lnTo>
                  <a:lnTo>
                    <a:pt x="685495" y="201930"/>
                  </a:lnTo>
                  <a:lnTo>
                    <a:pt x="691210" y="196215"/>
                  </a:lnTo>
                  <a:lnTo>
                    <a:pt x="695147" y="192278"/>
                  </a:lnTo>
                  <a:lnTo>
                    <a:pt x="689432" y="186436"/>
                  </a:lnTo>
                  <a:lnTo>
                    <a:pt x="679780" y="196215"/>
                  </a:lnTo>
                  <a:lnTo>
                    <a:pt x="674827" y="191262"/>
                  </a:lnTo>
                  <a:lnTo>
                    <a:pt x="673176" y="188976"/>
                  </a:lnTo>
                  <a:lnTo>
                    <a:pt x="672414" y="186944"/>
                  </a:lnTo>
                  <a:lnTo>
                    <a:pt x="671779" y="184912"/>
                  </a:lnTo>
                  <a:lnTo>
                    <a:pt x="672668" y="182626"/>
                  </a:lnTo>
                  <a:lnTo>
                    <a:pt x="675208" y="180086"/>
                  </a:lnTo>
                  <a:lnTo>
                    <a:pt x="679018" y="176149"/>
                  </a:lnTo>
                  <a:lnTo>
                    <a:pt x="673430" y="170561"/>
                  </a:lnTo>
                  <a:lnTo>
                    <a:pt x="669112" y="174879"/>
                  </a:lnTo>
                  <a:lnTo>
                    <a:pt x="666572" y="177546"/>
                  </a:lnTo>
                  <a:lnTo>
                    <a:pt x="664794" y="179832"/>
                  </a:lnTo>
                  <a:lnTo>
                    <a:pt x="663778" y="182118"/>
                  </a:lnTo>
                  <a:lnTo>
                    <a:pt x="662762" y="184277"/>
                  </a:lnTo>
                  <a:lnTo>
                    <a:pt x="662686" y="184912"/>
                  </a:lnTo>
                  <a:lnTo>
                    <a:pt x="662559" y="186944"/>
                  </a:lnTo>
                  <a:lnTo>
                    <a:pt x="663016" y="190627"/>
                  </a:lnTo>
                  <a:lnTo>
                    <a:pt x="672668" y="203200"/>
                  </a:lnTo>
                  <a:lnTo>
                    <a:pt x="665683" y="210185"/>
                  </a:lnTo>
                  <a:lnTo>
                    <a:pt x="671398" y="216027"/>
                  </a:lnTo>
                  <a:lnTo>
                    <a:pt x="678383" y="209042"/>
                  </a:lnTo>
                  <a:lnTo>
                    <a:pt x="714324" y="244856"/>
                  </a:lnTo>
                  <a:lnTo>
                    <a:pt x="721182" y="237998"/>
                  </a:lnTo>
                  <a:lnTo>
                    <a:pt x="721423" y="237998"/>
                  </a:lnTo>
                  <a:close/>
                </a:path>
                <a:path w="3479800" h="668020">
                  <a:moveTo>
                    <a:pt x="746836" y="212217"/>
                  </a:moveTo>
                  <a:lnTo>
                    <a:pt x="705307" y="170688"/>
                  </a:lnTo>
                  <a:lnTo>
                    <a:pt x="698068" y="177800"/>
                  </a:lnTo>
                  <a:lnTo>
                    <a:pt x="739711" y="219456"/>
                  </a:lnTo>
                  <a:lnTo>
                    <a:pt x="746836" y="212217"/>
                  </a:lnTo>
                  <a:close/>
                </a:path>
                <a:path w="3479800" h="668020">
                  <a:moveTo>
                    <a:pt x="756615" y="99695"/>
                  </a:moveTo>
                  <a:lnTo>
                    <a:pt x="755967" y="98298"/>
                  </a:lnTo>
                  <a:lnTo>
                    <a:pt x="754824" y="97155"/>
                  </a:lnTo>
                  <a:lnTo>
                    <a:pt x="753706" y="96139"/>
                  </a:lnTo>
                  <a:lnTo>
                    <a:pt x="753833" y="96139"/>
                  </a:lnTo>
                  <a:lnTo>
                    <a:pt x="752436" y="95504"/>
                  </a:lnTo>
                  <a:lnTo>
                    <a:pt x="748995" y="95504"/>
                  </a:lnTo>
                  <a:lnTo>
                    <a:pt x="747471" y="96139"/>
                  </a:lnTo>
                  <a:lnTo>
                    <a:pt x="746201" y="97536"/>
                  </a:lnTo>
                  <a:lnTo>
                    <a:pt x="744804" y="98806"/>
                  </a:lnTo>
                  <a:lnTo>
                    <a:pt x="744169" y="100330"/>
                  </a:lnTo>
                  <a:lnTo>
                    <a:pt x="744042" y="101854"/>
                  </a:lnTo>
                  <a:lnTo>
                    <a:pt x="744042" y="103505"/>
                  </a:lnTo>
                  <a:lnTo>
                    <a:pt x="744677" y="104902"/>
                  </a:lnTo>
                  <a:lnTo>
                    <a:pt x="747090" y="107315"/>
                  </a:lnTo>
                  <a:lnTo>
                    <a:pt x="748474" y="107823"/>
                  </a:lnTo>
                  <a:lnTo>
                    <a:pt x="751649" y="107823"/>
                  </a:lnTo>
                  <a:lnTo>
                    <a:pt x="752779" y="107315"/>
                  </a:lnTo>
                  <a:lnTo>
                    <a:pt x="752932" y="107315"/>
                  </a:lnTo>
                  <a:lnTo>
                    <a:pt x="754443" y="105791"/>
                  </a:lnTo>
                  <a:lnTo>
                    <a:pt x="755726" y="104394"/>
                  </a:lnTo>
                  <a:lnTo>
                    <a:pt x="756488" y="102997"/>
                  </a:lnTo>
                  <a:lnTo>
                    <a:pt x="756615" y="99695"/>
                  </a:lnTo>
                  <a:close/>
                </a:path>
                <a:path w="3479800" h="668020">
                  <a:moveTo>
                    <a:pt x="792073" y="167894"/>
                  </a:moveTo>
                  <a:lnTo>
                    <a:pt x="755700" y="160909"/>
                  </a:lnTo>
                  <a:lnTo>
                    <a:pt x="754748" y="160909"/>
                  </a:lnTo>
                  <a:lnTo>
                    <a:pt x="754710" y="160718"/>
                  </a:lnTo>
                  <a:lnTo>
                    <a:pt x="754646" y="160401"/>
                  </a:lnTo>
                  <a:lnTo>
                    <a:pt x="748360" y="127508"/>
                  </a:lnTo>
                  <a:lnTo>
                    <a:pt x="740740" y="135128"/>
                  </a:lnTo>
                  <a:lnTo>
                    <a:pt x="746467" y="160807"/>
                  </a:lnTo>
                  <a:lnTo>
                    <a:pt x="720801" y="155067"/>
                  </a:lnTo>
                  <a:lnTo>
                    <a:pt x="713181" y="162687"/>
                  </a:lnTo>
                  <a:lnTo>
                    <a:pt x="746467" y="169202"/>
                  </a:lnTo>
                  <a:lnTo>
                    <a:pt x="753440" y="205740"/>
                  </a:lnTo>
                  <a:lnTo>
                    <a:pt x="761060" y="198120"/>
                  </a:lnTo>
                  <a:lnTo>
                    <a:pt x="754976" y="169545"/>
                  </a:lnTo>
                  <a:lnTo>
                    <a:pt x="754951" y="169379"/>
                  </a:lnTo>
                  <a:lnTo>
                    <a:pt x="783793" y="175387"/>
                  </a:lnTo>
                  <a:lnTo>
                    <a:pt x="791286" y="167894"/>
                  </a:lnTo>
                  <a:lnTo>
                    <a:pt x="792073" y="167894"/>
                  </a:lnTo>
                  <a:close/>
                </a:path>
                <a:path w="3479800" h="668020">
                  <a:moveTo>
                    <a:pt x="807542" y="151638"/>
                  </a:moveTo>
                  <a:lnTo>
                    <a:pt x="765886" y="109982"/>
                  </a:lnTo>
                  <a:lnTo>
                    <a:pt x="758761" y="117221"/>
                  </a:lnTo>
                  <a:lnTo>
                    <a:pt x="800303" y="158750"/>
                  </a:lnTo>
                  <a:lnTo>
                    <a:pt x="807542" y="151638"/>
                  </a:lnTo>
                  <a:close/>
                </a:path>
                <a:path w="3479800" h="668020">
                  <a:moveTo>
                    <a:pt x="835736" y="119253"/>
                  </a:moveTo>
                  <a:lnTo>
                    <a:pt x="835025" y="117475"/>
                  </a:lnTo>
                  <a:lnTo>
                    <a:pt x="834974" y="117348"/>
                  </a:lnTo>
                  <a:lnTo>
                    <a:pt x="833450" y="115824"/>
                  </a:lnTo>
                  <a:lnTo>
                    <a:pt x="832040" y="114300"/>
                  </a:lnTo>
                  <a:lnTo>
                    <a:pt x="831926" y="114173"/>
                  </a:lnTo>
                  <a:lnTo>
                    <a:pt x="830148" y="113411"/>
                  </a:lnTo>
                  <a:lnTo>
                    <a:pt x="825957" y="113411"/>
                  </a:lnTo>
                  <a:lnTo>
                    <a:pt x="824179" y="114300"/>
                  </a:lnTo>
                  <a:lnTo>
                    <a:pt x="821004" y="117475"/>
                  </a:lnTo>
                  <a:lnTo>
                    <a:pt x="820242" y="119253"/>
                  </a:lnTo>
                  <a:lnTo>
                    <a:pt x="820115" y="123444"/>
                  </a:lnTo>
                  <a:lnTo>
                    <a:pt x="820877" y="125222"/>
                  </a:lnTo>
                  <a:lnTo>
                    <a:pt x="822528" y="126746"/>
                  </a:lnTo>
                  <a:lnTo>
                    <a:pt x="823925" y="128270"/>
                  </a:lnTo>
                  <a:lnTo>
                    <a:pt x="825830" y="129032"/>
                  </a:lnTo>
                  <a:lnTo>
                    <a:pt x="830021" y="129032"/>
                  </a:lnTo>
                  <a:lnTo>
                    <a:pt x="831545" y="128270"/>
                  </a:lnTo>
                  <a:lnTo>
                    <a:pt x="833310" y="126746"/>
                  </a:lnTo>
                  <a:lnTo>
                    <a:pt x="834847" y="125222"/>
                  </a:lnTo>
                  <a:lnTo>
                    <a:pt x="835634" y="123444"/>
                  </a:lnTo>
                  <a:lnTo>
                    <a:pt x="835736" y="119253"/>
                  </a:lnTo>
                  <a:close/>
                </a:path>
                <a:path w="3479800" h="668020">
                  <a:moveTo>
                    <a:pt x="859040" y="100076"/>
                  </a:moveTo>
                  <a:lnTo>
                    <a:pt x="853389" y="90170"/>
                  </a:lnTo>
                  <a:lnTo>
                    <a:pt x="849325" y="90170"/>
                  </a:lnTo>
                  <a:lnTo>
                    <a:pt x="847547" y="90932"/>
                  </a:lnTo>
                  <a:lnTo>
                    <a:pt x="844372" y="94107"/>
                  </a:lnTo>
                  <a:lnTo>
                    <a:pt x="843597" y="95758"/>
                  </a:lnTo>
                  <a:lnTo>
                    <a:pt x="843483" y="100076"/>
                  </a:lnTo>
                  <a:lnTo>
                    <a:pt x="844245" y="101854"/>
                  </a:lnTo>
                  <a:lnTo>
                    <a:pt x="845769" y="103505"/>
                  </a:lnTo>
                  <a:lnTo>
                    <a:pt x="847293" y="105029"/>
                  </a:lnTo>
                  <a:lnTo>
                    <a:pt x="849071" y="105791"/>
                  </a:lnTo>
                  <a:lnTo>
                    <a:pt x="852944" y="105791"/>
                  </a:lnTo>
                  <a:lnTo>
                    <a:pt x="854849" y="105029"/>
                  </a:lnTo>
                  <a:lnTo>
                    <a:pt x="855040" y="105029"/>
                  </a:lnTo>
                  <a:lnTo>
                    <a:pt x="856691" y="103251"/>
                  </a:lnTo>
                  <a:lnTo>
                    <a:pt x="858202" y="101854"/>
                  </a:lnTo>
                  <a:lnTo>
                    <a:pt x="859040" y="100076"/>
                  </a:lnTo>
                  <a:close/>
                </a:path>
                <a:path w="3479800" h="668020">
                  <a:moveTo>
                    <a:pt x="882345" y="72644"/>
                  </a:moveTo>
                  <a:lnTo>
                    <a:pt x="881634" y="70866"/>
                  </a:lnTo>
                  <a:lnTo>
                    <a:pt x="880059" y="69215"/>
                  </a:lnTo>
                  <a:lnTo>
                    <a:pt x="878649" y="67691"/>
                  </a:lnTo>
                  <a:lnTo>
                    <a:pt x="878840" y="67691"/>
                  </a:lnTo>
                  <a:lnTo>
                    <a:pt x="876935" y="66929"/>
                  </a:lnTo>
                  <a:lnTo>
                    <a:pt x="872566" y="66929"/>
                  </a:lnTo>
                  <a:lnTo>
                    <a:pt x="870788" y="67691"/>
                  </a:lnTo>
                  <a:lnTo>
                    <a:pt x="867613" y="70866"/>
                  </a:lnTo>
                  <a:lnTo>
                    <a:pt x="866851" y="72644"/>
                  </a:lnTo>
                  <a:lnTo>
                    <a:pt x="866736" y="76581"/>
                  </a:lnTo>
                  <a:lnTo>
                    <a:pt x="866724" y="76835"/>
                  </a:lnTo>
                  <a:lnTo>
                    <a:pt x="867422" y="78486"/>
                  </a:lnTo>
                  <a:lnTo>
                    <a:pt x="867486" y="78613"/>
                  </a:lnTo>
                  <a:lnTo>
                    <a:pt x="869137" y="80137"/>
                  </a:lnTo>
                  <a:lnTo>
                    <a:pt x="870534" y="81661"/>
                  </a:lnTo>
                  <a:lnTo>
                    <a:pt x="872439" y="82423"/>
                  </a:lnTo>
                  <a:lnTo>
                    <a:pt x="876630" y="82423"/>
                  </a:lnTo>
                  <a:lnTo>
                    <a:pt x="878154" y="81661"/>
                  </a:lnTo>
                  <a:lnTo>
                    <a:pt x="880059" y="80010"/>
                  </a:lnTo>
                  <a:lnTo>
                    <a:pt x="881583" y="78486"/>
                  </a:lnTo>
                  <a:lnTo>
                    <a:pt x="882243" y="76835"/>
                  </a:lnTo>
                  <a:lnTo>
                    <a:pt x="882345" y="72644"/>
                  </a:lnTo>
                  <a:close/>
                </a:path>
                <a:path w="3479800" h="668020">
                  <a:moveTo>
                    <a:pt x="1201623" y="424053"/>
                  </a:moveTo>
                  <a:lnTo>
                    <a:pt x="1195565" y="421259"/>
                  </a:lnTo>
                  <a:lnTo>
                    <a:pt x="1163523" y="406488"/>
                  </a:lnTo>
                  <a:lnTo>
                    <a:pt x="1163523" y="417068"/>
                  </a:lnTo>
                  <a:lnTo>
                    <a:pt x="1143965" y="436626"/>
                  </a:lnTo>
                  <a:lnTo>
                    <a:pt x="1126439" y="399415"/>
                  </a:lnTo>
                  <a:lnTo>
                    <a:pt x="1163523" y="417068"/>
                  </a:lnTo>
                  <a:lnTo>
                    <a:pt x="1163523" y="406488"/>
                  </a:lnTo>
                  <a:lnTo>
                    <a:pt x="1148207" y="399415"/>
                  </a:lnTo>
                  <a:lnTo>
                    <a:pt x="1122883" y="387731"/>
                  </a:lnTo>
                  <a:lnTo>
                    <a:pt x="1114755" y="395859"/>
                  </a:lnTo>
                  <a:lnTo>
                    <a:pt x="1150823" y="474980"/>
                  </a:lnTo>
                  <a:lnTo>
                    <a:pt x="1158697" y="466979"/>
                  </a:lnTo>
                  <a:lnTo>
                    <a:pt x="1148283" y="445135"/>
                  </a:lnTo>
                  <a:lnTo>
                    <a:pt x="1156792" y="436626"/>
                  </a:lnTo>
                  <a:lnTo>
                    <a:pt x="1172159" y="421259"/>
                  </a:lnTo>
                  <a:lnTo>
                    <a:pt x="1193749" y="431927"/>
                  </a:lnTo>
                  <a:lnTo>
                    <a:pt x="1201623" y="424053"/>
                  </a:lnTo>
                  <a:close/>
                </a:path>
                <a:path w="3479800" h="668020">
                  <a:moveTo>
                    <a:pt x="1272603" y="353326"/>
                  </a:moveTo>
                  <a:lnTo>
                    <a:pt x="1247584" y="328168"/>
                  </a:lnTo>
                  <a:lnTo>
                    <a:pt x="1240853" y="321449"/>
                  </a:lnTo>
                  <a:lnTo>
                    <a:pt x="1241082" y="321576"/>
                  </a:lnTo>
                  <a:lnTo>
                    <a:pt x="1261694" y="321576"/>
                  </a:lnTo>
                  <a:lnTo>
                    <a:pt x="1261440" y="321310"/>
                  </a:lnTo>
                  <a:lnTo>
                    <a:pt x="1240726" y="321310"/>
                  </a:lnTo>
                  <a:lnTo>
                    <a:pt x="1238453" y="320040"/>
                  </a:lnTo>
                  <a:lnTo>
                    <a:pt x="1236040" y="318643"/>
                  </a:lnTo>
                  <a:lnTo>
                    <a:pt x="1226642" y="317373"/>
                  </a:lnTo>
                  <a:lnTo>
                    <a:pt x="1221943" y="319278"/>
                  </a:lnTo>
                  <a:lnTo>
                    <a:pt x="1209243" y="343154"/>
                  </a:lnTo>
                  <a:lnTo>
                    <a:pt x="1209332" y="345909"/>
                  </a:lnTo>
                  <a:lnTo>
                    <a:pt x="1208989" y="345694"/>
                  </a:lnTo>
                  <a:lnTo>
                    <a:pt x="1204290" y="345059"/>
                  </a:lnTo>
                  <a:lnTo>
                    <a:pt x="1199591" y="344297"/>
                  </a:lnTo>
                  <a:lnTo>
                    <a:pt x="1194892" y="346329"/>
                  </a:lnTo>
                  <a:lnTo>
                    <a:pt x="1186764" y="354457"/>
                  </a:lnTo>
                  <a:lnTo>
                    <a:pt x="1184605" y="358140"/>
                  </a:lnTo>
                  <a:lnTo>
                    <a:pt x="1182814" y="366026"/>
                  </a:lnTo>
                  <a:lnTo>
                    <a:pt x="1182573" y="369316"/>
                  </a:lnTo>
                  <a:lnTo>
                    <a:pt x="1183005" y="371729"/>
                  </a:lnTo>
                  <a:lnTo>
                    <a:pt x="1183081" y="372110"/>
                  </a:lnTo>
                  <a:lnTo>
                    <a:pt x="1176350" y="366026"/>
                  </a:lnTo>
                  <a:lnTo>
                    <a:pt x="1169492" y="372872"/>
                  </a:lnTo>
                  <a:lnTo>
                    <a:pt x="1211148" y="414528"/>
                  </a:lnTo>
                  <a:lnTo>
                    <a:pt x="1218387" y="407416"/>
                  </a:lnTo>
                  <a:lnTo>
                    <a:pt x="1188796" y="377837"/>
                  </a:lnTo>
                  <a:lnTo>
                    <a:pt x="1188415" y="374904"/>
                  </a:lnTo>
                  <a:lnTo>
                    <a:pt x="1188415" y="372110"/>
                  </a:lnTo>
                  <a:lnTo>
                    <a:pt x="1188415" y="371729"/>
                  </a:lnTo>
                  <a:lnTo>
                    <a:pt x="1189685" y="364871"/>
                  </a:lnTo>
                  <a:lnTo>
                    <a:pt x="1191463" y="361696"/>
                  </a:lnTo>
                  <a:lnTo>
                    <a:pt x="1196416" y="356743"/>
                  </a:lnTo>
                  <a:lnTo>
                    <a:pt x="1198448" y="355612"/>
                  </a:lnTo>
                  <a:lnTo>
                    <a:pt x="1202512" y="355092"/>
                  </a:lnTo>
                  <a:lnTo>
                    <a:pt x="1204544" y="355612"/>
                  </a:lnTo>
                  <a:lnTo>
                    <a:pt x="1206449" y="356743"/>
                  </a:lnTo>
                  <a:lnTo>
                    <a:pt x="1208481" y="357886"/>
                  </a:lnTo>
                  <a:lnTo>
                    <a:pt x="1210513" y="359549"/>
                  </a:lnTo>
                  <a:lnTo>
                    <a:pt x="1238326" y="387362"/>
                  </a:lnTo>
                  <a:lnTo>
                    <a:pt x="1245565" y="380111"/>
                  </a:lnTo>
                  <a:lnTo>
                    <a:pt x="1220419" y="355092"/>
                  </a:lnTo>
                  <a:lnTo>
                    <a:pt x="1216088" y="350774"/>
                  </a:lnTo>
                  <a:lnTo>
                    <a:pt x="1215656" y="350342"/>
                  </a:lnTo>
                  <a:lnTo>
                    <a:pt x="1215529" y="344297"/>
                  </a:lnTo>
                  <a:lnTo>
                    <a:pt x="1216736" y="337820"/>
                  </a:lnTo>
                  <a:lnTo>
                    <a:pt x="1228572" y="328168"/>
                  </a:lnTo>
                  <a:lnTo>
                    <a:pt x="1230071" y="328168"/>
                  </a:lnTo>
                  <a:lnTo>
                    <a:pt x="1265377" y="360299"/>
                  </a:lnTo>
                  <a:lnTo>
                    <a:pt x="1272362" y="353326"/>
                  </a:lnTo>
                  <a:lnTo>
                    <a:pt x="1272603" y="353326"/>
                  </a:lnTo>
                  <a:close/>
                </a:path>
                <a:path w="3479800" h="668020">
                  <a:moveTo>
                    <a:pt x="1294333" y="321310"/>
                  </a:moveTo>
                  <a:lnTo>
                    <a:pt x="1278305" y="321310"/>
                  </a:lnTo>
                  <a:lnTo>
                    <a:pt x="1278839" y="321576"/>
                  </a:lnTo>
                  <a:lnTo>
                    <a:pt x="1293888" y="321576"/>
                  </a:lnTo>
                  <a:lnTo>
                    <a:pt x="1294333" y="321310"/>
                  </a:lnTo>
                  <a:close/>
                </a:path>
                <a:path w="3479800" h="668020">
                  <a:moveTo>
                    <a:pt x="1305445" y="321576"/>
                  </a:moveTo>
                  <a:lnTo>
                    <a:pt x="1293888" y="321576"/>
                  </a:lnTo>
                  <a:lnTo>
                    <a:pt x="1291056" y="323215"/>
                  </a:lnTo>
                  <a:lnTo>
                    <a:pt x="1290243" y="323215"/>
                  </a:lnTo>
                  <a:lnTo>
                    <a:pt x="1285049" y="323862"/>
                  </a:lnTo>
                  <a:lnTo>
                    <a:pt x="1281887" y="323215"/>
                  </a:lnTo>
                  <a:lnTo>
                    <a:pt x="1278839" y="321576"/>
                  </a:lnTo>
                  <a:lnTo>
                    <a:pt x="1261694" y="321576"/>
                  </a:lnTo>
                  <a:lnTo>
                    <a:pt x="1285316" y="333121"/>
                  </a:lnTo>
                  <a:lnTo>
                    <a:pt x="1290015" y="331978"/>
                  </a:lnTo>
                  <a:lnTo>
                    <a:pt x="1294130" y="330835"/>
                  </a:lnTo>
                  <a:lnTo>
                    <a:pt x="1294371" y="330835"/>
                  </a:lnTo>
                  <a:lnTo>
                    <a:pt x="1298905" y="328168"/>
                  </a:lnTo>
                  <a:lnTo>
                    <a:pt x="1302969" y="323989"/>
                  </a:lnTo>
                  <a:lnTo>
                    <a:pt x="1305445" y="321576"/>
                  </a:lnTo>
                  <a:close/>
                </a:path>
                <a:path w="3479800" h="668020">
                  <a:moveTo>
                    <a:pt x="1312367" y="306070"/>
                  </a:moveTo>
                  <a:lnTo>
                    <a:pt x="1312214" y="303276"/>
                  </a:lnTo>
                  <a:lnTo>
                    <a:pt x="1312113" y="301371"/>
                  </a:lnTo>
                  <a:lnTo>
                    <a:pt x="1310462" y="296545"/>
                  </a:lnTo>
                  <a:lnTo>
                    <a:pt x="1308811" y="291846"/>
                  </a:lnTo>
                  <a:lnTo>
                    <a:pt x="1305890" y="287147"/>
                  </a:lnTo>
                  <a:lnTo>
                    <a:pt x="1301445" y="282829"/>
                  </a:lnTo>
                  <a:lnTo>
                    <a:pt x="1299527" y="280924"/>
                  </a:lnTo>
                  <a:lnTo>
                    <a:pt x="1296873" y="278257"/>
                  </a:lnTo>
                  <a:lnTo>
                    <a:pt x="1292174" y="275209"/>
                  </a:lnTo>
                  <a:lnTo>
                    <a:pt x="1282649" y="271907"/>
                  </a:lnTo>
                  <a:lnTo>
                    <a:pt x="1277823" y="271653"/>
                  </a:lnTo>
                  <a:lnTo>
                    <a:pt x="1273124" y="272796"/>
                  </a:lnTo>
                  <a:lnTo>
                    <a:pt x="1268425" y="274066"/>
                  </a:lnTo>
                  <a:lnTo>
                    <a:pt x="1263980" y="276733"/>
                  </a:lnTo>
                  <a:lnTo>
                    <a:pt x="1259916" y="280924"/>
                  </a:lnTo>
                  <a:lnTo>
                    <a:pt x="1255852" y="284988"/>
                  </a:lnTo>
                  <a:lnTo>
                    <a:pt x="1253185" y="289306"/>
                  </a:lnTo>
                  <a:lnTo>
                    <a:pt x="1250899" y="298577"/>
                  </a:lnTo>
                  <a:lnTo>
                    <a:pt x="1250937" y="299466"/>
                  </a:lnTo>
                  <a:lnTo>
                    <a:pt x="1257541" y="317373"/>
                  </a:lnTo>
                  <a:lnTo>
                    <a:pt x="1257630" y="317512"/>
                  </a:lnTo>
                  <a:lnTo>
                    <a:pt x="1261440" y="321310"/>
                  </a:lnTo>
                  <a:lnTo>
                    <a:pt x="1278305" y="321310"/>
                  </a:lnTo>
                  <a:lnTo>
                    <a:pt x="1275664" y="320040"/>
                  </a:lnTo>
                  <a:lnTo>
                    <a:pt x="1272616" y="317754"/>
                  </a:lnTo>
                  <a:lnTo>
                    <a:pt x="1260208" y="298577"/>
                  </a:lnTo>
                  <a:lnTo>
                    <a:pt x="1260754" y="294005"/>
                  </a:lnTo>
                  <a:lnTo>
                    <a:pt x="1260868" y="293116"/>
                  </a:lnTo>
                  <a:lnTo>
                    <a:pt x="1260932" y="292608"/>
                  </a:lnTo>
                  <a:lnTo>
                    <a:pt x="1262583" y="289560"/>
                  </a:lnTo>
                  <a:lnTo>
                    <a:pt x="1268679" y="283464"/>
                  </a:lnTo>
                  <a:lnTo>
                    <a:pt x="1271727" y="281686"/>
                  </a:lnTo>
                  <a:lnTo>
                    <a:pt x="1278204" y="280924"/>
                  </a:lnTo>
                  <a:lnTo>
                    <a:pt x="1281379" y="281432"/>
                  </a:lnTo>
                  <a:lnTo>
                    <a:pt x="1300937" y="299466"/>
                  </a:lnTo>
                  <a:lnTo>
                    <a:pt x="1302588" y="302641"/>
                  </a:lnTo>
                  <a:lnTo>
                    <a:pt x="1303096" y="305816"/>
                  </a:lnTo>
                  <a:lnTo>
                    <a:pt x="1302727" y="308102"/>
                  </a:lnTo>
                  <a:lnTo>
                    <a:pt x="1302664" y="308483"/>
                  </a:lnTo>
                  <a:lnTo>
                    <a:pt x="1302588" y="308991"/>
                  </a:lnTo>
                  <a:lnTo>
                    <a:pt x="1302283" y="311531"/>
                  </a:lnTo>
                  <a:lnTo>
                    <a:pt x="1302207" y="312166"/>
                  </a:lnTo>
                  <a:lnTo>
                    <a:pt x="1300429" y="315226"/>
                  </a:lnTo>
                  <a:lnTo>
                    <a:pt x="1297381" y="318401"/>
                  </a:lnTo>
                  <a:lnTo>
                    <a:pt x="1294333" y="321310"/>
                  </a:lnTo>
                  <a:lnTo>
                    <a:pt x="1305712" y="321310"/>
                  </a:lnTo>
                  <a:lnTo>
                    <a:pt x="1307020" y="320040"/>
                  </a:lnTo>
                  <a:lnTo>
                    <a:pt x="1307541" y="319278"/>
                  </a:lnTo>
                  <a:lnTo>
                    <a:pt x="1309827" y="315468"/>
                  </a:lnTo>
                  <a:lnTo>
                    <a:pt x="1312367" y="306070"/>
                  </a:lnTo>
                  <a:close/>
                </a:path>
                <a:path w="3479800" h="668020">
                  <a:moveTo>
                    <a:pt x="1396314" y="254508"/>
                  </a:moveTo>
                  <a:lnTo>
                    <a:pt x="1395806" y="251841"/>
                  </a:lnTo>
                  <a:lnTo>
                    <a:pt x="1395539" y="250063"/>
                  </a:lnTo>
                  <a:lnTo>
                    <a:pt x="1395425" y="249301"/>
                  </a:lnTo>
                  <a:lnTo>
                    <a:pt x="1394536" y="246253"/>
                  </a:lnTo>
                  <a:lnTo>
                    <a:pt x="1393113" y="243078"/>
                  </a:lnTo>
                  <a:lnTo>
                    <a:pt x="1388008" y="231775"/>
                  </a:lnTo>
                  <a:lnTo>
                    <a:pt x="1363929" y="178562"/>
                  </a:lnTo>
                  <a:lnTo>
                    <a:pt x="1356563" y="185801"/>
                  </a:lnTo>
                  <a:lnTo>
                    <a:pt x="1378788" y="231775"/>
                  </a:lnTo>
                  <a:lnTo>
                    <a:pt x="1331925" y="210566"/>
                  </a:lnTo>
                  <a:lnTo>
                    <a:pt x="1327607" y="214807"/>
                  </a:lnTo>
                  <a:lnTo>
                    <a:pt x="1324305" y="218059"/>
                  </a:lnTo>
                  <a:lnTo>
                    <a:pt x="1319987" y="222377"/>
                  </a:lnTo>
                  <a:lnTo>
                    <a:pt x="1325626" y="247650"/>
                  </a:lnTo>
                  <a:lnTo>
                    <a:pt x="1325740" y="248208"/>
                  </a:lnTo>
                  <a:lnTo>
                    <a:pt x="1329055" y="248208"/>
                  </a:lnTo>
                  <a:lnTo>
                    <a:pt x="1333969" y="248208"/>
                  </a:lnTo>
                  <a:lnTo>
                    <a:pt x="1334033" y="248539"/>
                  </a:lnTo>
                  <a:lnTo>
                    <a:pt x="1327226" y="248539"/>
                  </a:lnTo>
                  <a:lnTo>
                    <a:pt x="1325816" y="248539"/>
                  </a:lnTo>
                  <a:lnTo>
                    <a:pt x="1325740" y="248208"/>
                  </a:lnTo>
                  <a:lnTo>
                    <a:pt x="1300048" y="242316"/>
                  </a:lnTo>
                  <a:lnTo>
                    <a:pt x="1292428" y="250063"/>
                  </a:lnTo>
                  <a:lnTo>
                    <a:pt x="1325575" y="256552"/>
                  </a:lnTo>
                  <a:lnTo>
                    <a:pt x="1325930" y="256628"/>
                  </a:lnTo>
                  <a:lnTo>
                    <a:pt x="1327480" y="256921"/>
                  </a:lnTo>
                  <a:lnTo>
                    <a:pt x="1325930" y="256628"/>
                  </a:lnTo>
                  <a:lnTo>
                    <a:pt x="1325600" y="256628"/>
                  </a:lnTo>
                  <a:lnTo>
                    <a:pt x="1332687" y="292989"/>
                  </a:lnTo>
                  <a:lnTo>
                    <a:pt x="1340180" y="285496"/>
                  </a:lnTo>
                  <a:lnTo>
                    <a:pt x="1334223" y="256921"/>
                  </a:lnTo>
                  <a:lnTo>
                    <a:pt x="1334160" y="256628"/>
                  </a:lnTo>
                  <a:lnTo>
                    <a:pt x="1363040" y="262636"/>
                  </a:lnTo>
                  <a:lnTo>
                    <a:pt x="1370533" y="255143"/>
                  </a:lnTo>
                  <a:lnTo>
                    <a:pt x="1371320" y="255143"/>
                  </a:lnTo>
                  <a:lnTo>
                    <a:pt x="1334338" y="248081"/>
                  </a:lnTo>
                  <a:lnTo>
                    <a:pt x="1334338" y="250063"/>
                  </a:lnTo>
                  <a:lnTo>
                    <a:pt x="1334147" y="251841"/>
                  </a:lnTo>
                  <a:lnTo>
                    <a:pt x="1334185" y="249301"/>
                  </a:lnTo>
                  <a:lnTo>
                    <a:pt x="1334262" y="249682"/>
                  </a:lnTo>
                  <a:lnTo>
                    <a:pt x="1334338" y="250063"/>
                  </a:lnTo>
                  <a:lnTo>
                    <a:pt x="1334338" y="248081"/>
                  </a:lnTo>
                  <a:lnTo>
                    <a:pt x="1333931" y="247992"/>
                  </a:lnTo>
                  <a:lnTo>
                    <a:pt x="1333868" y="247650"/>
                  </a:lnTo>
                  <a:lnTo>
                    <a:pt x="1328585" y="219900"/>
                  </a:lnTo>
                  <a:lnTo>
                    <a:pt x="1382598" y="243078"/>
                  </a:lnTo>
                  <a:lnTo>
                    <a:pt x="1384757" y="248539"/>
                  </a:lnTo>
                  <a:lnTo>
                    <a:pt x="1385900" y="251333"/>
                  </a:lnTo>
                  <a:lnTo>
                    <a:pt x="1386408" y="253746"/>
                  </a:lnTo>
                  <a:lnTo>
                    <a:pt x="1386078" y="256286"/>
                  </a:lnTo>
                  <a:lnTo>
                    <a:pt x="1385989" y="256921"/>
                  </a:lnTo>
                  <a:lnTo>
                    <a:pt x="1385900" y="257683"/>
                  </a:lnTo>
                  <a:lnTo>
                    <a:pt x="1385125" y="259207"/>
                  </a:lnTo>
                  <a:lnTo>
                    <a:pt x="1385011" y="259461"/>
                  </a:lnTo>
                  <a:lnTo>
                    <a:pt x="1379804" y="264668"/>
                  </a:lnTo>
                  <a:lnTo>
                    <a:pt x="1385773" y="270510"/>
                  </a:lnTo>
                  <a:lnTo>
                    <a:pt x="1392504" y="263779"/>
                  </a:lnTo>
                  <a:lnTo>
                    <a:pt x="1394155" y="261493"/>
                  </a:lnTo>
                  <a:lnTo>
                    <a:pt x="1394942" y="259461"/>
                  </a:lnTo>
                  <a:lnTo>
                    <a:pt x="1396060" y="256921"/>
                  </a:lnTo>
                  <a:lnTo>
                    <a:pt x="1396123" y="256286"/>
                  </a:lnTo>
                  <a:lnTo>
                    <a:pt x="1396238" y="255143"/>
                  </a:lnTo>
                  <a:lnTo>
                    <a:pt x="1396314" y="254508"/>
                  </a:lnTo>
                  <a:close/>
                </a:path>
                <a:path w="3479800" h="668020">
                  <a:moveTo>
                    <a:pt x="1428445" y="193040"/>
                  </a:moveTo>
                  <a:lnTo>
                    <a:pt x="1427734" y="191262"/>
                  </a:lnTo>
                  <a:lnTo>
                    <a:pt x="1427683" y="191135"/>
                  </a:lnTo>
                  <a:lnTo>
                    <a:pt x="1426159" y="189611"/>
                  </a:lnTo>
                  <a:lnTo>
                    <a:pt x="1424508" y="188087"/>
                  </a:lnTo>
                  <a:lnTo>
                    <a:pt x="1422730" y="187325"/>
                  </a:lnTo>
                  <a:lnTo>
                    <a:pt x="1418666" y="187325"/>
                  </a:lnTo>
                  <a:lnTo>
                    <a:pt x="1416888" y="188087"/>
                  </a:lnTo>
                  <a:lnTo>
                    <a:pt x="1413713" y="191262"/>
                  </a:lnTo>
                  <a:lnTo>
                    <a:pt x="1412951" y="193040"/>
                  </a:lnTo>
                  <a:lnTo>
                    <a:pt x="1412824" y="195199"/>
                  </a:lnTo>
                  <a:lnTo>
                    <a:pt x="1412824" y="197231"/>
                  </a:lnTo>
                  <a:lnTo>
                    <a:pt x="1413586" y="199009"/>
                  </a:lnTo>
                  <a:lnTo>
                    <a:pt x="1415110" y="200660"/>
                  </a:lnTo>
                  <a:lnTo>
                    <a:pt x="1416634" y="202184"/>
                  </a:lnTo>
                  <a:lnTo>
                    <a:pt x="1418412" y="202819"/>
                  </a:lnTo>
                  <a:lnTo>
                    <a:pt x="1422603" y="202819"/>
                  </a:lnTo>
                  <a:lnTo>
                    <a:pt x="1424190" y="202184"/>
                  </a:lnTo>
                  <a:lnTo>
                    <a:pt x="1424381" y="202184"/>
                  </a:lnTo>
                  <a:lnTo>
                    <a:pt x="1426032" y="200406"/>
                  </a:lnTo>
                  <a:lnTo>
                    <a:pt x="1427543" y="199009"/>
                  </a:lnTo>
                  <a:lnTo>
                    <a:pt x="1428381" y="197231"/>
                  </a:lnTo>
                  <a:lnTo>
                    <a:pt x="1428445" y="193040"/>
                  </a:lnTo>
                  <a:close/>
                </a:path>
                <a:path w="3479800" h="668020">
                  <a:moveTo>
                    <a:pt x="1451686" y="169799"/>
                  </a:moveTo>
                  <a:lnTo>
                    <a:pt x="1450975" y="168021"/>
                  </a:lnTo>
                  <a:lnTo>
                    <a:pt x="1449400" y="166370"/>
                  </a:lnTo>
                  <a:lnTo>
                    <a:pt x="1447990" y="164846"/>
                  </a:lnTo>
                  <a:lnTo>
                    <a:pt x="1448168" y="164846"/>
                  </a:lnTo>
                  <a:lnTo>
                    <a:pt x="1446098" y="163957"/>
                  </a:lnTo>
                  <a:lnTo>
                    <a:pt x="1442034" y="163957"/>
                  </a:lnTo>
                  <a:lnTo>
                    <a:pt x="1436065" y="173990"/>
                  </a:lnTo>
                  <a:lnTo>
                    <a:pt x="1436827" y="175768"/>
                  </a:lnTo>
                  <a:lnTo>
                    <a:pt x="1438478" y="177292"/>
                  </a:lnTo>
                  <a:lnTo>
                    <a:pt x="1440002" y="178816"/>
                  </a:lnTo>
                  <a:lnTo>
                    <a:pt x="1441780" y="179578"/>
                  </a:lnTo>
                  <a:lnTo>
                    <a:pt x="1445971" y="179578"/>
                  </a:lnTo>
                  <a:lnTo>
                    <a:pt x="1447495" y="178816"/>
                  </a:lnTo>
                  <a:lnTo>
                    <a:pt x="1449260" y="177292"/>
                  </a:lnTo>
                  <a:lnTo>
                    <a:pt x="1450797" y="175768"/>
                  </a:lnTo>
                  <a:lnTo>
                    <a:pt x="1451571" y="173990"/>
                  </a:lnTo>
                  <a:lnTo>
                    <a:pt x="1451686" y="169799"/>
                  </a:lnTo>
                  <a:close/>
                </a:path>
                <a:path w="3479800" h="668020">
                  <a:moveTo>
                    <a:pt x="1475054" y="146304"/>
                  </a:moveTo>
                  <a:lnTo>
                    <a:pt x="1474343" y="144653"/>
                  </a:lnTo>
                  <a:lnTo>
                    <a:pt x="1472882" y="143129"/>
                  </a:lnTo>
                  <a:lnTo>
                    <a:pt x="1471117" y="141478"/>
                  </a:lnTo>
                  <a:lnTo>
                    <a:pt x="1469339" y="140716"/>
                  </a:lnTo>
                  <a:lnTo>
                    <a:pt x="1465275" y="140716"/>
                  </a:lnTo>
                  <a:lnTo>
                    <a:pt x="1463497" y="141478"/>
                  </a:lnTo>
                  <a:lnTo>
                    <a:pt x="1461973" y="143129"/>
                  </a:lnTo>
                  <a:lnTo>
                    <a:pt x="1460322" y="144653"/>
                  </a:lnTo>
                  <a:lnTo>
                    <a:pt x="1459649" y="146304"/>
                  </a:lnTo>
                  <a:lnTo>
                    <a:pt x="1459560" y="146558"/>
                  </a:lnTo>
                  <a:lnTo>
                    <a:pt x="1459433" y="150622"/>
                  </a:lnTo>
                  <a:lnTo>
                    <a:pt x="1460131" y="152273"/>
                  </a:lnTo>
                  <a:lnTo>
                    <a:pt x="1460195" y="152400"/>
                  </a:lnTo>
                  <a:lnTo>
                    <a:pt x="1461719" y="154051"/>
                  </a:lnTo>
                  <a:lnTo>
                    <a:pt x="1463243" y="155575"/>
                  </a:lnTo>
                  <a:lnTo>
                    <a:pt x="1465021" y="156337"/>
                  </a:lnTo>
                  <a:lnTo>
                    <a:pt x="1467180" y="156210"/>
                  </a:lnTo>
                  <a:lnTo>
                    <a:pt x="1469212" y="156210"/>
                  </a:lnTo>
                  <a:lnTo>
                    <a:pt x="1471117" y="155448"/>
                  </a:lnTo>
                  <a:lnTo>
                    <a:pt x="1472641" y="153797"/>
                  </a:lnTo>
                  <a:lnTo>
                    <a:pt x="1474292" y="152273"/>
                  </a:lnTo>
                  <a:lnTo>
                    <a:pt x="1474990" y="150622"/>
                  </a:lnTo>
                  <a:lnTo>
                    <a:pt x="1475054" y="146304"/>
                  </a:lnTo>
                  <a:close/>
                </a:path>
                <a:path w="3479800" h="668020">
                  <a:moveTo>
                    <a:pt x="1830654" y="490982"/>
                  </a:moveTo>
                  <a:lnTo>
                    <a:pt x="1830552" y="489331"/>
                  </a:lnTo>
                  <a:lnTo>
                    <a:pt x="1830463" y="487807"/>
                  </a:lnTo>
                  <a:lnTo>
                    <a:pt x="1830349" y="485902"/>
                  </a:lnTo>
                  <a:lnTo>
                    <a:pt x="1830273" y="484505"/>
                  </a:lnTo>
                  <a:lnTo>
                    <a:pt x="1827987" y="478028"/>
                  </a:lnTo>
                  <a:lnTo>
                    <a:pt x="1825713" y="471932"/>
                  </a:lnTo>
                  <a:lnTo>
                    <a:pt x="1825612" y="471678"/>
                  </a:lnTo>
                  <a:lnTo>
                    <a:pt x="1825574" y="471551"/>
                  </a:lnTo>
                  <a:lnTo>
                    <a:pt x="1821510" y="465328"/>
                  </a:lnTo>
                  <a:lnTo>
                    <a:pt x="1820341" y="464159"/>
                  </a:lnTo>
                  <a:lnTo>
                    <a:pt x="1820341" y="490982"/>
                  </a:lnTo>
                  <a:lnTo>
                    <a:pt x="1818843" y="500761"/>
                  </a:lnTo>
                  <a:lnTo>
                    <a:pt x="1796542" y="518287"/>
                  </a:lnTo>
                  <a:lnTo>
                    <a:pt x="1792300" y="519049"/>
                  </a:lnTo>
                  <a:lnTo>
                    <a:pt x="1768932" y="506349"/>
                  </a:lnTo>
                  <a:lnTo>
                    <a:pt x="1764614" y="502031"/>
                  </a:lnTo>
                  <a:lnTo>
                    <a:pt x="1761401" y="497586"/>
                  </a:lnTo>
                  <a:lnTo>
                    <a:pt x="1760562" y="495808"/>
                  </a:lnTo>
                  <a:lnTo>
                    <a:pt x="1759153" y="492633"/>
                  </a:lnTo>
                  <a:lnTo>
                    <a:pt x="1756867" y="487807"/>
                  </a:lnTo>
                  <a:lnTo>
                    <a:pt x="1784299" y="454787"/>
                  </a:lnTo>
                  <a:lnTo>
                    <a:pt x="1789252" y="455549"/>
                  </a:lnTo>
                  <a:lnTo>
                    <a:pt x="1798904" y="459867"/>
                  </a:lnTo>
                  <a:lnTo>
                    <a:pt x="1803603" y="463296"/>
                  </a:lnTo>
                  <a:lnTo>
                    <a:pt x="1807794" y="467487"/>
                  </a:lnTo>
                  <a:lnTo>
                    <a:pt x="1812112" y="471678"/>
                  </a:lnTo>
                  <a:lnTo>
                    <a:pt x="1815287" y="476250"/>
                  </a:lnTo>
                  <a:lnTo>
                    <a:pt x="1817446" y="481076"/>
                  </a:lnTo>
                  <a:lnTo>
                    <a:pt x="1819732" y="485902"/>
                  </a:lnTo>
                  <a:lnTo>
                    <a:pt x="1820164" y="489331"/>
                  </a:lnTo>
                  <a:lnTo>
                    <a:pt x="1820341" y="490982"/>
                  </a:lnTo>
                  <a:lnTo>
                    <a:pt x="1820341" y="464159"/>
                  </a:lnTo>
                  <a:lnTo>
                    <a:pt x="1810969" y="454787"/>
                  </a:lnTo>
                  <a:lnTo>
                    <a:pt x="1809953" y="453771"/>
                  </a:lnTo>
                  <a:lnTo>
                    <a:pt x="1803730" y="449580"/>
                  </a:lnTo>
                  <a:lnTo>
                    <a:pt x="1797253" y="447294"/>
                  </a:lnTo>
                  <a:lnTo>
                    <a:pt x="1790649" y="444881"/>
                  </a:lnTo>
                  <a:lnTo>
                    <a:pt x="1784172" y="444373"/>
                  </a:lnTo>
                  <a:lnTo>
                    <a:pt x="1777568" y="446024"/>
                  </a:lnTo>
                  <a:lnTo>
                    <a:pt x="1771091" y="447548"/>
                  </a:lnTo>
                  <a:lnTo>
                    <a:pt x="1764741" y="451231"/>
                  </a:lnTo>
                  <a:lnTo>
                    <a:pt x="1758772" y="457327"/>
                  </a:lnTo>
                  <a:lnTo>
                    <a:pt x="1752803" y="463296"/>
                  </a:lnTo>
                  <a:lnTo>
                    <a:pt x="1748993" y="469646"/>
                  </a:lnTo>
                  <a:lnTo>
                    <a:pt x="1747342" y="476250"/>
                  </a:lnTo>
                  <a:lnTo>
                    <a:pt x="1745818" y="482727"/>
                  </a:lnTo>
                  <a:lnTo>
                    <a:pt x="1745919" y="484505"/>
                  </a:lnTo>
                  <a:lnTo>
                    <a:pt x="1745996" y="485902"/>
                  </a:lnTo>
                  <a:lnTo>
                    <a:pt x="1746110" y="487807"/>
                  </a:lnTo>
                  <a:lnTo>
                    <a:pt x="1746199" y="489331"/>
                  </a:lnTo>
                  <a:lnTo>
                    <a:pt x="1748612" y="495808"/>
                  </a:lnTo>
                  <a:lnTo>
                    <a:pt x="1779346" y="526542"/>
                  </a:lnTo>
                  <a:lnTo>
                    <a:pt x="1785823" y="528955"/>
                  </a:lnTo>
                  <a:lnTo>
                    <a:pt x="1815160" y="519049"/>
                  </a:lnTo>
                  <a:lnTo>
                    <a:pt x="1817827" y="516382"/>
                  </a:lnTo>
                  <a:lnTo>
                    <a:pt x="1823923" y="510413"/>
                  </a:lnTo>
                  <a:lnTo>
                    <a:pt x="1827606" y="504063"/>
                  </a:lnTo>
                  <a:lnTo>
                    <a:pt x="1829130" y="497586"/>
                  </a:lnTo>
                  <a:lnTo>
                    <a:pt x="1830654" y="490982"/>
                  </a:lnTo>
                  <a:close/>
                </a:path>
                <a:path w="3479800" h="668020">
                  <a:moveTo>
                    <a:pt x="1867738" y="464947"/>
                  </a:moveTo>
                  <a:lnTo>
                    <a:pt x="1839010" y="436118"/>
                  </a:lnTo>
                  <a:lnTo>
                    <a:pt x="1831924" y="429006"/>
                  </a:lnTo>
                  <a:lnTo>
                    <a:pt x="1837639" y="423291"/>
                  </a:lnTo>
                  <a:lnTo>
                    <a:pt x="1841576" y="419354"/>
                  </a:lnTo>
                  <a:lnTo>
                    <a:pt x="1835861" y="413512"/>
                  </a:lnTo>
                  <a:lnTo>
                    <a:pt x="1826209" y="423291"/>
                  </a:lnTo>
                  <a:lnTo>
                    <a:pt x="1823796" y="421005"/>
                  </a:lnTo>
                  <a:lnTo>
                    <a:pt x="1821256" y="418338"/>
                  </a:lnTo>
                  <a:lnTo>
                    <a:pt x="1819605" y="416052"/>
                  </a:lnTo>
                  <a:lnTo>
                    <a:pt x="1818970" y="414020"/>
                  </a:lnTo>
                  <a:lnTo>
                    <a:pt x="1818208" y="411988"/>
                  </a:lnTo>
                  <a:lnTo>
                    <a:pt x="1818995" y="409956"/>
                  </a:lnTo>
                  <a:lnTo>
                    <a:pt x="1819097" y="409702"/>
                  </a:lnTo>
                  <a:lnTo>
                    <a:pt x="1821891" y="406908"/>
                  </a:lnTo>
                  <a:lnTo>
                    <a:pt x="1825574" y="403352"/>
                  </a:lnTo>
                  <a:lnTo>
                    <a:pt x="1819859" y="397637"/>
                  </a:lnTo>
                  <a:lnTo>
                    <a:pt x="1808937" y="413512"/>
                  </a:lnTo>
                  <a:lnTo>
                    <a:pt x="1809165" y="415417"/>
                  </a:lnTo>
                  <a:lnTo>
                    <a:pt x="1809242" y="416052"/>
                  </a:lnTo>
                  <a:lnTo>
                    <a:pt x="1819097" y="430403"/>
                  </a:lnTo>
                  <a:lnTo>
                    <a:pt x="1812112" y="437261"/>
                  </a:lnTo>
                  <a:lnTo>
                    <a:pt x="1817827" y="443103"/>
                  </a:lnTo>
                  <a:lnTo>
                    <a:pt x="1824812" y="436118"/>
                  </a:lnTo>
                  <a:lnTo>
                    <a:pt x="1860753" y="471932"/>
                  </a:lnTo>
                  <a:lnTo>
                    <a:pt x="1867738" y="464947"/>
                  </a:lnTo>
                  <a:close/>
                </a:path>
                <a:path w="3479800" h="668020">
                  <a:moveTo>
                    <a:pt x="1900504" y="432181"/>
                  </a:moveTo>
                  <a:lnTo>
                    <a:pt x="1899996" y="431673"/>
                  </a:lnTo>
                  <a:lnTo>
                    <a:pt x="1894789" y="426339"/>
                  </a:lnTo>
                  <a:lnTo>
                    <a:pt x="1892757" y="428244"/>
                  </a:lnTo>
                  <a:lnTo>
                    <a:pt x="1890217" y="430784"/>
                  </a:lnTo>
                  <a:lnTo>
                    <a:pt x="1887931" y="431673"/>
                  </a:lnTo>
                  <a:lnTo>
                    <a:pt x="1885899" y="431038"/>
                  </a:lnTo>
                  <a:lnTo>
                    <a:pt x="1883867" y="430276"/>
                  </a:lnTo>
                  <a:lnTo>
                    <a:pt x="1881581" y="428625"/>
                  </a:lnTo>
                  <a:lnTo>
                    <a:pt x="1835353" y="382524"/>
                  </a:lnTo>
                  <a:lnTo>
                    <a:pt x="1835086" y="382524"/>
                  </a:lnTo>
                  <a:lnTo>
                    <a:pt x="1828114" y="389382"/>
                  </a:lnTo>
                  <a:lnTo>
                    <a:pt x="1872310" y="433451"/>
                  </a:lnTo>
                  <a:lnTo>
                    <a:pt x="1875104" y="436372"/>
                  </a:lnTo>
                  <a:lnTo>
                    <a:pt x="1877771" y="438404"/>
                  </a:lnTo>
                  <a:lnTo>
                    <a:pt x="1880438" y="439801"/>
                  </a:lnTo>
                  <a:lnTo>
                    <a:pt x="1883105" y="441071"/>
                  </a:lnTo>
                  <a:lnTo>
                    <a:pt x="1885899" y="441452"/>
                  </a:lnTo>
                  <a:lnTo>
                    <a:pt x="1888820" y="440690"/>
                  </a:lnTo>
                  <a:lnTo>
                    <a:pt x="1891614" y="439928"/>
                  </a:lnTo>
                  <a:lnTo>
                    <a:pt x="1894789" y="437896"/>
                  </a:lnTo>
                  <a:lnTo>
                    <a:pt x="1898218" y="434594"/>
                  </a:lnTo>
                  <a:lnTo>
                    <a:pt x="1900504" y="432181"/>
                  </a:lnTo>
                  <a:close/>
                </a:path>
                <a:path w="3479800" h="668020">
                  <a:moveTo>
                    <a:pt x="1933397" y="392049"/>
                  </a:moveTo>
                  <a:lnTo>
                    <a:pt x="1933270" y="387223"/>
                  </a:lnTo>
                  <a:lnTo>
                    <a:pt x="1931619" y="382524"/>
                  </a:lnTo>
                  <a:lnTo>
                    <a:pt x="1929968" y="377698"/>
                  </a:lnTo>
                  <a:lnTo>
                    <a:pt x="1926920" y="373138"/>
                  </a:lnTo>
                  <a:lnTo>
                    <a:pt x="1924253" y="370395"/>
                  </a:lnTo>
                  <a:lnTo>
                    <a:pt x="1924253" y="391668"/>
                  </a:lnTo>
                  <a:lnTo>
                    <a:pt x="1923884" y="393954"/>
                  </a:lnTo>
                  <a:lnTo>
                    <a:pt x="1923821" y="394335"/>
                  </a:lnTo>
                  <a:lnTo>
                    <a:pt x="1923745" y="394843"/>
                  </a:lnTo>
                  <a:lnTo>
                    <a:pt x="1923529" y="396621"/>
                  </a:lnTo>
                  <a:lnTo>
                    <a:pt x="1923402" y="397637"/>
                  </a:lnTo>
                  <a:lnTo>
                    <a:pt x="1923364" y="398018"/>
                  </a:lnTo>
                  <a:lnTo>
                    <a:pt x="1921446" y="401320"/>
                  </a:lnTo>
                  <a:lnTo>
                    <a:pt x="1918411" y="404241"/>
                  </a:lnTo>
                  <a:lnTo>
                    <a:pt x="1915490" y="407289"/>
                  </a:lnTo>
                  <a:lnTo>
                    <a:pt x="1911972" y="409194"/>
                  </a:lnTo>
                  <a:lnTo>
                    <a:pt x="1910359" y="409194"/>
                  </a:lnTo>
                  <a:lnTo>
                    <a:pt x="1906219" y="409702"/>
                  </a:lnTo>
                  <a:lnTo>
                    <a:pt x="1903679" y="409194"/>
                  </a:lnTo>
                  <a:lnTo>
                    <a:pt x="1903298" y="409194"/>
                  </a:lnTo>
                  <a:lnTo>
                    <a:pt x="1899869" y="407543"/>
                  </a:lnTo>
                  <a:lnTo>
                    <a:pt x="1881339" y="384556"/>
                  </a:lnTo>
                  <a:lnTo>
                    <a:pt x="1881505" y="382524"/>
                  </a:lnTo>
                  <a:lnTo>
                    <a:pt x="1881581" y="381635"/>
                  </a:lnTo>
                  <a:lnTo>
                    <a:pt x="1881797" y="379857"/>
                  </a:lnTo>
                  <a:lnTo>
                    <a:pt x="1881898" y="379095"/>
                  </a:lnTo>
                  <a:lnTo>
                    <a:pt x="1881962" y="378599"/>
                  </a:lnTo>
                  <a:lnTo>
                    <a:pt x="1883740" y="375424"/>
                  </a:lnTo>
                  <a:lnTo>
                    <a:pt x="1889709" y="369443"/>
                  </a:lnTo>
                  <a:lnTo>
                    <a:pt x="1892884" y="367665"/>
                  </a:lnTo>
                  <a:lnTo>
                    <a:pt x="1895259" y="367284"/>
                  </a:lnTo>
                  <a:lnTo>
                    <a:pt x="1894954" y="367284"/>
                  </a:lnTo>
                  <a:lnTo>
                    <a:pt x="1899361" y="366788"/>
                  </a:lnTo>
                  <a:lnTo>
                    <a:pt x="1902536" y="367284"/>
                  </a:lnTo>
                  <a:lnTo>
                    <a:pt x="1905711" y="368935"/>
                  </a:lnTo>
                  <a:lnTo>
                    <a:pt x="1909013" y="370586"/>
                  </a:lnTo>
                  <a:lnTo>
                    <a:pt x="1922094" y="385318"/>
                  </a:lnTo>
                  <a:lnTo>
                    <a:pt x="1923745" y="388493"/>
                  </a:lnTo>
                  <a:lnTo>
                    <a:pt x="1924253" y="391668"/>
                  </a:lnTo>
                  <a:lnTo>
                    <a:pt x="1924253" y="370395"/>
                  </a:lnTo>
                  <a:lnTo>
                    <a:pt x="1922602" y="368681"/>
                  </a:lnTo>
                  <a:lnTo>
                    <a:pt x="1920697" y="366788"/>
                  </a:lnTo>
                  <a:lnTo>
                    <a:pt x="1918030" y="364109"/>
                  </a:lnTo>
                  <a:lnTo>
                    <a:pt x="1913331" y="361061"/>
                  </a:lnTo>
                  <a:lnTo>
                    <a:pt x="1903679" y="357759"/>
                  </a:lnTo>
                  <a:lnTo>
                    <a:pt x="1898980" y="357505"/>
                  </a:lnTo>
                  <a:lnTo>
                    <a:pt x="1894281" y="358787"/>
                  </a:lnTo>
                  <a:lnTo>
                    <a:pt x="1889582" y="359918"/>
                  </a:lnTo>
                  <a:lnTo>
                    <a:pt x="1871929" y="384556"/>
                  </a:lnTo>
                  <a:lnTo>
                    <a:pt x="1871967" y="385318"/>
                  </a:lnTo>
                  <a:lnTo>
                    <a:pt x="1872068" y="387223"/>
                  </a:lnTo>
                  <a:lnTo>
                    <a:pt x="1872107" y="387985"/>
                  </a:lnTo>
                  <a:lnTo>
                    <a:pt x="1872221" y="389382"/>
                  </a:lnTo>
                  <a:lnTo>
                    <a:pt x="1873961" y="393954"/>
                  </a:lnTo>
                  <a:lnTo>
                    <a:pt x="1875612" y="398780"/>
                  </a:lnTo>
                  <a:lnTo>
                    <a:pt x="1878787" y="403352"/>
                  </a:lnTo>
                  <a:lnTo>
                    <a:pt x="1883359" y="407924"/>
                  </a:lnTo>
                  <a:lnTo>
                    <a:pt x="1887677" y="412369"/>
                  </a:lnTo>
                  <a:lnTo>
                    <a:pt x="1892249" y="415417"/>
                  </a:lnTo>
                  <a:lnTo>
                    <a:pt x="1901774" y="418719"/>
                  </a:lnTo>
                  <a:lnTo>
                    <a:pt x="1906473" y="418973"/>
                  </a:lnTo>
                  <a:lnTo>
                    <a:pt x="1915744" y="416687"/>
                  </a:lnTo>
                  <a:lnTo>
                    <a:pt x="1920062" y="414020"/>
                  </a:lnTo>
                  <a:lnTo>
                    <a:pt x="1924380" y="409702"/>
                  </a:lnTo>
                  <a:lnTo>
                    <a:pt x="1928190" y="405892"/>
                  </a:lnTo>
                  <a:lnTo>
                    <a:pt x="1929003" y="404622"/>
                  </a:lnTo>
                  <a:lnTo>
                    <a:pt x="1930984" y="401320"/>
                  </a:lnTo>
                  <a:lnTo>
                    <a:pt x="1932254" y="396621"/>
                  </a:lnTo>
                  <a:lnTo>
                    <a:pt x="1933397" y="392049"/>
                  </a:lnTo>
                  <a:close/>
                </a:path>
                <a:path w="3479800" h="668020">
                  <a:moveTo>
                    <a:pt x="1955012" y="334035"/>
                  </a:moveTo>
                  <a:lnTo>
                    <a:pt x="1954936" y="333629"/>
                  </a:lnTo>
                  <a:lnTo>
                    <a:pt x="1948878" y="301371"/>
                  </a:lnTo>
                  <a:lnTo>
                    <a:pt x="1948764" y="300736"/>
                  </a:lnTo>
                  <a:lnTo>
                    <a:pt x="1941017" y="308356"/>
                  </a:lnTo>
                  <a:lnTo>
                    <a:pt x="1946656" y="333629"/>
                  </a:lnTo>
                  <a:lnTo>
                    <a:pt x="1946744" y="334035"/>
                  </a:lnTo>
                  <a:lnTo>
                    <a:pt x="1950694" y="334035"/>
                  </a:lnTo>
                  <a:lnTo>
                    <a:pt x="1955012" y="334035"/>
                  </a:lnTo>
                  <a:close/>
                </a:path>
                <a:path w="3479800" h="668020">
                  <a:moveTo>
                    <a:pt x="1991690" y="340995"/>
                  </a:moveTo>
                  <a:lnTo>
                    <a:pt x="1955393" y="334035"/>
                  </a:lnTo>
                  <a:lnTo>
                    <a:pt x="1955012" y="334035"/>
                  </a:lnTo>
                  <a:lnTo>
                    <a:pt x="1955076" y="334391"/>
                  </a:lnTo>
                  <a:lnTo>
                    <a:pt x="1948383" y="334391"/>
                  </a:lnTo>
                  <a:lnTo>
                    <a:pt x="1946821" y="334391"/>
                  </a:lnTo>
                  <a:lnTo>
                    <a:pt x="1946744" y="334035"/>
                  </a:lnTo>
                  <a:lnTo>
                    <a:pt x="1921205" y="328295"/>
                  </a:lnTo>
                  <a:lnTo>
                    <a:pt x="1913458" y="335915"/>
                  </a:lnTo>
                  <a:lnTo>
                    <a:pt x="1946732" y="342404"/>
                  </a:lnTo>
                  <a:lnTo>
                    <a:pt x="1947265" y="342519"/>
                  </a:lnTo>
                  <a:lnTo>
                    <a:pt x="1948637" y="342773"/>
                  </a:lnTo>
                  <a:lnTo>
                    <a:pt x="1947265" y="342519"/>
                  </a:lnTo>
                  <a:lnTo>
                    <a:pt x="1946757" y="342519"/>
                  </a:lnTo>
                  <a:lnTo>
                    <a:pt x="1953717" y="378968"/>
                  </a:lnTo>
                  <a:lnTo>
                    <a:pt x="1961337" y="371348"/>
                  </a:lnTo>
                  <a:lnTo>
                    <a:pt x="1955380" y="342773"/>
                  </a:lnTo>
                  <a:lnTo>
                    <a:pt x="1955317" y="342519"/>
                  </a:lnTo>
                  <a:lnTo>
                    <a:pt x="1984070" y="348615"/>
                  </a:lnTo>
                  <a:lnTo>
                    <a:pt x="1991690" y="340995"/>
                  </a:lnTo>
                  <a:close/>
                </a:path>
                <a:path w="3479800" h="668020">
                  <a:moveTo>
                    <a:pt x="2033854" y="298831"/>
                  </a:moveTo>
                  <a:lnTo>
                    <a:pt x="2020773" y="285750"/>
                  </a:lnTo>
                  <a:lnTo>
                    <a:pt x="2015350" y="280327"/>
                  </a:lnTo>
                  <a:lnTo>
                    <a:pt x="2015350" y="297180"/>
                  </a:lnTo>
                  <a:lnTo>
                    <a:pt x="2015223" y="300736"/>
                  </a:lnTo>
                  <a:lnTo>
                    <a:pt x="2015185" y="301371"/>
                  </a:lnTo>
                  <a:lnTo>
                    <a:pt x="2014486" y="304165"/>
                  </a:lnTo>
                  <a:lnTo>
                    <a:pt x="2013343" y="308356"/>
                  </a:lnTo>
                  <a:lnTo>
                    <a:pt x="2013280" y="308610"/>
                  </a:lnTo>
                  <a:lnTo>
                    <a:pt x="2011502" y="311785"/>
                  </a:lnTo>
                  <a:lnTo>
                    <a:pt x="2006041" y="317246"/>
                  </a:lnTo>
                  <a:lnTo>
                    <a:pt x="2003259" y="318770"/>
                  </a:lnTo>
                  <a:lnTo>
                    <a:pt x="1998294" y="318770"/>
                  </a:lnTo>
                  <a:lnTo>
                    <a:pt x="1996008" y="317754"/>
                  </a:lnTo>
                  <a:lnTo>
                    <a:pt x="1990928" y="312674"/>
                  </a:lnTo>
                  <a:lnTo>
                    <a:pt x="1990293" y="308737"/>
                  </a:lnTo>
                  <a:lnTo>
                    <a:pt x="1992210" y="304419"/>
                  </a:lnTo>
                  <a:lnTo>
                    <a:pt x="1994230" y="299466"/>
                  </a:lnTo>
                  <a:lnTo>
                    <a:pt x="1998929" y="293370"/>
                  </a:lnTo>
                  <a:lnTo>
                    <a:pt x="2006422" y="285750"/>
                  </a:lnTo>
                  <a:lnTo>
                    <a:pt x="2014931" y="294132"/>
                  </a:lnTo>
                  <a:lnTo>
                    <a:pt x="2015350" y="297180"/>
                  </a:lnTo>
                  <a:lnTo>
                    <a:pt x="2015350" y="280327"/>
                  </a:lnTo>
                  <a:lnTo>
                    <a:pt x="2008073" y="273050"/>
                  </a:lnTo>
                  <a:lnTo>
                    <a:pt x="2002993" y="267970"/>
                  </a:lnTo>
                  <a:lnTo>
                    <a:pt x="2000199" y="266065"/>
                  </a:lnTo>
                  <a:lnTo>
                    <a:pt x="1997278" y="265049"/>
                  </a:lnTo>
                  <a:lnTo>
                    <a:pt x="1994484" y="264033"/>
                  </a:lnTo>
                  <a:lnTo>
                    <a:pt x="1991817" y="263779"/>
                  </a:lnTo>
                  <a:lnTo>
                    <a:pt x="1965528" y="290322"/>
                  </a:lnTo>
                  <a:lnTo>
                    <a:pt x="1966722" y="297180"/>
                  </a:lnTo>
                  <a:lnTo>
                    <a:pt x="1966798" y="297561"/>
                  </a:lnTo>
                  <a:lnTo>
                    <a:pt x="1968830" y="300990"/>
                  </a:lnTo>
                  <a:lnTo>
                    <a:pt x="1972259" y="304419"/>
                  </a:lnTo>
                  <a:lnTo>
                    <a:pt x="1979244" y="297561"/>
                  </a:lnTo>
                  <a:lnTo>
                    <a:pt x="1976069" y="294386"/>
                  </a:lnTo>
                  <a:lnTo>
                    <a:pt x="1974799" y="291084"/>
                  </a:lnTo>
                  <a:lnTo>
                    <a:pt x="1975815" y="284226"/>
                  </a:lnTo>
                  <a:lnTo>
                    <a:pt x="1977466" y="281051"/>
                  </a:lnTo>
                  <a:lnTo>
                    <a:pt x="1980387" y="278257"/>
                  </a:lnTo>
                  <a:lnTo>
                    <a:pt x="1983054" y="275463"/>
                  </a:lnTo>
                  <a:lnTo>
                    <a:pt x="1985975" y="273939"/>
                  </a:lnTo>
                  <a:lnTo>
                    <a:pt x="1989023" y="273558"/>
                  </a:lnTo>
                  <a:lnTo>
                    <a:pt x="1992071" y="273050"/>
                  </a:lnTo>
                  <a:lnTo>
                    <a:pt x="1995500" y="274574"/>
                  </a:lnTo>
                  <a:lnTo>
                    <a:pt x="2001977" y="281051"/>
                  </a:lnTo>
                  <a:lnTo>
                    <a:pt x="1996262" y="286893"/>
                  </a:lnTo>
                  <a:lnTo>
                    <a:pt x="1991690" y="292227"/>
                  </a:lnTo>
                  <a:lnTo>
                    <a:pt x="1981657" y="315341"/>
                  </a:lnTo>
                  <a:lnTo>
                    <a:pt x="1983308" y="319405"/>
                  </a:lnTo>
                  <a:lnTo>
                    <a:pt x="1987118" y="323100"/>
                  </a:lnTo>
                  <a:lnTo>
                    <a:pt x="1989658" y="325755"/>
                  </a:lnTo>
                  <a:lnTo>
                    <a:pt x="1992452" y="327406"/>
                  </a:lnTo>
                  <a:lnTo>
                    <a:pt x="1995500" y="327926"/>
                  </a:lnTo>
                  <a:lnTo>
                    <a:pt x="1998421" y="328549"/>
                  </a:lnTo>
                  <a:lnTo>
                    <a:pt x="2012137" y="322072"/>
                  </a:lnTo>
                  <a:lnTo>
                    <a:pt x="2015439" y="318770"/>
                  </a:lnTo>
                  <a:lnTo>
                    <a:pt x="2017852" y="315099"/>
                  </a:lnTo>
                  <a:lnTo>
                    <a:pt x="2019122" y="311289"/>
                  </a:lnTo>
                  <a:lnTo>
                    <a:pt x="2020265" y="307467"/>
                  </a:lnTo>
                  <a:lnTo>
                    <a:pt x="2020506" y="305562"/>
                  </a:lnTo>
                  <a:lnTo>
                    <a:pt x="2020519" y="299466"/>
                  </a:lnTo>
                  <a:lnTo>
                    <a:pt x="2027250" y="305562"/>
                  </a:lnTo>
                  <a:lnTo>
                    <a:pt x="2033219" y="299466"/>
                  </a:lnTo>
                  <a:lnTo>
                    <a:pt x="2033854" y="298831"/>
                  </a:lnTo>
                  <a:close/>
                </a:path>
                <a:path w="3479800" h="668020">
                  <a:moveTo>
                    <a:pt x="2056269" y="276352"/>
                  </a:moveTo>
                  <a:lnTo>
                    <a:pt x="2050618" y="266446"/>
                  </a:lnTo>
                  <a:lnTo>
                    <a:pt x="2046554" y="266446"/>
                  </a:lnTo>
                  <a:lnTo>
                    <a:pt x="2044776" y="267208"/>
                  </a:lnTo>
                  <a:lnTo>
                    <a:pt x="2041601" y="270383"/>
                  </a:lnTo>
                  <a:lnTo>
                    <a:pt x="2040826" y="272034"/>
                  </a:lnTo>
                  <a:lnTo>
                    <a:pt x="2040712" y="276352"/>
                  </a:lnTo>
                  <a:lnTo>
                    <a:pt x="2041372" y="278003"/>
                  </a:lnTo>
                  <a:lnTo>
                    <a:pt x="2041474" y="278257"/>
                  </a:lnTo>
                  <a:lnTo>
                    <a:pt x="2044522" y="281305"/>
                  </a:lnTo>
                  <a:lnTo>
                    <a:pt x="2046300" y="282067"/>
                  </a:lnTo>
                  <a:lnTo>
                    <a:pt x="2050173" y="282067"/>
                  </a:lnTo>
                  <a:lnTo>
                    <a:pt x="2052078" y="281305"/>
                  </a:lnTo>
                  <a:lnTo>
                    <a:pt x="2052269" y="281305"/>
                  </a:lnTo>
                  <a:lnTo>
                    <a:pt x="2055571" y="278003"/>
                  </a:lnTo>
                  <a:lnTo>
                    <a:pt x="2056269" y="276352"/>
                  </a:lnTo>
                  <a:close/>
                </a:path>
                <a:path w="3479800" h="668020">
                  <a:moveTo>
                    <a:pt x="2079574" y="248920"/>
                  </a:moveTo>
                  <a:lnTo>
                    <a:pt x="2078863" y="247142"/>
                  </a:lnTo>
                  <a:lnTo>
                    <a:pt x="2075764" y="243967"/>
                  </a:lnTo>
                  <a:lnTo>
                    <a:pt x="2074125" y="243205"/>
                  </a:lnTo>
                  <a:lnTo>
                    <a:pt x="2069795" y="243205"/>
                  </a:lnTo>
                  <a:lnTo>
                    <a:pt x="2068017" y="243967"/>
                  </a:lnTo>
                  <a:lnTo>
                    <a:pt x="2064842" y="247142"/>
                  </a:lnTo>
                  <a:lnTo>
                    <a:pt x="2064080" y="248920"/>
                  </a:lnTo>
                  <a:lnTo>
                    <a:pt x="2063953" y="253111"/>
                  </a:lnTo>
                  <a:lnTo>
                    <a:pt x="2064715" y="254889"/>
                  </a:lnTo>
                  <a:lnTo>
                    <a:pt x="2067763" y="257937"/>
                  </a:lnTo>
                  <a:lnTo>
                    <a:pt x="2069668" y="258699"/>
                  </a:lnTo>
                  <a:lnTo>
                    <a:pt x="2073859" y="258699"/>
                  </a:lnTo>
                  <a:lnTo>
                    <a:pt x="2075637" y="257937"/>
                  </a:lnTo>
                  <a:lnTo>
                    <a:pt x="2078685" y="254889"/>
                  </a:lnTo>
                  <a:lnTo>
                    <a:pt x="2079472" y="253111"/>
                  </a:lnTo>
                  <a:lnTo>
                    <a:pt x="2079574" y="248920"/>
                  </a:lnTo>
                  <a:close/>
                </a:path>
                <a:path w="3479800" h="668020">
                  <a:moveTo>
                    <a:pt x="2102878" y="229743"/>
                  </a:moveTo>
                  <a:lnTo>
                    <a:pt x="2102815" y="225425"/>
                  </a:lnTo>
                  <a:lnTo>
                    <a:pt x="2102104" y="223774"/>
                  </a:lnTo>
                  <a:lnTo>
                    <a:pt x="2099005" y="220599"/>
                  </a:lnTo>
                  <a:lnTo>
                    <a:pt x="2097227" y="219837"/>
                  </a:lnTo>
                  <a:lnTo>
                    <a:pt x="2093163" y="219837"/>
                  </a:lnTo>
                  <a:lnTo>
                    <a:pt x="2091385" y="220599"/>
                  </a:lnTo>
                  <a:lnTo>
                    <a:pt x="2088210" y="223774"/>
                  </a:lnTo>
                  <a:lnTo>
                    <a:pt x="2087435" y="225425"/>
                  </a:lnTo>
                  <a:lnTo>
                    <a:pt x="2087321" y="229743"/>
                  </a:lnTo>
                  <a:lnTo>
                    <a:pt x="2087981" y="231394"/>
                  </a:lnTo>
                  <a:lnTo>
                    <a:pt x="2088083" y="231648"/>
                  </a:lnTo>
                  <a:lnTo>
                    <a:pt x="2091131" y="234696"/>
                  </a:lnTo>
                  <a:lnTo>
                    <a:pt x="2092909" y="235458"/>
                  </a:lnTo>
                  <a:lnTo>
                    <a:pt x="2097100" y="235458"/>
                  </a:lnTo>
                  <a:lnTo>
                    <a:pt x="2098725" y="234696"/>
                  </a:lnTo>
                  <a:lnTo>
                    <a:pt x="2098878" y="234696"/>
                  </a:lnTo>
                  <a:lnTo>
                    <a:pt x="2100529" y="233045"/>
                  </a:lnTo>
                  <a:lnTo>
                    <a:pt x="2102053" y="231394"/>
                  </a:lnTo>
                  <a:lnTo>
                    <a:pt x="2102878" y="229743"/>
                  </a:lnTo>
                  <a:close/>
                </a:path>
                <a:path w="3479800" h="668020">
                  <a:moveTo>
                    <a:pt x="2517343" y="566674"/>
                  </a:moveTo>
                  <a:lnTo>
                    <a:pt x="2512898" y="562229"/>
                  </a:lnTo>
                  <a:lnTo>
                    <a:pt x="2459939" y="509270"/>
                  </a:lnTo>
                  <a:lnTo>
                    <a:pt x="2459685" y="509270"/>
                  </a:lnTo>
                  <a:lnTo>
                    <a:pt x="2452573" y="516382"/>
                  </a:lnTo>
                  <a:lnTo>
                    <a:pt x="2452446" y="516509"/>
                  </a:lnTo>
                  <a:lnTo>
                    <a:pt x="2498293" y="562229"/>
                  </a:lnTo>
                  <a:lnTo>
                    <a:pt x="2487930" y="560324"/>
                  </a:lnTo>
                  <a:lnTo>
                    <a:pt x="2420950" y="548005"/>
                  </a:lnTo>
                  <a:lnTo>
                    <a:pt x="2413063" y="555879"/>
                  </a:lnTo>
                  <a:lnTo>
                    <a:pt x="2470607" y="613410"/>
                  </a:lnTo>
                  <a:lnTo>
                    <a:pt x="2477846" y="606171"/>
                  </a:lnTo>
                  <a:lnTo>
                    <a:pt x="2431999" y="560324"/>
                  </a:lnTo>
                  <a:lnTo>
                    <a:pt x="2509469" y="574548"/>
                  </a:lnTo>
                  <a:lnTo>
                    <a:pt x="2517343" y="566674"/>
                  </a:lnTo>
                  <a:close/>
                </a:path>
                <a:path w="3479800" h="668020">
                  <a:moveTo>
                    <a:pt x="2557602" y="519176"/>
                  </a:moveTo>
                  <a:lnTo>
                    <a:pt x="2557475" y="514350"/>
                  </a:lnTo>
                  <a:lnTo>
                    <a:pt x="2555824" y="509651"/>
                  </a:lnTo>
                  <a:lnTo>
                    <a:pt x="2554173" y="504825"/>
                  </a:lnTo>
                  <a:lnTo>
                    <a:pt x="2551125" y="500253"/>
                  </a:lnTo>
                  <a:lnTo>
                    <a:pt x="2548458" y="497586"/>
                  </a:lnTo>
                  <a:lnTo>
                    <a:pt x="2548458" y="518795"/>
                  </a:lnTo>
                  <a:lnTo>
                    <a:pt x="2547518" y="524637"/>
                  </a:lnTo>
                  <a:lnTo>
                    <a:pt x="2547442" y="525145"/>
                  </a:lnTo>
                  <a:lnTo>
                    <a:pt x="2545664" y="528320"/>
                  </a:lnTo>
                  <a:lnTo>
                    <a:pt x="2542616" y="531368"/>
                  </a:lnTo>
                  <a:lnTo>
                    <a:pt x="2539695" y="534416"/>
                  </a:lnTo>
                  <a:lnTo>
                    <a:pt x="2536406" y="536194"/>
                  </a:lnTo>
                  <a:lnTo>
                    <a:pt x="2535605" y="536194"/>
                  </a:lnTo>
                  <a:lnTo>
                    <a:pt x="2530424" y="536829"/>
                  </a:lnTo>
                  <a:lnTo>
                    <a:pt x="2505430" y="511683"/>
                  </a:lnTo>
                  <a:lnTo>
                    <a:pt x="2506002" y="506984"/>
                  </a:lnTo>
                  <a:lnTo>
                    <a:pt x="2506103" y="506222"/>
                  </a:lnTo>
                  <a:lnTo>
                    <a:pt x="2506167" y="505714"/>
                  </a:lnTo>
                  <a:lnTo>
                    <a:pt x="2523566" y="493903"/>
                  </a:lnTo>
                  <a:lnTo>
                    <a:pt x="2526741" y="494538"/>
                  </a:lnTo>
                  <a:lnTo>
                    <a:pt x="2548458" y="518795"/>
                  </a:lnTo>
                  <a:lnTo>
                    <a:pt x="2548458" y="497586"/>
                  </a:lnTo>
                  <a:lnTo>
                    <a:pt x="2546680" y="495808"/>
                  </a:lnTo>
                  <a:lnTo>
                    <a:pt x="2544826" y="493903"/>
                  </a:lnTo>
                  <a:lnTo>
                    <a:pt x="2542235" y="491236"/>
                  </a:lnTo>
                  <a:lnTo>
                    <a:pt x="2537536" y="488188"/>
                  </a:lnTo>
                  <a:lnTo>
                    <a:pt x="2527884" y="484886"/>
                  </a:lnTo>
                  <a:lnTo>
                    <a:pt x="2523185" y="484632"/>
                  </a:lnTo>
                  <a:lnTo>
                    <a:pt x="2518486" y="485902"/>
                  </a:lnTo>
                  <a:lnTo>
                    <a:pt x="2513787" y="487045"/>
                  </a:lnTo>
                  <a:lnTo>
                    <a:pt x="2496134" y="511683"/>
                  </a:lnTo>
                  <a:lnTo>
                    <a:pt x="2496172" y="512445"/>
                  </a:lnTo>
                  <a:lnTo>
                    <a:pt x="2496274" y="514350"/>
                  </a:lnTo>
                  <a:lnTo>
                    <a:pt x="2496312" y="515112"/>
                  </a:lnTo>
                  <a:lnTo>
                    <a:pt x="2496426" y="516509"/>
                  </a:lnTo>
                  <a:lnTo>
                    <a:pt x="2498166" y="521081"/>
                  </a:lnTo>
                  <a:lnTo>
                    <a:pt x="2499817" y="525907"/>
                  </a:lnTo>
                  <a:lnTo>
                    <a:pt x="2530678" y="546100"/>
                  </a:lnTo>
                  <a:lnTo>
                    <a:pt x="2539949" y="543814"/>
                  </a:lnTo>
                  <a:lnTo>
                    <a:pt x="2544267" y="541147"/>
                  </a:lnTo>
                  <a:lnTo>
                    <a:pt x="2548585" y="536829"/>
                  </a:lnTo>
                  <a:lnTo>
                    <a:pt x="2552395" y="533019"/>
                  </a:lnTo>
                  <a:lnTo>
                    <a:pt x="2553436" y="531368"/>
                  </a:lnTo>
                  <a:lnTo>
                    <a:pt x="2555189" y="528447"/>
                  </a:lnTo>
                  <a:lnTo>
                    <a:pt x="2556459" y="523748"/>
                  </a:lnTo>
                  <a:lnTo>
                    <a:pt x="2557602" y="519176"/>
                  </a:lnTo>
                  <a:close/>
                </a:path>
                <a:path w="3479800" h="668020">
                  <a:moveTo>
                    <a:pt x="2591638" y="492379"/>
                  </a:moveTo>
                  <a:lnTo>
                    <a:pt x="2562301" y="463169"/>
                  </a:lnTo>
                  <a:lnTo>
                    <a:pt x="2562047" y="461010"/>
                  </a:lnTo>
                  <a:lnTo>
                    <a:pt x="2562009" y="458089"/>
                  </a:lnTo>
                  <a:lnTo>
                    <a:pt x="2562428" y="454660"/>
                  </a:lnTo>
                  <a:lnTo>
                    <a:pt x="2562936" y="452501"/>
                  </a:lnTo>
                  <a:lnTo>
                    <a:pt x="2564079" y="450342"/>
                  </a:lnTo>
                  <a:lnTo>
                    <a:pt x="2565095" y="448310"/>
                  </a:lnTo>
                  <a:lnTo>
                    <a:pt x="2566619" y="446151"/>
                  </a:lnTo>
                  <a:lnTo>
                    <a:pt x="2569667" y="443103"/>
                  </a:lnTo>
                  <a:lnTo>
                    <a:pt x="2563063" y="436626"/>
                  </a:lnTo>
                  <a:lnTo>
                    <a:pt x="2555824" y="454660"/>
                  </a:lnTo>
                  <a:lnTo>
                    <a:pt x="2556840" y="458089"/>
                  </a:lnTo>
                  <a:lnTo>
                    <a:pt x="2549474" y="451231"/>
                  </a:lnTo>
                  <a:lnTo>
                    <a:pt x="2542743" y="458089"/>
                  </a:lnTo>
                  <a:lnTo>
                    <a:pt x="2542984" y="458089"/>
                  </a:lnTo>
                  <a:lnTo>
                    <a:pt x="2584399" y="499618"/>
                  </a:lnTo>
                  <a:lnTo>
                    <a:pt x="2591638" y="492379"/>
                  </a:lnTo>
                  <a:close/>
                </a:path>
                <a:path w="3479800" h="668020">
                  <a:moveTo>
                    <a:pt x="2619959" y="464058"/>
                  </a:moveTo>
                  <a:lnTo>
                    <a:pt x="2591130" y="435229"/>
                  </a:lnTo>
                  <a:lnTo>
                    <a:pt x="2584145" y="428244"/>
                  </a:lnTo>
                  <a:lnTo>
                    <a:pt x="2589911" y="422402"/>
                  </a:lnTo>
                  <a:lnTo>
                    <a:pt x="2593797" y="418465"/>
                  </a:lnTo>
                  <a:lnTo>
                    <a:pt x="2587955" y="412750"/>
                  </a:lnTo>
                  <a:lnTo>
                    <a:pt x="2578303" y="422402"/>
                  </a:lnTo>
                  <a:lnTo>
                    <a:pt x="2576017" y="420116"/>
                  </a:lnTo>
                  <a:lnTo>
                    <a:pt x="2573350" y="417576"/>
                  </a:lnTo>
                  <a:lnTo>
                    <a:pt x="2571699" y="415163"/>
                  </a:lnTo>
                  <a:lnTo>
                    <a:pt x="2570543" y="411480"/>
                  </a:lnTo>
                  <a:lnTo>
                    <a:pt x="2570467" y="411226"/>
                  </a:lnTo>
                  <a:lnTo>
                    <a:pt x="2570619" y="410591"/>
                  </a:lnTo>
                  <a:lnTo>
                    <a:pt x="2571216" y="409067"/>
                  </a:lnTo>
                  <a:lnTo>
                    <a:pt x="2571318" y="408813"/>
                  </a:lnTo>
                  <a:lnTo>
                    <a:pt x="2577668" y="402463"/>
                  </a:lnTo>
                  <a:lnTo>
                    <a:pt x="2572080" y="396875"/>
                  </a:lnTo>
                  <a:lnTo>
                    <a:pt x="2561031" y="412750"/>
                  </a:lnTo>
                  <a:lnTo>
                    <a:pt x="2561539" y="416814"/>
                  </a:lnTo>
                  <a:lnTo>
                    <a:pt x="2562301" y="418846"/>
                  </a:lnTo>
                  <a:lnTo>
                    <a:pt x="2563698" y="420878"/>
                  </a:lnTo>
                  <a:lnTo>
                    <a:pt x="2564968" y="422910"/>
                  </a:lnTo>
                  <a:lnTo>
                    <a:pt x="2566746" y="425069"/>
                  </a:lnTo>
                  <a:lnTo>
                    <a:pt x="2571191" y="429514"/>
                  </a:lnTo>
                  <a:lnTo>
                    <a:pt x="2564079" y="436626"/>
                  </a:lnTo>
                  <a:lnTo>
                    <a:pt x="2564333" y="436626"/>
                  </a:lnTo>
                  <a:lnTo>
                    <a:pt x="2570048" y="442214"/>
                  </a:lnTo>
                  <a:lnTo>
                    <a:pt x="2577033" y="435229"/>
                  </a:lnTo>
                  <a:lnTo>
                    <a:pt x="2612847" y="471170"/>
                  </a:lnTo>
                  <a:lnTo>
                    <a:pt x="2619959" y="464058"/>
                  </a:lnTo>
                  <a:close/>
                </a:path>
                <a:path w="3479800" h="668020">
                  <a:moveTo>
                    <a:pt x="2652725" y="431292"/>
                  </a:moveTo>
                  <a:lnTo>
                    <a:pt x="2652344" y="430911"/>
                  </a:lnTo>
                  <a:lnTo>
                    <a:pt x="2646883" y="425450"/>
                  </a:lnTo>
                  <a:lnTo>
                    <a:pt x="2642438" y="429895"/>
                  </a:lnTo>
                  <a:lnTo>
                    <a:pt x="2640152" y="430911"/>
                  </a:lnTo>
                  <a:lnTo>
                    <a:pt x="2638120" y="430149"/>
                  </a:lnTo>
                  <a:lnTo>
                    <a:pt x="2636088" y="429514"/>
                  </a:lnTo>
                  <a:lnTo>
                    <a:pt x="2633802" y="427863"/>
                  </a:lnTo>
                  <a:lnTo>
                    <a:pt x="2587574" y="381635"/>
                  </a:lnTo>
                  <a:lnTo>
                    <a:pt x="2587320" y="381635"/>
                  </a:lnTo>
                  <a:lnTo>
                    <a:pt x="2580335" y="388620"/>
                  </a:lnTo>
                  <a:lnTo>
                    <a:pt x="2627198" y="435483"/>
                  </a:lnTo>
                  <a:lnTo>
                    <a:pt x="2629992" y="437642"/>
                  </a:lnTo>
                  <a:lnTo>
                    <a:pt x="2632659" y="438912"/>
                  </a:lnTo>
                  <a:lnTo>
                    <a:pt x="2635326" y="440309"/>
                  </a:lnTo>
                  <a:lnTo>
                    <a:pt x="2638120" y="440563"/>
                  </a:lnTo>
                  <a:lnTo>
                    <a:pt x="2640914" y="439928"/>
                  </a:lnTo>
                  <a:lnTo>
                    <a:pt x="2643835" y="439166"/>
                  </a:lnTo>
                  <a:lnTo>
                    <a:pt x="2646883" y="437134"/>
                  </a:lnTo>
                  <a:lnTo>
                    <a:pt x="2652725" y="431292"/>
                  </a:lnTo>
                  <a:close/>
                </a:path>
                <a:path w="3479800" h="668020">
                  <a:moveTo>
                    <a:pt x="2692349" y="384429"/>
                  </a:moveTo>
                  <a:lnTo>
                    <a:pt x="2692298" y="383540"/>
                  </a:lnTo>
                  <a:lnTo>
                    <a:pt x="2692196" y="381635"/>
                  </a:lnTo>
                  <a:lnTo>
                    <a:pt x="2692095" y="379730"/>
                  </a:lnTo>
                  <a:lnTo>
                    <a:pt x="2690444" y="374904"/>
                  </a:lnTo>
                  <a:lnTo>
                    <a:pt x="2688920" y="370078"/>
                  </a:lnTo>
                  <a:lnTo>
                    <a:pt x="2685872" y="365506"/>
                  </a:lnTo>
                  <a:lnTo>
                    <a:pt x="2683027" y="362661"/>
                  </a:lnTo>
                  <a:lnTo>
                    <a:pt x="2683027" y="384429"/>
                  </a:lnTo>
                  <a:lnTo>
                    <a:pt x="2682798" y="386461"/>
                  </a:lnTo>
                  <a:lnTo>
                    <a:pt x="2682697" y="387362"/>
                  </a:lnTo>
                  <a:lnTo>
                    <a:pt x="2682494" y="388620"/>
                  </a:lnTo>
                  <a:lnTo>
                    <a:pt x="2682405" y="389128"/>
                  </a:lnTo>
                  <a:lnTo>
                    <a:pt x="2682278" y="389890"/>
                  </a:lnTo>
                  <a:lnTo>
                    <a:pt x="2668219" y="401701"/>
                  </a:lnTo>
                  <a:lnTo>
                    <a:pt x="2665031" y="402221"/>
                  </a:lnTo>
                  <a:lnTo>
                    <a:pt x="2662593" y="401701"/>
                  </a:lnTo>
                  <a:lnTo>
                    <a:pt x="2662237" y="401701"/>
                  </a:lnTo>
                  <a:lnTo>
                    <a:pt x="2655646" y="398272"/>
                  </a:lnTo>
                  <a:lnTo>
                    <a:pt x="2652598" y="395986"/>
                  </a:lnTo>
                  <a:lnTo>
                    <a:pt x="2646502" y="389890"/>
                  </a:lnTo>
                  <a:lnTo>
                    <a:pt x="2644089" y="386842"/>
                  </a:lnTo>
                  <a:lnTo>
                    <a:pt x="2642438" y="383540"/>
                  </a:lnTo>
                  <a:lnTo>
                    <a:pt x="2640787" y="380365"/>
                  </a:lnTo>
                  <a:lnTo>
                    <a:pt x="2640241" y="377698"/>
                  </a:lnTo>
                  <a:lnTo>
                    <a:pt x="2640177" y="376936"/>
                  </a:lnTo>
                  <a:lnTo>
                    <a:pt x="2640736" y="372376"/>
                  </a:lnTo>
                  <a:lnTo>
                    <a:pt x="2640850" y="371487"/>
                  </a:lnTo>
                  <a:lnTo>
                    <a:pt x="2640914" y="370967"/>
                  </a:lnTo>
                  <a:lnTo>
                    <a:pt x="2642565" y="367919"/>
                  </a:lnTo>
                  <a:lnTo>
                    <a:pt x="2648661" y="361823"/>
                  </a:lnTo>
                  <a:lnTo>
                    <a:pt x="2651836" y="360045"/>
                  </a:lnTo>
                  <a:lnTo>
                    <a:pt x="2653944" y="359791"/>
                  </a:lnTo>
                  <a:lnTo>
                    <a:pt x="2654211" y="359791"/>
                  </a:lnTo>
                  <a:lnTo>
                    <a:pt x="2658186" y="359156"/>
                  </a:lnTo>
                  <a:lnTo>
                    <a:pt x="2661361" y="359791"/>
                  </a:lnTo>
                  <a:lnTo>
                    <a:pt x="2664663" y="361442"/>
                  </a:lnTo>
                  <a:lnTo>
                    <a:pt x="2667838" y="362966"/>
                  </a:lnTo>
                  <a:lnTo>
                    <a:pt x="2683027" y="384429"/>
                  </a:lnTo>
                  <a:lnTo>
                    <a:pt x="2683027" y="362661"/>
                  </a:lnTo>
                  <a:lnTo>
                    <a:pt x="2681427" y="361061"/>
                  </a:lnTo>
                  <a:lnTo>
                    <a:pt x="2679458" y="359156"/>
                  </a:lnTo>
                  <a:lnTo>
                    <a:pt x="2676855" y="356616"/>
                  </a:lnTo>
                  <a:lnTo>
                    <a:pt x="2672283" y="353441"/>
                  </a:lnTo>
                  <a:lnTo>
                    <a:pt x="2662631" y="350151"/>
                  </a:lnTo>
                  <a:lnTo>
                    <a:pt x="2657271" y="350151"/>
                  </a:lnTo>
                  <a:lnTo>
                    <a:pt x="2630881" y="376936"/>
                  </a:lnTo>
                  <a:lnTo>
                    <a:pt x="2630919" y="377698"/>
                  </a:lnTo>
                  <a:lnTo>
                    <a:pt x="2631021" y="379730"/>
                  </a:lnTo>
                  <a:lnTo>
                    <a:pt x="2642184" y="400304"/>
                  </a:lnTo>
                  <a:lnTo>
                    <a:pt x="2646629" y="404749"/>
                  </a:lnTo>
                  <a:lnTo>
                    <a:pt x="2651201" y="407797"/>
                  </a:lnTo>
                  <a:lnTo>
                    <a:pt x="2655900" y="409448"/>
                  </a:lnTo>
                  <a:lnTo>
                    <a:pt x="2660599" y="411226"/>
                  </a:lnTo>
                  <a:lnTo>
                    <a:pt x="2665298" y="411480"/>
                  </a:lnTo>
                  <a:lnTo>
                    <a:pt x="2669997" y="410210"/>
                  </a:lnTo>
                  <a:lnTo>
                    <a:pt x="2674569" y="409067"/>
                  </a:lnTo>
                  <a:lnTo>
                    <a:pt x="2678887" y="406400"/>
                  </a:lnTo>
                  <a:lnTo>
                    <a:pt x="2682938" y="402463"/>
                  </a:lnTo>
                  <a:lnTo>
                    <a:pt x="2687015" y="398272"/>
                  </a:lnTo>
                  <a:lnTo>
                    <a:pt x="2687142" y="398145"/>
                  </a:lnTo>
                  <a:lnTo>
                    <a:pt x="2689936" y="393827"/>
                  </a:lnTo>
                  <a:lnTo>
                    <a:pt x="2691079" y="389128"/>
                  </a:lnTo>
                  <a:lnTo>
                    <a:pt x="2692349" y="384429"/>
                  </a:lnTo>
                  <a:close/>
                </a:path>
                <a:path w="3479800" h="668020">
                  <a:moveTo>
                    <a:pt x="2720860" y="363093"/>
                  </a:moveTo>
                  <a:lnTo>
                    <a:pt x="2715209" y="353199"/>
                  </a:lnTo>
                  <a:lnTo>
                    <a:pt x="2711145" y="353199"/>
                  </a:lnTo>
                  <a:lnTo>
                    <a:pt x="2709367" y="353949"/>
                  </a:lnTo>
                  <a:lnTo>
                    <a:pt x="2706192" y="357124"/>
                  </a:lnTo>
                  <a:lnTo>
                    <a:pt x="2705417" y="358787"/>
                  </a:lnTo>
                  <a:lnTo>
                    <a:pt x="2705303" y="363093"/>
                  </a:lnTo>
                  <a:lnTo>
                    <a:pt x="2706065" y="364871"/>
                  </a:lnTo>
                  <a:lnTo>
                    <a:pt x="2707589" y="366522"/>
                  </a:lnTo>
                  <a:lnTo>
                    <a:pt x="2709113" y="368046"/>
                  </a:lnTo>
                  <a:lnTo>
                    <a:pt x="2710891" y="368808"/>
                  </a:lnTo>
                  <a:lnTo>
                    <a:pt x="2714764" y="368808"/>
                  </a:lnTo>
                  <a:lnTo>
                    <a:pt x="2716669" y="368046"/>
                  </a:lnTo>
                  <a:lnTo>
                    <a:pt x="2716860" y="368046"/>
                  </a:lnTo>
                  <a:lnTo>
                    <a:pt x="2718511" y="366268"/>
                  </a:lnTo>
                  <a:lnTo>
                    <a:pt x="2720022" y="364871"/>
                  </a:lnTo>
                  <a:lnTo>
                    <a:pt x="2720860" y="363093"/>
                  </a:lnTo>
                  <a:close/>
                </a:path>
                <a:path w="3479800" h="668020">
                  <a:moveTo>
                    <a:pt x="2744165" y="335661"/>
                  </a:moveTo>
                  <a:lnTo>
                    <a:pt x="2743454" y="333883"/>
                  </a:lnTo>
                  <a:lnTo>
                    <a:pt x="2741879" y="332232"/>
                  </a:lnTo>
                  <a:lnTo>
                    <a:pt x="2740469" y="330708"/>
                  </a:lnTo>
                  <a:lnTo>
                    <a:pt x="2740647" y="330708"/>
                  </a:lnTo>
                  <a:lnTo>
                    <a:pt x="2738869" y="329946"/>
                  </a:lnTo>
                  <a:lnTo>
                    <a:pt x="2734386" y="329946"/>
                  </a:lnTo>
                  <a:lnTo>
                    <a:pt x="2732608" y="330708"/>
                  </a:lnTo>
                  <a:lnTo>
                    <a:pt x="2729433" y="333883"/>
                  </a:lnTo>
                  <a:lnTo>
                    <a:pt x="2728671" y="335661"/>
                  </a:lnTo>
                  <a:lnTo>
                    <a:pt x="2728544" y="339864"/>
                  </a:lnTo>
                  <a:lnTo>
                    <a:pt x="2729306" y="341630"/>
                  </a:lnTo>
                  <a:lnTo>
                    <a:pt x="2730957" y="343154"/>
                  </a:lnTo>
                  <a:lnTo>
                    <a:pt x="2732354" y="344678"/>
                  </a:lnTo>
                  <a:lnTo>
                    <a:pt x="2734259" y="345440"/>
                  </a:lnTo>
                  <a:lnTo>
                    <a:pt x="2738450" y="345440"/>
                  </a:lnTo>
                  <a:lnTo>
                    <a:pt x="2740228" y="344678"/>
                  </a:lnTo>
                  <a:lnTo>
                    <a:pt x="2743276" y="341630"/>
                  </a:lnTo>
                  <a:lnTo>
                    <a:pt x="2744051" y="339864"/>
                  </a:lnTo>
                  <a:lnTo>
                    <a:pt x="2744165" y="335661"/>
                  </a:lnTo>
                  <a:close/>
                </a:path>
                <a:path w="3479800" h="668020">
                  <a:moveTo>
                    <a:pt x="2767469" y="316484"/>
                  </a:moveTo>
                  <a:lnTo>
                    <a:pt x="2761818" y="306578"/>
                  </a:lnTo>
                  <a:lnTo>
                    <a:pt x="2757754" y="306578"/>
                  </a:lnTo>
                  <a:lnTo>
                    <a:pt x="2755976" y="307340"/>
                  </a:lnTo>
                  <a:lnTo>
                    <a:pt x="2752801" y="310515"/>
                  </a:lnTo>
                  <a:lnTo>
                    <a:pt x="2752026" y="312166"/>
                  </a:lnTo>
                  <a:lnTo>
                    <a:pt x="2751912" y="316484"/>
                  </a:lnTo>
                  <a:lnTo>
                    <a:pt x="2752560" y="318135"/>
                  </a:lnTo>
                  <a:lnTo>
                    <a:pt x="2752674" y="318401"/>
                  </a:lnTo>
                  <a:lnTo>
                    <a:pt x="2755722" y="321449"/>
                  </a:lnTo>
                  <a:lnTo>
                    <a:pt x="2757500" y="322199"/>
                  </a:lnTo>
                  <a:lnTo>
                    <a:pt x="2761373" y="322199"/>
                  </a:lnTo>
                  <a:lnTo>
                    <a:pt x="2763596" y="321310"/>
                  </a:lnTo>
                  <a:lnTo>
                    <a:pt x="2766771" y="318135"/>
                  </a:lnTo>
                  <a:lnTo>
                    <a:pt x="2767469" y="316484"/>
                  </a:lnTo>
                  <a:close/>
                </a:path>
                <a:path w="3479800" h="668020">
                  <a:moveTo>
                    <a:pt x="3249371" y="616712"/>
                  </a:moveTo>
                  <a:lnTo>
                    <a:pt x="3246996" y="609219"/>
                  </a:lnTo>
                  <a:lnTo>
                    <a:pt x="3245180" y="603631"/>
                  </a:lnTo>
                  <a:lnTo>
                    <a:pt x="3241116" y="597408"/>
                  </a:lnTo>
                  <a:lnTo>
                    <a:pt x="3238957" y="595210"/>
                  </a:lnTo>
                  <a:lnTo>
                    <a:pt x="3238957" y="618998"/>
                  </a:lnTo>
                  <a:lnTo>
                    <a:pt x="3238957" y="623951"/>
                  </a:lnTo>
                  <a:lnTo>
                    <a:pt x="3237306" y="628904"/>
                  </a:lnTo>
                  <a:lnTo>
                    <a:pt x="3235655" y="633730"/>
                  </a:lnTo>
                  <a:lnTo>
                    <a:pt x="3232353" y="638683"/>
                  </a:lnTo>
                  <a:lnTo>
                    <a:pt x="3217367" y="653669"/>
                  </a:lnTo>
                  <a:lnTo>
                    <a:pt x="3172790" y="609219"/>
                  </a:lnTo>
                  <a:lnTo>
                    <a:pt x="3172523" y="609219"/>
                  </a:lnTo>
                  <a:lnTo>
                    <a:pt x="3182696" y="599186"/>
                  </a:lnTo>
                  <a:lnTo>
                    <a:pt x="3187649" y="594106"/>
                  </a:lnTo>
                  <a:lnTo>
                    <a:pt x="3192411" y="590931"/>
                  </a:lnTo>
                  <a:lnTo>
                    <a:pt x="3217291" y="590931"/>
                  </a:lnTo>
                  <a:lnTo>
                    <a:pt x="3222193" y="594106"/>
                  </a:lnTo>
                  <a:lnTo>
                    <a:pt x="3227146" y="599186"/>
                  </a:lnTo>
                  <a:lnTo>
                    <a:pt x="3232226" y="604266"/>
                  </a:lnTo>
                  <a:lnTo>
                    <a:pt x="3235528" y="609219"/>
                  </a:lnTo>
                  <a:lnTo>
                    <a:pt x="3237306" y="614172"/>
                  </a:lnTo>
                  <a:lnTo>
                    <a:pt x="3238957" y="618998"/>
                  </a:lnTo>
                  <a:lnTo>
                    <a:pt x="3238957" y="595210"/>
                  </a:lnTo>
                  <a:lnTo>
                    <a:pt x="3235147" y="591312"/>
                  </a:lnTo>
                  <a:lnTo>
                    <a:pt x="3231337" y="587502"/>
                  </a:lnTo>
                  <a:lnTo>
                    <a:pt x="3229051" y="585216"/>
                  </a:lnTo>
                  <a:lnTo>
                    <a:pt x="3222828" y="581152"/>
                  </a:lnTo>
                  <a:lnTo>
                    <a:pt x="3217100" y="579374"/>
                  </a:lnTo>
                  <a:lnTo>
                    <a:pt x="3217100" y="590804"/>
                  </a:lnTo>
                  <a:lnTo>
                    <a:pt x="3216732" y="590677"/>
                  </a:lnTo>
                  <a:lnTo>
                    <a:pt x="3192970" y="590677"/>
                  </a:lnTo>
                  <a:lnTo>
                    <a:pt x="3192602" y="590804"/>
                  </a:lnTo>
                  <a:lnTo>
                    <a:pt x="3192792" y="590677"/>
                  </a:lnTo>
                  <a:lnTo>
                    <a:pt x="3192970" y="590677"/>
                  </a:lnTo>
                  <a:lnTo>
                    <a:pt x="3202381" y="587502"/>
                  </a:lnTo>
                  <a:lnTo>
                    <a:pt x="3207334" y="587502"/>
                  </a:lnTo>
                  <a:lnTo>
                    <a:pt x="3216732" y="590677"/>
                  </a:lnTo>
                  <a:lnTo>
                    <a:pt x="3216910" y="590677"/>
                  </a:lnTo>
                  <a:lnTo>
                    <a:pt x="3217100" y="590804"/>
                  </a:lnTo>
                  <a:lnTo>
                    <a:pt x="3217100" y="579374"/>
                  </a:lnTo>
                  <a:lnTo>
                    <a:pt x="3209747" y="577088"/>
                  </a:lnTo>
                  <a:lnTo>
                    <a:pt x="3202736" y="577088"/>
                  </a:lnTo>
                  <a:lnTo>
                    <a:pt x="3196234" y="579120"/>
                  </a:lnTo>
                  <a:lnTo>
                    <a:pt x="3190189" y="580898"/>
                  </a:lnTo>
                  <a:lnTo>
                    <a:pt x="3183966" y="584962"/>
                  </a:lnTo>
                  <a:lnTo>
                    <a:pt x="3177870" y="590931"/>
                  </a:lnTo>
                  <a:lnTo>
                    <a:pt x="3158566" y="610362"/>
                  </a:lnTo>
                  <a:lnTo>
                    <a:pt x="3216097" y="667893"/>
                  </a:lnTo>
                  <a:lnTo>
                    <a:pt x="3230219" y="653669"/>
                  </a:lnTo>
                  <a:lnTo>
                    <a:pt x="3241370" y="642493"/>
                  </a:lnTo>
                  <a:lnTo>
                    <a:pt x="3245434" y="636270"/>
                  </a:lnTo>
                  <a:lnTo>
                    <a:pt x="3247466" y="629793"/>
                  </a:lnTo>
                  <a:lnTo>
                    <a:pt x="3249371" y="623316"/>
                  </a:lnTo>
                  <a:lnTo>
                    <a:pt x="3249371" y="616712"/>
                  </a:lnTo>
                  <a:close/>
                </a:path>
                <a:path w="3479800" h="668020">
                  <a:moveTo>
                    <a:pt x="3303092" y="573532"/>
                  </a:moveTo>
                  <a:lnTo>
                    <a:pt x="3302939" y="570865"/>
                  </a:lnTo>
                  <a:lnTo>
                    <a:pt x="3302838" y="568833"/>
                  </a:lnTo>
                  <a:lnTo>
                    <a:pt x="3301314" y="564134"/>
                  </a:lnTo>
                  <a:lnTo>
                    <a:pt x="3299663" y="559308"/>
                  </a:lnTo>
                  <a:lnTo>
                    <a:pt x="3296615" y="554736"/>
                  </a:lnTo>
                  <a:lnTo>
                    <a:pt x="3293948" y="552069"/>
                  </a:lnTo>
                  <a:lnTo>
                    <a:pt x="3293948" y="573278"/>
                  </a:lnTo>
                  <a:lnTo>
                    <a:pt x="3293008" y="579120"/>
                  </a:lnTo>
                  <a:lnTo>
                    <a:pt x="3281781" y="590677"/>
                  </a:lnTo>
                  <a:lnTo>
                    <a:pt x="3280994" y="590677"/>
                  </a:lnTo>
                  <a:lnTo>
                    <a:pt x="3275914" y="591312"/>
                  </a:lnTo>
                  <a:lnTo>
                    <a:pt x="3250920" y="566166"/>
                  </a:lnTo>
                  <a:lnTo>
                    <a:pt x="3251593" y="560578"/>
                  </a:lnTo>
                  <a:lnTo>
                    <a:pt x="3251657" y="560070"/>
                  </a:lnTo>
                  <a:lnTo>
                    <a:pt x="3253308" y="557022"/>
                  </a:lnTo>
                  <a:lnTo>
                    <a:pt x="3256356" y="554101"/>
                  </a:lnTo>
                  <a:lnTo>
                    <a:pt x="3259404" y="551053"/>
                  </a:lnTo>
                  <a:lnTo>
                    <a:pt x="3262579" y="549275"/>
                  </a:lnTo>
                  <a:lnTo>
                    <a:pt x="3264954" y="548894"/>
                  </a:lnTo>
                  <a:lnTo>
                    <a:pt x="3264687" y="548894"/>
                  </a:lnTo>
                  <a:lnTo>
                    <a:pt x="3268929" y="548386"/>
                  </a:lnTo>
                  <a:lnTo>
                    <a:pt x="3272231" y="548894"/>
                  </a:lnTo>
                  <a:lnTo>
                    <a:pt x="3278581" y="552196"/>
                  </a:lnTo>
                  <a:lnTo>
                    <a:pt x="3281756" y="554482"/>
                  </a:lnTo>
                  <a:lnTo>
                    <a:pt x="3284804" y="557657"/>
                  </a:lnTo>
                  <a:lnTo>
                    <a:pt x="3287852" y="560578"/>
                  </a:lnTo>
                  <a:lnTo>
                    <a:pt x="3290138" y="563753"/>
                  </a:lnTo>
                  <a:lnTo>
                    <a:pt x="3291789" y="566928"/>
                  </a:lnTo>
                  <a:lnTo>
                    <a:pt x="3293313" y="570103"/>
                  </a:lnTo>
                  <a:lnTo>
                    <a:pt x="3293948" y="573278"/>
                  </a:lnTo>
                  <a:lnTo>
                    <a:pt x="3293948" y="552069"/>
                  </a:lnTo>
                  <a:lnTo>
                    <a:pt x="3292170" y="550291"/>
                  </a:lnTo>
                  <a:lnTo>
                    <a:pt x="3290316" y="548386"/>
                  </a:lnTo>
                  <a:lnTo>
                    <a:pt x="3287725" y="545719"/>
                  </a:lnTo>
                  <a:lnTo>
                    <a:pt x="3283026" y="542671"/>
                  </a:lnTo>
                  <a:lnTo>
                    <a:pt x="3273374" y="539369"/>
                  </a:lnTo>
                  <a:lnTo>
                    <a:pt x="3268675" y="539115"/>
                  </a:lnTo>
                  <a:lnTo>
                    <a:pt x="3263976" y="540385"/>
                  </a:lnTo>
                  <a:lnTo>
                    <a:pt x="3259277" y="541528"/>
                  </a:lnTo>
                  <a:lnTo>
                    <a:pt x="3254832" y="544195"/>
                  </a:lnTo>
                  <a:lnTo>
                    <a:pt x="3246577" y="552450"/>
                  </a:lnTo>
                  <a:lnTo>
                    <a:pt x="3243910" y="556768"/>
                  </a:lnTo>
                  <a:lnTo>
                    <a:pt x="3241624" y="566166"/>
                  </a:lnTo>
                  <a:lnTo>
                    <a:pt x="3241662" y="566928"/>
                  </a:lnTo>
                  <a:lnTo>
                    <a:pt x="3241764" y="568833"/>
                  </a:lnTo>
                  <a:lnTo>
                    <a:pt x="3241878" y="570865"/>
                  </a:lnTo>
                  <a:lnTo>
                    <a:pt x="3243656" y="575564"/>
                  </a:lnTo>
                  <a:lnTo>
                    <a:pt x="3245307" y="580390"/>
                  </a:lnTo>
                  <a:lnTo>
                    <a:pt x="3276041" y="600583"/>
                  </a:lnTo>
                  <a:lnTo>
                    <a:pt x="3280740" y="599440"/>
                  </a:lnTo>
                  <a:lnTo>
                    <a:pt x="3285312" y="598170"/>
                  </a:lnTo>
                  <a:lnTo>
                    <a:pt x="3289757" y="595630"/>
                  </a:lnTo>
                  <a:lnTo>
                    <a:pt x="3294075" y="591312"/>
                  </a:lnTo>
                  <a:lnTo>
                    <a:pt x="3297885" y="587502"/>
                  </a:lnTo>
                  <a:lnTo>
                    <a:pt x="3298926" y="585851"/>
                  </a:lnTo>
                  <a:lnTo>
                    <a:pt x="3300679" y="582930"/>
                  </a:lnTo>
                  <a:lnTo>
                    <a:pt x="3301822" y="578231"/>
                  </a:lnTo>
                  <a:lnTo>
                    <a:pt x="3303092" y="573532"/>
                  </a:lnTo>
                  <a:close/>
                </a:path>
                <a:path w="3479800" h="668020">
                  <a:moveTo>
                    <a:pt x="3344367" y="464820"/>
                  </a:moveTo>
                  <a:lnTo>
                    <a:pt x="3341954" y="461772"/>
                  </a:lnTo>
                  <a:lnTo>
                    <a:pt x="3339541" y="458851"/>
                  </a:lnTo>
                  <a:lnTo>
                    <a:pt x="3337382" y="456184"/>
                  </a:lnTo>
                  <a:lnTo>
                    <a:pt x="3335096" y="453517"/>
                  </a:lnTo>
                  <a:lnTo>
                    <a:pt x="3332429" y="450596"/>
                  </a:lnTo>
                  <a:lnTo>
                    <a:pt x="3329381" y="447421"/>
                  </a:lnTo>
                  <a:lnTo>
                    <a:pt x="3325317" y="443484"/>
                  </a:lnTo>
                  <a:lnTo>
                    <a:pt x="3318205" y="450596"/>
                  </a:lnTo>
                  <a:lnTo>
                    <a:pt x="3318459" y="450596"/>
                  </a:lnTo>
                  <a:lnTo>
                    <a:pt x="3322396" y="454406"/>
                  </a:lnTo>
                  <a:lnTo>
                    <a:pt x="3325444" y="457454"/>
                  </a:lnTo>
                  <a:lnTo>
                    <a:pt x="3328365" y="460121"/>
                  </a:lnTo>
                  <a:lnTo>
                    <a:pt x="3333826" y="464820"/>
                  </a:lnTo>
                  <a:lnTo>
                    <a:pt x="3339795" y="469519"/>
                  </a:lnTo>
                  <a:lnTo>
                    <a:pt x="3344367" y="464820"/>
                  </a:lnTo>
                  <a:close/>
                </a:path>
                <a:path w="3479800" h="668020">
                  <a:moveTo>
                    <a:pt x="3364814" y="519176"/>
                  </a:moveTo>
                  <a:lnTo>
                    <a:pt x="3339782" y="494030"/>
                  </a:lnTo>
                  <a:lnTo>
                    <a:pt x="3338017" y="492252"/>
                  </a:lnTo>
                  <a:lnTo>
                    <a:pt x="3333064" y="487426"/>
                  </a:lnTo>
                  <a:lnTo>
                    <a:pt x="3328238" y="484632"/>
                  </a:lnTo>
                  <a:lnTo>
                    <a:pt x="3323539" y="483997"/>
                  </a:lnTo>
                  <a:lnTo>
                    <a:pt x="3318713" y="483489"/>
                  </a:lnTo>
                  <a:lnTo>
                    <a:pt x="3314014" y="485394"/>
                  </a:lnTo>
                  <a:lnTo>
                    <a:pt x="3301441" y="508762"/>
                  </a:lnTo>
                  <a:lnTo>
                    <a:pt x="3301746" y="511175"/>
                  </a:lnTo>
                  <a:lnTo>
                    <a:pt x="3301822" y="511683"/>
                  </a:lnTo>
                  <a:lnTo>
                    <a:pt x="3295091" y="505587"/>
                  </a:lnTo>
                  <a:lnTo>
                    <a:pt x="3288233" y="512318"/>
                  </a:lnTo>
                  <a:lnTo>
                    <a:pt x="3329876" y="553986"/>
                  </a:lnTo>
                  <a:lnTo>
                    <a:pt x="3337128" y="546862"/>
                  </a:lnTo>
                  <a:lnTo>
                    <a:pt x="3307537" y="517398"/>
                  </a:lnTo>
                  <a:lnTo>
                    <a:pt x="3307156" y="514350"/>
                  </a:lnTo>
                  <a:lnTo>
                    <a:pt x="3307257" y="511683"/>
                  </a:lnTo>
                  <a:lnTo>
                    <a:pt x="3307283" y="511175"/>
                  </a:lnTo>
                  <a:lnTo>
                    <a:pt x="3308045" y="507619"/>
                  </a:lnTo>
                  <a:lnTo>
                    <a:pt x="3308680" y="504190"/>
                  </a:lnTo>
                  <a:lnTo>
                    <a:pt x="3310585" y="500761"/>
                  </a:lnTo>
                  <a:lnTo>
                    <a:pt x="3313760" y="497713"/>
                  </a:lnTo>
                  <a:lnTo>
                    <a:pt x="3315792" y="495681"/>
                  </a:lnTo>
                  <a:lnTo>
                    <a:pt x="3317824" y="494538"/>
                  </a:lnTo>
                  <a:lnTo>
                    <a:pt x="3321888" y="494030"/>
                  </a:lnTo>
                  <a:lnTo>
                    <a:pt x="3323793" y="494538"/>
                  </a:lnTo>
                  <a:lnTo>
                    <a:pt x="3327857" y="496824"/>
                  </a:lnTo>
                  <a:lnTo>
                    <a:pt x="3329889" y="498475"/>
                  </a:lnTo>
                  <a:lnTo>
                    <a:pt x="3331921" y="500380"/>
                  </a:lnTo>
                  <a:lnTo>
                    <a:pt x="3357702" y="526288"/>
                  </a:lnTo>
                  <a:lnTo>
                    <a:pt x="3364814" y="519176"/>
                  </a:lnTo>
                  <a:close/>
                </a:path>
                <a:path w="3479800" h="668020">
                  <a:moveTo>
                    <a:pt x="3416122" y="467741"/>
                  </a:moveTo>
                  <a:lnTo>
                    <a:pt x="3410407" y="462026"/>
                  </a:lnTo>
                  <a:lnTo>
                    <a:pt x="3405835" y="466471"/>
                  </a:lnTo>
                  <a:lnTo>
                    <a:pt x="3403295" y="469011"/>
                  </a:lnTo>
                  <a:lnTo>
                    <a:pt x="3401009" y="470027"/>
                  </a:lnTo>
                  <a:lnTo>
                    <a:pt x="3370021" y="442214"/>
                  </a:lnTo>
                  <a:lnTo>
                    <a:pt x="3375660" y="436499"/>
                  </a:lnTo>
                  <a:lnTo>
                    <a:pt x="3380181" y="431927"/>
                  </a:lnTo>
                  <a:lnTo>
                    <a:pt x="3374466" y="426212"/>
                  </a:lnTo>
                  <a:lnTo>
                    <a:pt x="3364179" y="436499"/>
                  </a:lnTo>
                  <a:lnTo>
                    <a:pt x="3354654" y="426974"/>
                  </a:lnTo>
                  <a:lnTo>
                    <a:pt x="3347542" y="434086"/>
                  </a:lnTo>
                  <a:lnTo>
                    <a:pt x="3357067" y="443611"/>
                  </a:lnTo>
                  <a:lnTo>
                    <a:pt x="3350082" y="450596"/>
                  </a:lnTo>
                  <a:lnTo>
                    <a:pt x="3355924" y="456311"/>
                  </a:lnTo>
                  <a:lnTo>
                    <a:pt x="3362909" y="449326"/>
                  </a:lnTo>
                  <a:lnTo>
                    <a:pt x="3385261" y="471678"/>
                  </a:lnTo>
                  <a:lnTo>
                    <a:pt x="3388055" y="474599"/>
                  </a:lnTo>
                  <a:lnTo>
                    <a:pt x="3390849" y="476631"/>
                  </a:lnTo>
                  <a:lnTo>
                    <a:pt x="3393783" y="478155"/>
                  </a:lnTo>
                  <a:lnTo>
                    <a:pt x="3396183" y="479298"/>
                  </a:lnTo>
                  <a:lnTo>
                    <a:pt x="3398977" y="479679"/>
                  </a:lnTo>
                  <a:lnTo>
                    <a:pt x="3401898" y="478917"/>
                  </a:lnTo>
                  <a:lnTo>
                    <a:pt x="3404692" y="478155"/>
                  </a:lnTo>
                  <a:lnTo>
                    <a:pt x="3407867" y="476123"/>
                  </a:lnTo>
                  <a:lnTo>
                    <a:pt x="3411169" y="472821"/>
                  </a:lnTo>
                  <a:lnTo>
                    <a:pt x="3413887" y="470027"/>
                  </a:lnTo>
                  <a:lnTo>
                    <a:pt x="3416122" y="467741"/>
                  </a:lnTo>
                  <a:close/>
                </a:path>
                <a:path w="3479800" h="668020">
                  <a:moveTo>
                    <a:pt x="3432632" y="446913"/>
                  </a:moveTo>
                  <a:lnTo>
                    <a:pt x="3431921" y="445262"/>
                  </a:lnTo>
                  <a:lnTo>
                    <a:pt x="3430473" y="443738"/>
                  </a:lnTo>
                  <a:lnTo>
                    <a:pt x="3428822" y="442087"/>
                  </a:lnTo>
                  <a:lnTo>
                    <a:pt x="3427044" y="441325"/>
                  </a:lnTo>
                  <a:lnTo>
                    <a:pt x="3422980" y="441325"/>
                  </a:lnTo>
                  <a:lnTo>
                    <a:pt x="3421075" y="442087"/>
                  </a:lnTo>
                  <a:lnTo>
                    <a:pt x="3419551" y="443738"/>
                  </a:lnTo>
                  <a:lnTo>
                    <a:pt x="3418027" y="445262"/>
                  </a:lnTo>
                  <a:lnTo>
                    <a:pt x="3417252" y="446913"/>
                  </a:lnTo>
                  <a:lnTo>
                    <a:pt x="3417138" y="447167"/>
                  </a:lnTo>
                  <a:lnTo>
                    <a:pt x="3417011" y="451231"/>
                  </a:lnTo>
                  <a:lnTo>
                    <a:pt x="3417709" y="452882"/>
                  </a:lnTo>
                  <a:lnTo>
                    <a:pt x="3417773" y="453009"/>
                  </a:lnTo>
                  <a:lnTo>
                    <a:pt x="3420821" y="456057"/>
                  </a:lnTo>
                  <a:lnTo>
                    <a:pt x="3420948" y="456184"/>
                  </a:lnTo>
                  <a:lnTo>
                    <a:pt x="3422726" y="456946"/>
                  </a:lnTo>
                  <a:lnTo>
                    <a:pt x="3426612" y="456946"/>
                  </a:lnTo>
                  <a:lnTo>
                    <a:pt x="3428695" y="456057"/>
                  </a:lnTo>
                  <a:lnTo>
                    <a:pt x="3431743" y="453009"/>
                  </a:lnTo>
                  <a:lnTo>
                    <a:pt x="3431870" y="452882"/>
                  </a:lnTo>
                  <a:lnTo>
                    <a:pt x="3432568" y="451231"/>
                  </a:lnTo>
                  <a:lnTo>
                    <a:pt x="3432632" y="446913"/>
                  </a:lnTo>
                  <a:close/>
                </a:path>
                <a:path w="3479800" h="668020">
                  <a:moveTo>
                    <a:pt x="3456000" y="423799"/>
                  </a:moveTo>
                  <a:lnTo>
                    <a:pt x="3455289" y="422021"/>
                  </a:lnTo>
                  <a:lnTo>
                    <a:pt x="3452190" y="418846"/>
                  </a:lnTo>
                  <a:lnTo>
                    <a:pt x="3452355" y="418846"/>
                  </a:lnTo>
                  <a:lnTo>
                    <a:pt x="3450285" y="417957"/>
                  </a:lnTo>
                  <a:lnTo>
                    <a:pt x="3448253" y="417957"/>
                  </a:lnTo>
                  <a:lnTo>
                    <a:pt x="3440379" y="427990"/>
                  </a:lnTo>
                  <a:lnTo>
                    <a:pt x="3441141" y="429768"/>
                  </a:lnTo>
                  <a:lnTo>
                    <a:pt x="3444189" y="432816"/>
                  </a:lnTo>
                  <a:lnTo>
                    <a:pt x="3445967" y="433578"/>
                  </a:lnTo>
                  <a:lnTo>
                    <a:pt x="3450158" y="433578"/>
                  </a:lnTo>
                  <a:lnTo>
                    <a:pt x="3452063" y="432816"/>
                  </a:lnTo>
                  <a:lnTo>
                    <a:pt x="3453587" y="431165"/>
                  </a:lnTo>
                  <a:lnTo>
                    <a:pt x="3455098" y="429768"/>
                  </a:lnTo>
                  <a:lnTo>
                    <a:pt x="3455898" y="427990"/>
                  </a:lnTo>
                  <a:lnTo>
                    <a:pt x="3456000" y="423799"/>
                  </a:lnTo>
                  <a:close/>
                </a:path>
                <a:path w="3479800" h="668020">
                  <a:moveTo>
                    <a:pt x="3479241" y="400304"/>
                  </a:moveTo>
                  <a:lnTo>
                    <a:pt x="3478530" y="398653"/>
                  </a:lnTo>
                  <a:lnTo>
                    <a:pt x="3478479" y="398526"/>
                  </a:lnTo>
                  <a:lnTo>
                    <a:pt x="3475431" y="395478"/>
                  </a:lnTo>
                  <a:lnTo>
                    <a:pt x="3473653" y="394716"/>
                  </a:lnTo>
                  <a:lnTo>
                    <a:pt x="3469589" y="394716"/>
                  </a:lnTo>
                  <a:lnTo>
                    <a:pt x="3467684" y="395478"/>
                  </a:lnTo>
                  <a:lnTo>
                    <a:pt x="3466160" y="397129"/>
                  </a:lnTo>
                  <a:lnTo>
                    <a:pt x="3464509" y="398653"/>
                  </a:lnTo>
                  <a:lnTo>
                    <a:pt x="3463848" y="400304"/>
                  </a:lnTo>
                  <a:lnTo>
                    <a:pt x="3463747" y="400558"/>
                  </a:lnTo>
                  <a:lnTo>
                    <a:pt x="3463620" y="404622"/>
                  </a:lnTo>
                  <a:lnTo>
                    <a:pt x="3464280" y="406273"/>
                  </a:lnTo>
                  <a:lnTo>
                    <a:pt x="3464382" y="406527"/>
                  </a:lnTo>
                  <a:lnTo>
                    <a:pt x="3466033" y="408051"/>
                  </a:lnTo>
                  <a:lnTo>
                    <a:pt x="3467557" y="409575"/>
                  </a:lnTo>
                  <a:lnTo>
                    <a:pt x="3469335" y="410337"/>
                  </a:lnTo>
                  <a:lnTo>
                    <a:pt x="3473221" y="410337"/>
                  </a:lnTo>
                  <a:lnTo>
                    <a:pt x="3474999" y="409575"/>
                  </a:lnTo>
                  <a:lnTo>
                    <a:pt x="3475164" y="409575"/>
                  </a:lnTo>
                  <a:lnTo>
                    <a:pt x="3476815" y="408051"/>
                  </a:lnTo>
                  <a:lnTo>
                    <a:pt x="3478479" y="406273"/>
                  </a:lnTo>
                  <a:lnTo>
                    <a:pt x="3479177" y="404622"/>
                  </a:lnTo>
                  <a:lnTo>
                    <a:pt x="3479241" y="400304"/>
                  </a:lnTo>
                  <a:close/>
                </a:path>
              </a:pathLst>
            </a:custGeom>
            <a:solidFill>
              <a:srgbClr val="000000"/>
            </a:solidFill>
          </p:spPr>
          <p:txBody>
            <a:bodyPr wrap="square" lIns="0" tIns="0" rIns="0" bIns="0" rtlCol="0"/>
            <a:lstStyle/>
            <a:p>
              <a:endParaRPr/>
            </a:p>
          </p:txBody>
        </p:sp>
      </p:grpSp>
      <p:sp>
        <p:nvSpPr>
          <p:cNvPr id="13" name="object 13"/>
          <p:cNvSpPr/>
          <p:nvPr/>
        </p:nvSpPr>
        <p:spPr>
          <a:xfrm>
            <a:off x="5143500" y="2695575"/>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155F82"/>
          </a:solidFill>
        </p:spPr>
        <p:txBody>
          <a:bodyPr wrap="square" lIns="0" tIns="0" rIns="0" bIns="0" rtlCol="0"/>
          <a:lstStyle/>
          <a:p>
            <a:endParaRPr/>
          </a:p>
        </p:txBody>
      </p:sp>
      <p:sp>
        <p:nvSpPr>
          <p:cNvPr id="14" name="object 14"/>
          <p:cNvSpPr txBox="1"/>
          <p:nvPr/>
        </p:nvSpPr>
        <p:spPr>
          <a:xfrm>
            <a:off x="5232400" y="2555157"/>
            <a:ext cx="280035" cy="486409"/>
          </a:xfrm>
          <a:prstGeom prst="rect">
            <a:avLst/>
          </a:prstGeom>
        </p:spPr>
        <p:txBody>
          <a:bodyPr vert="horz" wrap="square" lIns="0" tIns="97790" rIns="0" bIns="0" rtlCol="0">
            <a:spAutoFit/>
          </a:bodyPr>
          <a:lstStyle/>
          <a:p>
            <a:pPr marL="12700">
              <a:lnSpc>
                <a:spcPct val="100000"/>
              </a:lnSpc>
              <a:spcBef>
                <a:spcPts val="770"/>
              </a:spcBef>
            </a:pPr>
            <a:r>
              <a:rPr sz="950" spc="20" dirty="0">
                <a:latin typeface="Trebuchet MS"/>
                <a:cs typeface="Trebuchet MS"/>
              </a:rPr>
              <a:t>N</a:t>
            </a:r>
            <a:endParaRPr sz="950">
              <a:latin typeface="Trebuchet MS"/>
              <a:cs typeface="Trebuchet MS"/>
            </a:endParaRPr>
          </a:p>
          <a:p>
            <a:pPr marL="12700">
              <a:lnSpc>
                <a:spcPct val="100000"/>
              </a:lnSpc>
              <a:spcBef>
                <a:spcPts val="670"/>
              </a:spcBef>
            </a:pPr>
            <a:r>
              <a:rPr sz="950" spc="50" dirty="0">
                <a:latin typeface="Trebuchet MS"/>
                <a:cs typeface="Trebuchet MS"/>
              </a:rPr>
              <a:t>GT%</a:t>
            </a:r>
            <a:endParaRPr sz="950">
              <a:latin typeface="Trebuchet MS"/>
              <a:cs typeface="Trebuchet MS"/>
            </a:endParaRPr>
          </a:p>
        </p:txBody>
      </p:sp>
      <p:sp>
        <p:nvSpPr>
          <p:cNvPr id="15" name="object 15"/>
          <p:cNvSpPr/>
          <p:nvPr/>
        </p:nvSpPr>
        <p:spPr>
          <a:xfrm>
            <a:off x="5143500" y="2924175"/>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E97031"/>
          </a:solidFill>
        </p:spPr>
        <p:txBody>
          <a:bodyPr wrap="square" lIns="0" tIns="0" rIns="0" bIns="0" rtlCol="0"/>
          <a:lstStyle/>
          <a:p>
            <a:endParaRPr/>
          </a:p>
        </p:txBody>
      </p:sp>
      <p:sp>
        <p:nvSpPr>
          <p:cNvPr id="16" name="object 16"/>
          <p:cNvSpPr txBox="1"/>
          <p:nvPr/>
        </p:nvSpPr>
        <p:spPr>
          <a:xfrm>
            <a:off x="6179439" y="993711"/>
            <a:ext cx="5453380" cy="567690"/>
          </a:xfrm>
          <a:prstGeom prst="rect">
            <a:avLst/>
          </a:prstGeom>
        </p:spPr>
        <p:txBody>
          <a:bodyPr vert="horz" wrap="square" lIns="0" tIns="27940" rIns="0" bIns="0" rtlCol="0">
            <a:spAutoFit/>
          </a:bodyPr>
          <a:lstStyle/>
          <a:p>
            <a:pPr marL="12700" marR="5080">
              <a:lnSpc>
                <a:spcPts val="2100"/>
              </a:lnSpc>
              <a:spcBef>
                <a:spcPts val="220"/>
              </a:spcBef>
            </a:pPr>
            <a:r>
              <a:rPr sz="1550" dirty="0">
                <a:latin typeface="Calibri"/>
                <a:cs typeface="Calibri"/>
              </a:rPr>
              <a:t>10.</a:t>
            </a:r>
            <a:r>
              <a:rPr sz="1550" spc="85" dirty="0">
                <a:latin typeface="Calibri"/>
                <a:cs typeface="Calibri"/>
              </a:rPr>
              <a:t> </a:t>
            </a:r>
            <a:r>
              <a:rPr sz="1800" dirty="0">
                <a:latin typeface="Times New Roman"/>
                <a:cs typeface="Times New Roman"/>
              </a:rPr>
              <a:t>Do</a:t>
            </a:r>
            <a:r>
              <a:rPr sz="1800" spc="-10" dirty="0">
                <a:latin typeface="Times New Roman"/>
                <a:cs typeface="Times New Roman"/>
              </a:rPr>
              <a:t> </a:t>
            </a:r>
            <a:r>
              <a:rPr sz="1800" dirty="0">
                <a:latin typeface="Times New Roman"/>
                <a:cs typeface="Times New Roman"/>
              </a:rPr>
              <a:t>you</a:t>
            </a:r>
            <a:r>
              <a:rPr sz="1800" spc="-20" dirty="0">
                <a:latin typeface="Times New Roman"/>
                <a:cs typeface="Times New Roman"/>
              </a:rPr>
              <a:t> </a:t>
            </a:r>
            <a:r>
              <a:rPr sz="1800" dirty="0">
                <a:latin typeface="Times New Roman"/>
                <a:cs typeface="Times New Roman"/>
              </a:rPr>
              <a:t>prefer</a:t>
            </a:r>
            <a:r>
              <a:rPr sz="1800" spc="-10" dirty="0">
                <a:latin typeface="Times New Roman"/>
                <a:cs typeface="Times New Roman"/>
              </a:rPr>
              <a:t> </a:t>
            </a:r>
            <a:r>
              <a:rPr sz="1800" dirty="0">
                <a:latin typeface="Times New Roman"/>
                <a:cs typeface="Times New Roman"/>
              </a:rPr>
              <a:t>Doctor</a:t>
            </a:r>
            <a:r>
              <a:rPr sz="1800" spc="-10" dirty="0">
                <a:latin typeface="Times New Roman"/>
                <a:cs typeface="Times New Roman"/>
              </a:rPr>
              <a:t> </a:t>
            </a:r>
            <a:r>
              <a:rPr sz="1800" dirty="0">
                <a:latin typeface="Times New Roman"/>
                <a:cs typeface="Times New Roman"/>
              </a:rPr>
              <a:t>to</a:t>
            </a:r>
            <a:r>
              <a:rPr sz="1800" spc="-15" dirty="0">
                <a:latin typeface="Times New Roman"/>
                <a:cs typeface="Times New Roman"/>
              </a:rPr>
              <a:t> </a:t>
            </a:r>
            <a:r>
              <a:rPr sz="1800" dirty="0">
                <a:latin typeface="Times New Roman"/>
                <a:cs typeface="Times New Roman"/>
              </a:rPr>
              <a:t>prescribe</a:t>
            </a:r>
            <a:r>
              <a:rPr sz="1800" spc="-65" dirty="0">
                <a:latin typeface="Times New Roman"/>
                <a:cs typeface="Times New Roman"/>
              </a:rPr>
              <a:t> </a:t>
            </a:r>
            <a:r>
              <a:rPr sz="1800" dirty="0">
                <a:latin typeface="Times New Roman"/>
                <a:cs typeface="Times New Roman"/>
              </a:rPr>
              <a:t>Antibiotics</a:t>
            </a:r>
            <a:r>
              <a:rPr sz="1800" spc="-40" dirty="0">
                <a:latin typeface="Times New Roman"/>
                <a:cs typeface="Times New Roman"/>
              </a:rPr>
              <a:t> </a:t>
            </a:r>
            <a:r>
              <a:rPr sz="1800" spc="-10" dirty="0">
                <a:latin typeface="Times New Roman"/>
                <a:cs typeface="Times New Roman"/>
              </a:rPr>
              <a:t>whenever </a:t>
            </a:r>
            <a:r>
              <a:rPr sz="1800" dirty="0">
                <a:latin typeface="Times New Roman"/>
                <a:cs typeface="Times New Roman"/>
              </a:rPr>
              <a:t>you</a:t>
            </a:r>
            <a:r>
              <a:rPr sz="1800" spc="5" dirty="0">
                <a:latin typeface="Times New Roman"/>
                <a:cs typeface="Times New Roman"/>
              </a:rPr>
              <a:t> </a:t>
            </a:r>
            <a:r>
              <a:rPr sz="1800" dirty="0">
                <a:latin typeface="Times New Roman"/>
                <a:cs typeface="Times New Roman"/>
              </a:rPr>
              <a:t>are</a:t>
            </a:r>
            <a:r>
              <a:rPr sz="1800" spc="-40" dirty="0">
                <a:latin typeface="Times New Roman"/>
                <a:cs typeface="Times New Roman"/>
              </a:rPr>
              <a:t> </a:t>
            </a:r>
            <a:r>
              <a:rPr sz="1800" spc="-20" dirty="0">
                <a:latin typeface="Times New Roman"/>
                <a:cs typeface="Times New Roman"/>
              </a:rPr>
              <a:t>ill?</a:t>
            </a:r>
            <a:endParaRPr sz="1800">
              <a:latin typeface="Times New Roman"/>
              <a:cs typeface="Times New Roman"/>
            </a:endParaRPr>
          </a:p>
        </p:txBody>
      </p:sp>
      <p:grpSp>
        <p:nvGrpSpPr>
          <p:cNvPr id="17" name="object 17"/>
          <p:cNvGrpSpPr/>
          <p:nvPr/>
        </p:nvGrpSpPr>
        <p:grpSpPr>
          <a:xfrm>
            <a:off x="6819720" y="1857222"/>
            <a:ext cx="3949065" cy="1729105"/>
            <a:chOff x="6819720" y="1857222"/>
            <a:chExt cx="3949065" cy="1729105"/>
          </a:xfrm>
        </p:grpSpPr>
        <p:pic>
          <p:nvPicPr>
            <p:cNvPr id="18" name="object 18"/>
            <p:cNvPicPr/>
            <p:nvPr/>
          </p:nvPicPr>
          <p:blipFill>
            <a:blip r:embed="rId3" cstate="print"/>
            <a:stretch>
              <a:fillRect/>
            </a:stretch>
          </p:blipFill>
          <p:spPr>
            <a:xfrm>
              <a:off x="6819720" y="1857222"/>
              <a:ext cx="3948512" cy="1728927"/>
            </a:xfrm>
            <a:prstGeom prst="rect">
              <a:avLst/>
            </a:prstGeom>
          </p:spPr>
        </p:pic>
        <p:sp>
          <p:nvSpPr>
            <p:cNvPr id="19" name="object 19"/>
            <p:cNvSpPr/>
            <p:nvPr/>
          </p:nvSpPr>
          <p:spPr>
            <a:xfrm>
              <a:off x="10472800" y="2843276"/>
              <a:ext cx="266700" cy="733425"/>
            </a:xfrm>
            <a:custGeom>
              <a:avLst/>
              <a:gdLst/>
              <a:ahLst/>
              <a:cxnLst/>
              <a:rect l="l" t="t" r="r" b="b"/>
              <a:pathLst>
                <a:path w="266700" h="733425">
                  <a:moveTo>
                    <a:pt x="0" y="733425"/>
                  </a:moveTo>
                  <a:lnTo>
                    <a:pt x="38100" y="733425"/>
                  </a:lnTo>
                </a:path>
                <a:path w="266700" h="733425">
                  <a:moveTo>
                    <a:pt x="133350" y="314325"/>
                  </a:moveTo>
                  <a:lnTo>
                    <a:pt x="171450" y="314325"/>
                  </a:lnTo>
                </a:path>
                <a:path w="266700" h="733425">
                  <a:moveTo>
                    <a:pt x="228600" y="0"/>
                  </a:moveTo>
                  <a:lnTo>
                    <a:pt x="266700" y="0"/>
                  </a:lnTo>
                </a:path>
              </a:pathLst>
            </a:custGeom>
            <a:ln w="12700">
              <a:solidFill>
                <a:srgbClr val="888888"/>
              </a:solidFill>
            </a:ln>
          </p:spPr>
          <p:txBody>
            <a:bodyPr wrap="square" lIns="0" tIns="0" rIns="0" bIns="0" rtlCol="0"/>
            <a:lstStyle/>
            <a:p>
              <a:endParaRPr/>
            </a:p>
          </p:txBody>
        </p:sp>
      </p:grpSp>
      <p:sp>
        <p:nvSpPr>
          <p:cNvPr id="20" name="object 20"/>
          <p:cNvSpPr txBox="1"/>
          <p:nvPr/>
        </p:nvSpPr>
        <p:spPr>
          <a:xfrm>
            <a:off x="10636504" y="3260978"/>
            <a:ext cx="113030" cy="173990"/>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21" name="object 21"/>
          <p:cNvSpPr txBox="1"/>
          <p:nvPr/>
        </p:nvSpPr>
        <p:spPr>
          <a:xfrm>
            <a:off x="10749280" y="2903473"/>
            <a:ext cx="28003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22" name="object 22"/>
          <p:cNvSpPr/>
          <p:nvPr/>
        </p:nvSpPr>
        <p:spPr>
          <a:xfrm>
            <a:off x="6796151" y="2176526"/>
            <a:ext cx="3676650" cy="1438275"/>
          </a:xfrm>
          <a:custGeom>
            <a:avLst/>
            <a:gdLst/>
            <a:ahLst/>
            <a:cxnLst/>
            <a:rect l="l" t="t" r="r" b="b"/>
            <a:pathLst>
              <a:path w="3676650" h="1438275">
                <a:moveTo>
                  <a:pt x="114300" y="942975"/>
                </a:moveTo>
                <a:lnTo>
                  <a:pt x="66675" y="942975"/>
                </a:lnTo>
              </a:path>
              <a:path w="3676650" h="1438275">
                <a:moveTo>
                  <a:pt x="95250" y="714375"/>
                </a:moveTo>
                <a:lnTo>
                  <a:pt x="57150" y="714375"/>
                </a:lnTo>
              </a:path>
              <a:path w="3676650" h="1438275">
                <a:moveTo>
                  <a:pt x="76200" y="476250"/>
                </a:moveTo>
                <a:lnTo>
                  <a:pt x="38100" y="476250"/>
                </a:lnTo>
              </a:path>
              <a:path w="3676650" h="1438275">
                <a:moveTo>
                  <a:pt x="57150" y="238125"/>
                </a:moveTo>
                <a:lnTo>
                  <a:pt x="19050" y="238125"/>
                </a:lnTo>
              </a:path>
              <a:path w="3676650" h="1438275">
                <a:moveTo>
                  <a:pt x="38100" y="0"/>
                </a:moveTo>
                <a:lnTo>
                  <a:pt x="0" y="0"/>
                </a:lnTo>
              </a:path>
              <a:path w="3676650" h="1438275">
                <a:moveTo>
                  <a:pt x="114300" y="942975"/>
                </a:moveTo>
                <a:lnTo>
                  <a:pt x="114300" y="981075"/>
                </a:lnTo>
              </a:path>
              <a:path w="3676650" h="1438275">
                <a:moveTo>
                  <a:pt x="1152525" y="1076325"/>
                </a:moveTo>
                <a:lnTo>
                  <a:pt x="1152525" y="1114425"/>
                </a:lnTo>
              </a:path>
              <a:path w="3676650" h="1438275">
                <a:moveTo>
                  <a:pt x="2333625" y="1228725"/>
                </a:moveTo>
                <a:lnTo>
                  <a:pt x="2333625" y="1266825"/>
                </a:lnTo>
              </a:path>
              <a:path w="3676650" h="1438275">
                <a:moveTo>
                  <a:pt x="3676650" y="1400175"/>
                </a:moveTo>
                <a:lnTo>
                  <a:pt x="3676650" y="1438275"/>
                </a:lnTo>
              </a:path>
            </a:pathLst>
          </a:custGeom>
          <a:ln w="12700">
            <a:solidFill>
              <a:srgbClr val="888888"/>
            </a:solidFill>
          </a:ln>
        </p:spPr>
        <p:txBody>
          <a:bodyPr wrap="square" lIns="0" tIns="0" rIns="0" bIns="0" rtlCol="0"/>
          <a:lstStyle/>
          <a:p>
            <a:endParaRPr/>
          </a:p>
        </p:txBody>
      </p:sp>
      <p:sp>
        <p:nvSpPr>
          <p:cNvPr id="23" name="object 23"/>
          <p:cNvSpPr txBox="1"/>
          <p:nvPr/>
        </p:nvSpPr>
        <p:spPr>
          <a:xfrm>
            <a:off x="6628383" y="2722416"/>
            <a:ext cx="177165" cy="487045"/>
          </a:xfrm>
          <a:prstGeom prst="rect">
            <a:avLst/>
          </a:prstGeom>
        </p:spPr>
        <p:txBody>
          <a:bodyPr vert="horz" wrap="square" lIns="0" tIns="97790" rIns="0" bIns="0" rtlCol="0">
            <a:spAutoFit/>
          </a:bodyPr>
          <a:lstStyle/>
          <a:p>
            <a:pPr marR="22860" algn="r">
              <a:lnSpc>
                <a:spcPct val="100000"/>
              </a:lnSpc>
              <a:spcBef>
                <a:spcPts val="770"/>
              </a:spcBef>
            </a:pPr>
            <a:r>
              <a:rPr sz="950" spc="-25" dirty="0">
                <a:latin typeface="Trebuchet MS"/>
                <a:cs typeface="Trebuchet MS"/>
              </a:rPr>
              <a:t>50</a:t>
            </a:r>
            <a:endParaRPr sz="950">
              <a:latin typeface="Trebuchet MS"/>
              <a:cs typeface="Trebuchet MS"/>
            </a:endParaRPr>
          </a:p>
          <a:p>
            <a:pPr marR="5080" algn="r">
              <a:lnSpc>
                <a:spcPct val="100000"/>
              </a:lnSpc>
              <a:spcBef>
                <a:spcPts val="675"/>
              </a:spcBef>
            </a:pPr>
            <a:r>
              <a:rPr sz="950" spc="-50" dirty="0">
                <a:latin typeface="Trebuchet MS"/>
                <a:cs typeface="Trebuchet MS"/>
              </a:rPr>
              <a:t>0</a:t>
            </a:r>
            <a:endParaRPr sz="950">
              <a:latin typeface="Trebuchet MS"/>
              <a:cs typeface="Trebuchet MS"/>
            </a:endParaRPr>
          </a:p>
        </p:txBody>
      </p:sp>
      <p:sp>
        <p:nvSpPr>
          <p:cNvPr id="24" name="object 24"/>
          <p:cNvSpPr txBox="1"/>
          <p:nvPr/>
        </p:nvSpPr>
        <p:spPr>
          <a:xfrm>
            <a:off x="6542658" y="2569781"/>
            <a:ext cx="22542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100</a:t>
            </a:r>
            <a:endParaRPr sz="950">
              <a:latin typeface="Trebuchet MS"/>
              <a:cs typeface="Trebuchet MS"/>
            </a:endParaRPr>
          </a:p>
        </p:txBody>
      </p:sp>
      <p:sp>
        <p:nvSpPr>
          <p:cNvPr id="25" name="object 25"/>
          <p:cNvSpPr txBox="1"/>
          <p:nvPr/>
        </p:nvSpPr>
        <p:spPr>
          <a:xfrm>
            <a:off x="6505575" y="2086927"/>
            <a:ext cx="244475" cy="41846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200</a:t>
            </a:r>
            <a:endParaRPr sz="950">
              <a:latin typeface="Trebuchet MS"/>
              <a:cs typeface="Trebuchet MS"/>
            </a:endParaRPr>
          </a:p>
          <a:p>
            <a:pPr marL="31115">
              <a:lnSpc>
                <a:spcPct val="100000"/>
              </a:lnSpc>
              <a:spcBef>
                <a:spcPts val="780"/>
              </a:spcBef>
            </a:pPr>
            <a:r>
              <a:rPr sz="950" spc="-25" dirty="0">
                <a:latin typeface="Trebuchet MS"/>
                <a:cs typeface="Trebuchet MS"/>
              </a:rPr>
              <a:t>150</a:t>
            </a:r>
            <a:endParaRPr sz="950">
              <a:latin typeface="Trebuchet MS"/>
              <a:cs typeface="Trebuchet MS"/>
            </a:endParaRPr>
          </a:p>
        </p:txBody>
      </p:sp>
      <p:sp>
        <p:nvSpPr>
          <p:cNvPr id="26" name="object 26"/>
          <p:cNvSpPr txBox="1"/>
          <p:nvPr/>
        </p:nvSpPr>
        <p:spPr>
          <a:xfrm>
            <a:off x="7307326" y="3270250"/>
            <a:ext cx="21907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Yes</a:t>
            </a:r>
            <a:endParaRPr sz="950">
              <a:latin typeface="Trebuchet MS"/>
              <a:cs typeface="Trebuchet MS"/>
            </a:endParaRPr>
          </a:p>
        </p:txBody>
      </p:sp>
      <p:sp>
        <p:nvSpPr>
          <p:cNvPr id="27" name="object 27"/>
          <p:cNvSpPr txBox="1"/>
          <p:nvPr/>
        </p:nvSpPr>
        <p:spPr>
          <a:xfrm>
            <a:off x="8434451" y="3409315"/>
            <a:ext cx="17780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No</a:t>
            </a:r>
            <a:endParaRPr sz="950">
              <a:latin typeface="Trebuchet MS"/>
              <a:cs typeface="Trebuchet MS"/>
            </a:endParaRPr>
          </a:p>
        </p:txBody>
      </p:sp>
      <p:sp>
        <p:nvSpPr>
          <p:cNvPr id="28" name="object 28"/>
          <p:cNvSpPr txBox="1"/>
          <p:nvPr/>
        </p:nvSpPr>
        <p:spPr>
          <a:xfrm>
            <a:off x="9458325" y="3599433"/>
            <a:ext cx="647065" cy="173990"/>
          </a:xfrm>
          <a:prstGeom prst="rect">
            <a:avLst/>
          </a:prstGeom>
        </p:spPr>
        <p:txBody>
          <a:bodyPr vert="horz" wrap="square" lIns="0" tIns="15875" rIns="0" bIns="0" rtlCol="0">
            <a:spAutoFit/>
          </a:bodyPr>
          <a:lstStyle/>
          <a:p>
            <a:pPr marL="12700">
              <a:lnSpc>
                <a:spcPct val="100000"/>
              </a:lnSpc>
              <a:spcBef>
                <a:spcPts val="125"/>
              </a:spcBef>
            </a:pPr>
            <a:r>
              <a:rPr sz="950" spc="-10" dirty="0">
                <a:latin typeface="Trebuchet MS"/>
                <a:cs typeface="Trebuchet MS"/>
              </a:rPr>
              <a:t>Sometimes</a:t>
            </a:r>
            <a:endParaRPr sz="950">
              <a:latin typeface="Trebuchet MS"/>
              <a:cs typeface="Trebuchet MS"/>
            </a:endParaRPr>
          </a:p>
        </p:txBody>
      </p:sp>
      <p:sp>
        <p:nvSpPr>
          <p:cNvPr id="29" name="object 29"/>
          <p:cNvSpPr/>
          <p:nvPr/>
        </p:nvSpPr>
        <p:spPr>
          <a:xfrm>
            <a:off x="11391900" y="2667000"/>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155F82"/>
          </a:solidFill>
        </p:spPr>
        <p:txBody>
          <a:bodyPr wrap="square" lIns="0" tIns="0" rIns="0" bIns="0" rtlCol="0"/>
          <a:lstStyle/>
          <a:p>
            <a:endParaRPr/>
          </a:p>
        </p:txBody>
      </p:sp>
      <p:sp>
        <p:nvSpPr>
          <p:cNvPr id="30" name="object 30"/>
          <p:cNvSpPr txBox="1"/>
          <p:nvPr/>
        </p:nvSpPr>
        <p:spPr>
          <a:xfrm>
            <a:off x="11490706" y="2607627"/>
            <a:ext cx="113664" cy="174625"/>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31" name="object 31"/>
          <p:cNvSpPr/>
          <p:nvPr/>
        </p:nvSpPr>
        <p:spPr>
          <a:xfrm>
            <a:off x="11391900" y="2895600"/>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E97031"/>
          </a:solidFill>
        </p:spPr>
        <p:txBody>
          <a:bodyPr wrap="square" lIns="0" tIns="0" rIns="0" bIns="0" rtlCol="0"/>
          <a:lstStyle/>
          <a:p>
            <a:endParaRPr/>
          </a:p>
        </p:txBody>
      </p:sp>
      <p:sp>
        <p:nvSpPr>
          <p:cNvPr id="32" name="object 32"/>
          <p:cNvSpPr txBox="1"/>
          <p:nvPr/>
        </p:nvSpPr>
        <p:spPr>
          <a:xfrm>
            <a:off x="11490706" y="2837497"/>
            <a:ext cx="280670" cy="174625"/>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33" name="object 33"/>
          <p:cNvSpPr txBox="1"/>
          <p:nvPr/>
        </p:nvSpPr>
        <p:spPr>
          <a:xfrm>
            <a:off x="6179439" y="4046537"/>
            <a:ext cx="5727700" cy="2499360"/>
          </a:xfrm>
          <a:prstGeom prst="rect">
            <a:avLst/>
          </a:prstGeom>
        </p:spPr>
        <p:txBody>
          <a:bodyPr vert="horz" wrap="square" lIns="0" tIns="12700" rIns="0" bIns="0" rtlCol="0">
            <a:spAutoFit/>
          </a:bodyPr>
          <a:lstStyle/>
          <a:p>
            <a:pPr marL="298450" indent="-285750">
              <a:lnSpc>
                <a:spcPts val="2130"/>
              </a:lnSpc>
              <a:spcBef>
                <a:spcPts val="100"/>
              </a:spcBef>
              <a:buFont typeface="Arial MT"/>
              <a:buChar char="•"/>
              <a:tabLst>
                <a:tab pos="298450" algn="l"/>
              </a:tabLst>
            </a:pPr>
            <a:r>
              <a:rPr sz="1800" spc="-45" dirty="0">
                <a:latin typeface="Times New Roman"/>
                <a:cs typeface="Times New Roman"/>
              </a:rPr>
              <a:t>Yes</a:t>
            </a:r>
            <a:r>
              <a:rPr sz="1800" spc="-60" dirty="0">
                <a:latin typeface="Times New Roman"/>
                <a:cs typeface="Times New Roman"/>
              </a:rPr>
              <a:t> </a:t>
            </a:r>
            <a:r>
              <a:rPr sz="1800" dirty="0">
                <a:latin typeface="Times New Roman"/>
                <a:cs typeface="Times New Roman"/>
              </a:rPr>
              <a:t>184</a:t>
            </a:r>
            <a:r>
              <a:rPr sz="1800" spc="-15" dirty="0">
                <a:latin typeface="Times New Roman"/>
                <a:cs typeface="Times New Roman"/>
              </a:rPr>
              <a:t> </a:t>
            </a:r>
            <a:r>
              <a:rPr sz="1800" dirty="0">
                <a:latin typeface="Times New Roman"/>
                <a:cs typeface="Times New Roman"/>
              </a:rPr>
              <a:t>(48.4%);</a:t>
            </a:r>
            <a:r>
              <a:rPr sz="1800" spc="-5" dirty="0">
                <a:latin typeface="Times New Roman"/>
                <a:cs typeface="Times New Roman"/>
              </a:rPr>
              <a:t> </a:t>
            </a:r>
            <a:r>
              <a:rPr sz="1800" dirty="0">
                <a:latin typeface="Times New Roman"/>
                <a:cs typeface="Times New Roman"/>
              </a:rPr>
              <a:t>Sometimes</a:t>
            </a:r>
            <a:r>
              <a:rPr sz="1800" spc="-45" dirty="0">
                <a:latin typeface="Times New Roman"/>
                <a:cs typeface="Times New Roman"/>
              </a:rPr>
              <a:t> </a:t>
            </a:r>
            <a:r>
              <a:rPr sz="1800" dirty="0">
                <a:latin typeface="Times New Roman"/>
                <a:cs typeface="Times New Roman"/>
              </a:rPr>
              <a:t>131</a:t>
            </a:r>
            <a:r>
              <a:rPr sz="1800" spc="-15" dirty="0">
                <a:latin typeface="Times New Roman"/>
                <a:cs typeface="Times New Roman"/>
              </a:rPr>
              <a:t> </a:t>
            </a:r>
            <a:r>
              <a:rPr sz="1800" dirty="0">
                <a:latin typeface="Times New Roman"/>
                <a:cs typeface="Times New Roman"/>
              </a:rPr>
              <a:t>(34.5%);</a:t>
            </a:r>
            <a:r>
              <a:rPr sz="1800" spc="-5" dirty="0">
                <a:latin typeface="Times New Roman"/>
                <a:cs typeface="Times New Roman"/>
              </a:rPr>
              <a:t> </a:t>
            </a:r>
            <a:r>
              <a:rPr sz="1800" dirty="0">
                <a:latin typeface="Times New Roman"/>
                <a:cs typeface="Times New Roman"/>
              </a:rPr>
              <a:t>No</a:t>
            </a:r>
            <a:r>
              <a:rPr sz="1800" spc="-15" dirty="0">
                <a:latin typeface="Times New Roman"/>
                <a:cs typeface="Times New Roman"/>
              </a:rPr>
              <a:t> </a:t>
            </a:r>
            <a:r>
              <a:rPr sz="1800" dirty="0">
                <a:latin typeface="Times New Roman"/>
                <a:cs typeface="Times New Roman"/>
              </a:rPr>
              <a:t>65</a:t>
            </a:r>
            <a:r>
              <a:rPr sz="1800" spc="-15" dirty="0">
                <a:latin typeface="Times New Roman"/>
                <a:cs typeface="Times New Roman"/>
              </a:rPr>
              <a:t> </a:t>
            </a:r>
            <a:r>
              <a:rPr sz="1800" spc="-10" dirty="0">
                <a:latin typeface="Times New Roman"/>
                <a:cs typeface="Times New Roman"/>
              </a:rPr>
              <a:t>(17.1%);</a:t>
            </a:r>
            <a:endParaRPr sz="1800">
              <a:latin typeface="Times New Roman"/>
              <a:cs typeface="Times New Roman"/>
            </a:endParaRPr>
          </a:p>
          <a:p>
            <a:pPr marL="298450">
              <a:lnSpc>
                <a:spcPts val="2130"/>
              </a:lnSpc>
            </a:pPr>
            <a:r>
              <a:rPr sz="1800" spc="-10" dirty="0">
                <a:latin typeface="Times New Roman"/>
                <a:cs typeface="Times New Roman"/>
              </a:rPr>
              <a:t>N=380.Data-Analysis-Freq-Graphs.</a:t>
            </a:r>
            <a:endParaRPr sz="1800">
              <a:latin typeface="Times New Roman"/>
              <a:cs typeface="Times New Roman"/>
            </a:endParaRPr>
          </a:p>
          <a:p>
            <a:pPr>
              <a:lnSpc>
                <a:spcPct val="100000"/>
              </a:lnSpc>
              <a:spcBef>
                <a:spcPts val="165"/>
              </a:spcBef>
            </a:pPr>
            <a:endParaRPr sz="1800">
              <a:latin typeface="Times New Roman"/>
              <a:cs typeface="Times New Roman"/>
            </a:endParaRPr>
          </a:p>
          <a:p>
            <a:pPr marL="349250" marR="266700" lvl="1" indent="-285750">
              <a:lnSpc>
                <a:spcPct val="100099"/>
              </a:lnSpc>
              <a:buFont typeface="Arial MT"/>
              <a:buChar char="•"/>
              <a:tabLst>
                <a:tab pos="349250" algn="l"/>
              </a:tabLst>
            </a:pPr>
            <a:r>
              <a:rPr sz="1800" dirty="0">
                <a:latin typeface="Trebuchet MS"/>
                <a:cs typeface="Trebuchet MS"/>
              </a:rPr>
              <a:t>More</a:t>
            </a:r>
            <a:r>
              <a:rPr sz="1800" spc="-190" dirty="0">
                <a:latin typeface="Trebuchet MS"/>
                <a:cs typeface="Trebuchet MS"/>
              </a:rPr>
              <a:t> </a:t>
            </a:r>
            <a:r>
              <a:rPr sz="1800" spc="-40" dirty="0">
                <a:latin typeface="Trebuchet MS"/>
                <a:cs typeface="Trebuchet MS"/>
              </a:rPr>
              <a:t>than</a:t>
            </a:r>
            <a:r>
              <a:rPr sz="1800" spc="-150" dirty="0">
                <a:latin typeface="Trebuchet MS"/>
                <a:cs typeface="Trebuchet MS"/>
              </a:rPr>
              <a:t> </a:t>
            </a:r>
            <a:r>
              <a:rPr sz="1800" spc="145" dirty="0">
                <a:latin typeface="Trebuchet MS"/>
                <a:cs typeface="Trebuchet MS"/>
              </a:rPr>
              <a:t>80%</a:t>
            </a:r>
            <a:r>
              <a:rPr sz="1800" spc="-125" dirty="0">
                <a:latin typeface="Trebuchet MS"/>
                <a:cs typeface="Trebuchet MS"/>
              </a:rPr>
              <a:t> </a:t>
            </a:r>
            <a:r>
              <a:rPr sz="1800" spc="-65" dirty="0">
                <a:latin typeface="Trebuchet MS"/>
                <a:cs typeface="Trebuchet MS"/>
              </a:rPr>
              <a:t>of</a:t>
            </a:r>
            <a:r>
              <a:rPr sz="1800" spc="-150" dirty="0">
                <a:latin typeface="Trebuchet MS"/>
                <a:cs typeface="Trebuchet MS"/>
              </a:rPr>
              <a:t> </a:t>
            </a:r>
            <a:r>
              <a:rPr sz="1800" spc="-25" dirty="0">
                <a:latin typeface="Trebuchet MS"/>
                <a:cs typeface="Trebuchet MS"/>
              </a:rPr>
              <a:t>people</a:t>
            </a:r>
            <a:r>
              <a:rPr sz="1800" spc="-190" dirty="0">
                <a:latin typeface="Trebuchet MS"/>
                <a:cs typeface="Trebuchet MS"/>
              </a:rPr>
              <a:t> </a:t>
            </a:r>
            <a:r>
              <a:rPr sz="1800" dirty="0">
                <a:latin typeface="Trebuchet MS"/>
                <a:cs typeface="Trebuchet MS"/>
              </a:rPr>
              <a:t>said</a:t>
            </a:r>
            <a:r>
              <a:rPr sz="1800" spc="-90" dirty="0">
                <a:latin typeface="Trebuchet MS"/>
                <a:cs typeface="Trebuchet MS"/>
              </a:rPr>
              <a:t> </a:t>
            </a:r>
            <a:r>
              <a:rPr sz="1800" spc="-85" dirty="0">
                <a:latin typeface="Trebuchet MS"/>
                <a:cs typeface="Trebuchet MS"/>
              </a:rPr>
              <a:t>they</a:t>
            </a:r>
            <a:r>
              <a:rPr sz="1800" spc="-125" dirty="0">
                <a:latin typeface="Trebuchet MS"/>
                <a:cs typeface="Trebuchet MS"/>
              </a:rPr>
              <a:t> </a:t>
            </a:r>
            <a:r>
              <a:rPr sz="1800" spc="-60" dirty="0">
                <a:latin typeface="Trebuchet MS"/>
                <a:cs typeface="Trebuchet MS"/>
              </a:rPr>
              <a:t>often</a:t>
            </a:r>
            <a:r>
              <a:rPr sz="1800" spc="-150" dirty="0">
                <a:latin typeface="Trebuchet MS"/>
                <a:cs typeface="Trebuchet MS"/>
              </a:rPr>
              <a:t> </a:t>
            </a:r>
            <a:r>
              <a:rPr sz="1800" spc="-85" dirty="0">
                <a:latin typeface="Trebuchet MS"/>
                <a:cs typeface="Trebuchet MS"/>
              </a:rPr>
              <a:t>prefer</a:t>
            </a:r>
            <a:r>
              <a:rPr sz="1800" spc="-140" dirty="0">
                <a:latin typeface="Trebuchet MS"/>
                <a:cs typeface="Trebuchet MS"/>
              </a:rPr>
              <a:t> </a:t>
            </a:r>
            <a:r>
              <a:rPr sz="1800" spc="-25" dirty="0">
                <a:latin typeface="Trebuchet MS"/>
                <a:cs typeface="Trebuchet MS"/>
              </a:rPr>
              <a:t>to </a:t>
            </a:r>
            <a:r>
              <a:rPr sz="1800" spc="-65" dirty="0">
                <a:latin typeface="Trebuchet MS"/>
                <a:cs typeface="Trebuchet MS"/>
              </a:rPr>
              <a:t>take</a:t>
            </a:r>
            <a:r>
              <a:rPr sz="1800" spc="-180" dirty="0">
                <a:latin typeface="Trebuchet MS"/>
                <a:cs typeface="Trebuchet MS"/>
              </a:rPr>
              <a:t> </a:t>
            </a:r>
            <a:r>
              <a:rPr sz="1800" spc="-35" dirty="0">
                <a:latin typeface="Trebuchet MS"/>
                <a:cs typeface="Trebuchet MS"/>
              </a:rPr>
              <a:t>antibiotics</a:t>
            </a:r>
            <a:r>
              <a:rPr sz="1800" spc="-100" dirty="0">
                <a:latin typeface="Trebuchet MS"/>
                <a:cs typeface="Trebuchet MS"/>
              </a:rPr>
              <a:t> </a:t>
            </a:r>
            <a:r>
              <a:rPr sz="1800" spc="-30" dirty="0">
                <a:latin typeface="Trebuchet MS"/>
                <a:cs typeface="Trebuchet MS"/>
              </a:rPr>
              <a:t>when</a:t>
            </a:r>
            <a:r>
              <a:rPr sz="1800" spc="-140" dirty="0">
                <a:latin typeface="Trebuchet MS"/>
                <a:cs typeface="Trebuchet MS"/>
              </a:rPr>
              <a:t> </a:t>
            </a:r>
            <a:r>
              <a:rPr sz="1800" spc="-90" dirty="0">
                <a:latin typeface="Trebuchet MS"/>
                <a:cs typeface="Trebuchet MS"/>
              </a:rPr>
              <a:t>they’re</a:t>
            </a:r>
            <a:r>
              <a:rPr sz="1800" spc="-180" dirty="0">
                <a:latin typeface="Trebuchet MS"/>
                <a:cs typeface="Trebuchet MS"/>
              </a:rPr>
              <a:t> </a:t>
            </a:r>
            <a:r>
              <a:rPr sz="1800" spc="-20" dirty="0">
                <a:latin typeface="Trebuchet MS"/>
                <a:cs typeface="Trebuchet MS"/>
              </a:rPr>
              <a:t>sick.</a:t>
            </a:r>
            <a:r>
              <a:rPr sz="1800" spc="-114" dirty="0">
                <a:latin typeface="Trebuchet MS"/>
                <a:cs typeface="Trebuchet MS"/>
              </a:rPr>
              <a:t> </a:t>
            </a:r>
            <a:r>
              <a:rPr sz="1800" spc="-50" dirty="0">
                <a:latin typeface="Trebuchet MS"/>
                <a:cs typeface="Trebuchet MS"/>
              </a:rPr>
              <a:t>This</a:t>
            </a:r>
            <a:r>
              <a:rPr sz="1800" spc="-175" dirty="0">
                <a:latin typeface="Trebuchet MS"/>
                <a:cs typeface="Trebuchet MS"/>
              </a:rPr>
              <a:t> </a:t>
            </a:r>
            <a:r>
              <a:rPr sz="1800" spc="-10" dirty="0">
                <a:latin typeface="Trebuchet MS"/>
                <a:cs typeface="Trebuchet MS"/>
              </a:rPr>
              <a:t>strong </a:t>
            </a:r>
            <a:r>
              <a:rPr sz="1800" spc="-55" dirty="0">
                <a:latin typeface="Trebuchet MS"/>
                <a:cs typeface="Trebuchet MS"/>
              </a:rPr>
              <a:t>preference</a:t>
            </a:r>
            <a:r>
              <a:rPr sz="1800" spc="-185" dirty="0">
                <a:latin typeface="Trebuchet MS"/>
                <a:cs typeface="Trebuchet MS"/>
              </a:rPr>
              <a:t> </a:t>
            </a:r>
            <a:r>
              <a:rPr sz="1800" spc="-30" dirty="0">
                <a:latin typeface="Trebuchet MS"/>
                <a:cs typeface="Trebuchet MS"/>
              </a:rPr>
              <a:t>creates</a:t>
            </a:r>
            <a:r>
              <a:rPr sz="1800" spc="-100" dirty="0">
                <a:latin typeface="Trebuchet MS"/>
                <a:cs typeface="Trebuchet MS"/>
              </a:rPr>
              <a:t> </a:t>
            </a:r>
            <a:r>
              <a:rPr sz="1800" spc="-10" dirty="0">
                <a:latin typeface="Trebuchet MS"/>
                <a:cs typeface="Trebuchet MS"/>
              </a:rPr>
              <a:t>pressure</a:t>
            </a:r>
            <a:r>
              <a:rPr sz="1800" spc="-180" dirty="0">
                <a:latin typeface="Trebuchet MS"/>
                <a:cs typeface="Trebuchet MS"/>
              </a:rPr>
              <a:t> </a:t>
            </a:r>
            <a:r>
              <a:rPr sz="1800" dirty="0">
                <a:latin typeface="Trebuchet MS"/>
                <a:cs typeface="Trebuchet MS"/>
              </a:rPr>
              <a:t>on</a:t>
            </a:r>
            <a:r>
              <a:rPr sz="1800" spc="-150" dirty="0">
                <a:latin typeface="Trebuchet MS"/>
                <a:cs typeface="Trebuchet MS"/>
              </a:rPr>
              <a:t> </a:t>
            </a:r>
            <a:r>
              <a:rPr sz="1800" dirty="0">
                <a:latin typeface="Trebuchet MS"/>
                <a:cs typeface="Trebuchet MS"/>
              </a:rPr>
              <a:t>doctors</a:t>
            </a:r>
            <a:r>
              <a:rPr sz="1800" spc="-105" dirty="0">
                <a:latin typeface="Trebuchet MS"/>
                <a:cs typeface="Trebuchet MS"/>
              </a:rPr>
              <a:t> </a:t>
            </a:r>
            <a:r>
              <a:rPr sz="1800" spc="-55" dirty="0">
                <a:latin typeface="Trebuchet MS"/>
                <a:cs typeface="Trebuchet MS"/>
              </a:rPr>
              <a:t>to</a:t>
            </a:r>
            <a:r>
              <a:rPr sz="1800" spc="-145" dirty="0">
                <a:latin typeface="Trebuchet MS"/>
                <a:cs typeface="Trebuchet MS"/>
              </a:rPr>
              <a:t> </a:t>
            </a:r>
            <a:r>
              <a:rPr sz="1800" spc="-10" dirty="0">
                <a:latin typeface="Trebuchet MS"/>
                <a:cs typeface="Trebuchet MS"/>
              </a:rPr>
              <a:t>prescribe </a:t>
            </a:r>
            <a:r>
              <a:rPr sz="1800" spc="-50" dirty="0">
                <a:latin typeface="Trebuchet MS"/>
                <a:cs typeface="Trebuchet MS"/>
              </a:rPr>
              <a:t>antibiotics,</a:t>
            </a:r>
            <a:r>
              <a:rPr sz="1800" spc="-90" dirty="0">
                <a:latin typeface="Trebuchet MS"/>
                <a:cs typeface="Trebuchet MS"/>
              </a:rPr>
              <a:t> </a:t>
            </a:r>
            <a:r>
              <a:rPr sz="1800" spc="-25" dirty="0">
                <a:latin typeface="Trebuchet MS"/>
                <a:cs typeface="Trebuchet MS"/>
              </a:rPr>
              <a:t>especially</a:t>
            </a:r>
            <a:r>
              <a:rPr sz="1800" spc="-90" dirty="0">
                <a:latin typeface="Trebuchet MS"/>
                <a:cs typeface="Trebuchet MS"/>
              </a:rPr>
              <a:t> </a:t>
            </a:r>
            <a:r>
              <a:rPr sz="1800" spc="-80" dirty="0">
                <a:latin typeface="Trebuchet MS"/>
                <a:cs typeface="Trebuchet MS"/>
              </a:rPr>
              <a:t>in</a:t>
            </a:r>
            <a:r>
              <a:rPr sz="1800" spc="-120" dirty="0">
                <a:latin typeface="Trebuchet MS"/>
                <a:cs typeface="Trebuchet MS"/>
              </a:rPr>
              <a:t> </a:t>
            </a:r>
            <a:r>
              <a:rPr sz="1800" dirty="0">
                <a:latin typeface="Trebuchet MS"/>
                <a:cs typeface="Trebuchet MS"/>
              </a:rPr>
              <a:t>places</a:t>
            </a:r>
            <a:r>
              <a:rPr sz="1800" spc="-70" dirty="0">
                <a:latin typeface="Trebuchet MS"/>
                <a:cs typeface="Trebuchet MS"/>
              </a:rPr>
              <a:t> </a:t>
            </a:r>
            <a:r>
              <a:rPr sz="1800" spc="-55" dirty="0">
                <a:latin typeface="Trebuchet MS"/>
                <a:cs typeface="Trebuchet MS"/>
              </a:rPr>
              <a:t>where</a:t>
            </a:r>
            <a:r>
              <a:rPr sz="1800" spc="-155" dirty="0">
                <a:latin typeface="Trebuchet MS"/>
                <a:cs typeface="Trebuchet MS"/>
              </a:rPr>
              <a:t> </a:t>
            </a:r>
            <a:r>
              <a:rPr sz="1800" spc="-45" dirty="0">
                <a:latin typeface="Trebuchet MS"/>
                <a:cs typeface="Trebuchet MS"/>
              </a:rPr>
              <a:t>patients</a:t>
            </a:r>
            <a:r>
              <a:rPr sz="1800" spc="-70" dirty="0">
                <a:latin typeface="Trebuchet MS"/>
                <a:cs typeface="Trebuchet MS"/>
              </a:rPr>
              <a:t> </a:t>
            </a:r>
            <a:r>
              <a:rPr sz="1800" spc="-20" dirty="0">
                <a:latin typeface="Trebuchet MS"/>
                <a:cs typeface="Trebuchet MS"/>
              </a:rPr>
              <a:t>feel </a:t>
            </a:r>
            <a:r>
              <a:rPr sz="1800" spc="-75" dirty="0">
                <a:latin typeface="Trebuchet MS"/>
                <a:cs typeface="Trebuchet MS"/>
              </a:rPr>
              <a:t>that</a:t>
            </a:r>
            <a:r>
              <a:rPr sz="1800" spc="-180" dirty="0">
                <a:latin typeface="Trebuchet MS"/>
                <a:cs typeface="Trebuchet MS"/>
              </a:rPr>
              <a:t> </a:t>
            </a:r>
            <a:r>
              <a:rPr sz="1800" spc="-70" dirty="0">
                <a:latin typeface="Trebuchet MS"/>
                <a:cs typeface="Trebuchet MS"/>
              </a:rPr>
              <a:t>getting</a:t>
            </a:r>
            <a:r>
              <a:rPr sz="1800" spc="-160" dirty="0">
                <a:latin typeface="Trebuchet MS"/>
                <a:cs typeface="Trebuchet MS"/>
              </a:rPr>
              <a:t> </a:t>
            </a:r>
            <a:r>
              <a:rPr sz="1800" spc="-20" dirty="0">
                <a:latin typeface="Trebuchet MS"/>
                <a:cs typeface="Trebuchet MS"/>
              </a:rPr>
              <a:t>medicine</a:t>
            </a:r>
            <a:r>
              <a:rPr sz="1800" spc="-85" dirty="0">
                <a:latin typeface="Trebuchet MS"/>
                <a:cs typeface="Trebuchet MS"/>
              </a:rPr>
              <a:t> </a:t>
            </a:r>
            <a:r>
              <a:rPr sz="1800" dirty="0">
                <a:latin typeface="Trebuchet MS"/>
                <a:cs typeface="Trebuchet MS"/>
              </a:rPr>
              <a:t>means</a:t>
            </a:r>
            <a:r>
              <a:rPr sz="1800" spc="-165" dirty="0">
                <a:latin typeface="Trebuchet MS"/>
                <a:cs typeface="Trebuchet MS"/>
              </a:rPr>
              <a:t> </a:t>
            </a:r>
            <a:r>
              <a:rPr sz="1800" spc="-35" dirty="0">
                <a:latin typeface="Trebuchet MS"/>
                <a:cs typeface="Trebuchet MS"/>
              </a:rPr>
              <a:t>proper</a:t>
            </a:r>
            <a:r>
              <a:rPr sz="1800" spc="-110" dirty="0">
                <a:latin typeface="Trebuchet MS"/>
                <a:cs typeface="Trebuchet MS"/>
              </a:rPr>
              <a:t> </a:t>
            </a:r>
            <a:r>
              <a:rPr sz="1800" spc="-75" dirty="0">
                <a:latin typeface="Trebuchet MS"/>
                <a:cs typeface="Trebuchet MS"/>
              </a:rPr>
              <a:t>treatment</a:t>
            </a:r>
            <a:r>
              <a:rPr sz="1800" spc="-175" dirty="0">
                <a:latin typeface="Trebuchet MS"/>
                <a:cs typeface="Trebuchet MS"/>
              </a:rPr>
              <a:t> </a:t>
            </a:r>
            <a:r>
              <a:rPr sz="1800" spc="280" dirty="0">
                <a:latin typeface="Trebuchet MS"/>
                <a:cs typeface="Trebuchet MS"/>
              </a:rPr>
              <a:t>— </a:t>
            </a:r>
            <a:r>
              <a:rPr sz="1800" spc="-50" dirty="0">
                <a:latin typeface="Trebuchet MS"/>
                <a:cs typeface="Trebuchet MS"/>
              </a:rPr>
              <a:t>even</a:t>
            </a:r>
            <a:r>
              <a:rPr sz="1800" spc="-145" dirty="0">
                <a:latin typeface="Trebuchet MS"/>
                <a:cs typeface="Trebuchet MS"/>
              </a:rPr>
              <a:t> </a:t>
            </a:r>
            <a:r>
              <a:rPr sz="1800" spc="-105" dirty="0">
                <a:latin typeface="Trebuchet MS"/>
                <a:cs typeface="Trebuchet MS"/>
              </a:rPr>
              <a:t>if</a:t>
            </a:r>
            <a:r>
              <a:rPr sz="1800" spc="-145" dirty="0">
                <a:latin typeface="Trebuchet MS"/>
                <a:cs typeface="Trebuchet MS"/>
              </a:rPr>
              <a:t> </a:t>
            </a:r>
            <a:r>
              <a:rPr sz="1800" spc="-35" dirty="0">
                <a:latin typeface="Trebuchet MS"/>
                <a:cs typeface="Trebuchet MS"/>
              </a:rPr>
              <a:t>antibiotics</a:t>
            </a:r>
            <a:r>
              <a:rPr sz="1800" spc="-180" dirty="0">
                <a:latin typeface="Trebuchet MS"/>
                <a:cs typeface="Trebuchet MS"/>
              </a:rPr>
              <a:t> </a:t>
            </a:r>
            <a:r>
              <a:rPr sz="1800" spc="-95" dirty="0">
                <a:latin typeface="Trebuchet MS"/>
                <a:cs typeface="Trebuchet MS"/>
              </a:rPr>
              <a:t>aren’t</a:t>
            </a:r>
            <a:r>
              <a:rPr sz="1800" spc="-105" dirty="0">
                <a:latin typeface="Trebuchet MS"/>
                <a:cs typeface="Trebuchet MS"/>
              </a:rPr>
              <a:t> </a:t>
            </a:r>
            <a:r>
              <a:rPr sz="1800" spc="-40" dirty="0">
                <a:latin typeface="Trebuchet MS"/>
                <a:cs typeface="Trebuchet MS"/>
              </a:rPr>
              <a:t>actually</a:t>
            </a:r>
            <a:r>
              <a:rPr sz="1800" spc="-190" dirty="0">
                <a:latin typeface="Trebuchet MS"/>
                <a:cs typeface="Trebuchet MS"/>
              </a:rPr>
              <a:t> </a:t>
            </a:r>
            <a:r>
              <a:rPr sz="1800" spc="-10" dirty="0">
                <a:latin typeface="Trebuchet MS"/>
                <a:cs typeface="Trebuchet MS"/>
              </a:rPr>
              <a:t>needed</a:t>
            </a:r>
            <a:endParaRPr sz="1800">
              <a:latin typeface="Trebuchet MS"/>
              <a:cs typeface="Trebuchet MS"/>
            </a:endParaRPr>
          </a:p>
        </p:txBody>
      </p:sp>
      <p:grpSp>
        <p:nvGrpSpPr>
          <p:cNvPr id="34" name="object 34"/>
          <p:cNvGrpSpPr/>
          <p:nvPr/>
        </p:nvGrpSpPr>
        <p:grpSpPr>
          <a:xfrm>
            <a:off x="953" y="-3810"/>
            <a:ext cx="2351405" cy="812800"/>
            <a:chOff x="953" y="-3810"/>
            <a:chExt cx="2351405" cy="812800"/>
          </a:xfrm>
        </p:grpSpPr>
        <p:sp>
          <p:nvSpPr>
            <p:cNvPr id="35" name="object 35"/>
            <p:cNvSpPr/>
            <p:nvPr/>
          </p:nvSpPr>
          <p:spPr>
            <a:xfrm>
              <a:off x="4763" y="0"/>
              <a:ext cx="2343785" cy="805180"/>
            </a:xfrm>
            <a:custGeom>
              <a:avLst/>
              <a:gdLst/>
              <a:ahLst/>
              <a:cxnLst/>
              <a:rect l="l" t="t" r="r" b="b"/>
              <a:pathLst>
                <a:path w="2343785" h="805180">
                  <a:moveTo>
                    <a:pt x="2072143" y="0"/>
                  </a:moveTo>
                  <a:lnTo>
                    <a:pt x="271004" y="0"/>
                  </a:lnTo>
                  <a:lnTo>
                    <a:pt x="237506" y="10697"/>
                  </a:lnTo>
                  <a:lnTo>
                    <a:pt x="197085" y="29248"/>
                  </a:lnTo>
                  <a:lnTo>
                    <a:pt x="159440" y="52318"/>
                  </a:lnTo>
                  <a:lnTo>
                    <a:pt x="124918" y="79557"/>
                  </a:lnTo>
                  <a:lnTo>
                    <a:pt x="93867" y="110616"/>
                  </a:lnTo>
                  <a:lnTo>
                    <a:pt x="66638" y="145145"/>
                  </a:lnTo>
                  <a:lnTo>
                    <a:pt x="43578" y="182796"/>
                  </a:lnTo>
                  <a:lnTo>
                    <a:pt x="25035" y="223220"/>
                  </a:lnTo>
                  <a:lnTo>
                    <a:pt x="11359" y="266067"/>
                  </a:lnTo>
                  <a:lnTo>
                    <a:pt x="2897" y="310987"/>
                  </a:lnTo>
                  <a:lnTo>
                    <a:pt x="0" y="357632"/>
                  </a:lnTo>
                  <a:lnTo>
                    <a:pt x="0" y="432942"/>
                  </a:lnTo>
                  <a:lnTo>
                    <a:pt x="2897" y="479587"/>
                  </a:lnTo>
                  <a:lnTo>
                    <a:pt x="11359" y="524507"/>
                  </a:lnTo>
                  <a:lnTo>
                    <a:pt x="25035" y="567354"/>
                  </a:lnTo>
                  <a:lnTo>
                    <a:pt x="43578" y="607778"/>
                  </a:lnTo>
                  <a:lnTo>
                    <a:pt x="66638" y="645429"/>
                  </a:lnTo>
                  <a:lnTo>
                    <a:pt x="93867" y="679958"/>
                  </a:lnTo>
                  <a:lnTo>
                    <a:pt x="124918" y="711017"/>
                  </a:lnTo>
                  <a:lnTo>
                    <a:pt x="159440" y="738256"/>
                  </a:lnTo>
                  <a:lnTo>
                    <a:pt x="197085" y="761326"/>
                  </a:lnTo>
                  <a:lnTo>
                    <a:pt x="237506" y="779877"/>
                  </a:lnTo>
                  <a:lnTo>
                    <a:pt x="280353" y="793560"/>
                  </a:lnTo>
                  <a:lnTo>
                    <a:pt x="325277" y="802026"/>
                  </a:lnTo>
                  <a:lnTo>
                    <a:pt x="371931" y="804926"/>
                  </a:lnTo>
                  <a:lnTo>
                    <a:pt x="1971229" y="804926"/>
                  </a:lnTo>
                  <a:lnTo>
                    <a:pt x="2017874" y="802026"/>
                  </a:lnTo>
                  <a:lnTo>
                    <a:pt x="2062794" y="793560"/>
                  </a:lnTo>
                  <a:lnTo>
                    <a:pt x="2105641" y="779877"/>
                  </a:lnTo>
                  <a:lnTo>
                    <a:pt x="2146065" y="761326"/>
                  </a:lnTo>
                  <a:lnTo>
                    <a:pt x="2183716" y="738256"/>
                  </a:lnTo>
                  <a:lnTo>
                    <a:pt x="2218245" y="711017"/>
                  </a:lnTo>
                  <a:lnTo>
                    <a:pt x="2249304" y="679958"/>
                  </a:lnTo>
                  <a:lnTo>
                    <a:pt x="2276543" y="645429"/>
                  </a:lnTo>
                  <a:lnTo>
                    <a:pt x="2299613" y="607778"/>
                  </a:lnTo>
                  <a:lnTo>
                    <a:pt x="2318164" y="567354"/>
                  </a:lnTo>
                  <a:lnTo>
                    <a:pt x="2331847" y="524507"/>
                  </a:lnTo>
                  <a:lnTo>
                    <a:pt x="2340313" y="479587"/>
                  </a:lnTo>
                  <a:lnTo>
                    <a:pt x="2343212" y="432942"/>
                  </a:lnTo>
                  <a:lnTo>
                    <a:pt x="2343212" y="357632"/>
                  </a:lnTo>
                  <a:lnTo>
                    <a:pt x="2340313" y="310987"/>
                  </a:lnTo>
                  <a:lnTo>
                    <a:pt x="2331847" y="266067"/>
                  </a:lnTo>
                  <a:lnTo>
                    <a:pt x="2318164" y="223220"/>
                  </a:lnTo>
                  <a:lnTo>
                    <a:pt x="2299613" y="182796"/>
                  </a:lnTo>
                  <a:lnTo>
                    <a:pt x="2276543" y="145145"/>
                  </a:lnTo>
                  <a:lnTo>
                    <a:pt x="2249304" y="110616"/>
                  </a:lnTo>
                  <a:lnTo>
                    <a:pt x="2218245" y="79557"/>
                  </a:lnTo>
                  <a:lnTo>
                    <a:pt x="2183716" y="52318"/>
                  </a:lnTo>
                  <a:lnTo>
                    <a:pt x="2146065" y="29248"/>
                  </a:lnTo>
                  <a:lnTo>
                    <a:pt x="2105641" y="10697"/>
                  </a:lnTo>
                  <a:lnTo>
                    <a:pt x="2072143" y="0"/>
                  </a:lnTo>
                  <a:close/>
                </a:path>
              </a:pathLst>
            </a:custGeom>
            <a:solidFill>
              <a:srgbClr val="C1E4F5"/>
            </a:solidFill>
          </p:spPr>
          <p:txBody>
            <a:bodyPr wrap="square" lIns="0" tIns="0" rIns="0" bIns="0" rtlCol="0"/>
            <a:lstStyle/>
            <a:p>
              <a:endParaRPr/>
            </a:p>
          </p:txBody>
        </p:sp>
        <p:sp>
          <p:nvSpPr>
            <p:cNvPr id="36" name="object 36"/>
            <p:cNvSpPr/>
            <p:nvPr/>
          </p:nvSpPr>
          <p:spPr>
            <a:xfrm>
              <a:off x="4763" y="0"/>
              <a:ext cx="2343785" cy="805180"/>
            </a:xfrm>
            <a:custGeom>
              <a:avLst/>
              <a:gdLst/>
              <a:ahLst/>
              <a:cxnLst/>
              <a:rect l="l" t="t" r="r" b="b"/>
              <a:pathLst>
                <a:path w="2343785" h="805180">
                  <a:moveTo>
                    <a:pt x="2072143" y="0"/>
                  </a:moveTo>
                  <a:lnTo>
                    <a:pt x="2146065" y="29248"/>
                  </a:lnTo>
                  <a:lnTo>
                    <a:pt x="2183716" y="52318"/>
                  </a:lnTo>
                  <a:lnTo>
                    <a:pt x="2218245" y="79557"/>
                  </a:lnTo>
                  <a:lnTo>
                    <a:pt x="2249304" y="110616"/>
                  </a:lnTo>
                  <a:lnTo>
                    <a:pt x="2276543" y="145145"/>
                  </a:lnTo>
                  <a:lnTo>
                    <a:pt x="2299613" y="182796"/>
                  </a:lnTo>
                  <a:lnTo>
                    <a:pt x="2318164" y="223220"/>
                  </a:lnTo>
                  <a:lnTo>
                    <a:pt x="2331847" y="266067"/>
                  </a:lnTo>
                  <a:lnTo>
                    <a:pt x="2340313" y="310987"/>
                  </a:lnTo>
                  <a:lnTo>
                    <a:pt x="2343212" y="357632"/>
                  </a:lnTo>
                  <a:lnTo>
                    <a:pt x="2343212" y="432942"/>
                  </a:lnTo>
                  <a:lnTo>
                    <a:pt x="2340313" y="479587"/>
                  </a:lnTo>
                  <a:lnTo>
                    <a:pt x="2331847" y="524507"/>
                  </a:lnTo>
                  <a:lnTo>
                    <a:pt x="2318164" y="567354"/>
                  </a:lnTo>
                  <a:lnTo>
                    <a:pt x="2299613" y="607778"/>
                  </a:lnTo>
                  <a:lnTo>
                    <a:pt x="2276543" y="645429"/>
                  </a:lnTo>
                  <a:lnTo>
                    <a:pt x="2249304" y="679958"/>
                  </a:lnTo>
                  <a:lnTo>
                    <a:pt x="2218245" y="711017"/>
                  </a:lnTo>
                  <a:lnTo>
                    <a:pt x="2183716" y="738256"/>
                  </a:lnTo>
                  <a:lnTo>
                    <a:pt x="2146065" y="761326"/>
                  </a:lnTo>
                  <a:lnTo>
                    <a:pt x="2105641" y="779877"/>
                  </a:lnTo>
                  <a:lnTo>
                    <a:pt x="2062794" y="793560"/>
                  </a:lnTo>
                  <a:lnTo>
                    <a:pt x="2017874" y="802026"/>
                  </a:lnTo>
                  <a:lnTo>
                    <a:pt x="1971229" y="804926"/>
                  </a:lnTo>
                  <a:lnTo>
                    <a:pt x="371931" y="804926"/>
                  </a:lnTo>
                  <a:lnTo>
                    <a:pt x="325277" y="802026"/>
                  </a:lnTo>
                  <a:lnTo>
                    <a:pt x="280353" y="793560"/>
                  </a:lnTo>
                  <a:lnTo>
                    <a:pt x="237506" y="779877"/>
                  </a:lnTo>
                  <a:lnTo>
                    <a:pt x="197085" y="761326"/>
                  </a:lnTo>
                  <a:lnTo>
                    <a:pt x="159440" y="738256"/>
                  </a:lnTo>
                  <a:lnTo>
                    <a:pt x="124918" y="711017"/>
                  </a:lnTo>
                  <a:lnTo>
                    <a:pt x="93867" y="679958"/>
                  </a:lnTo>
                  <a:lnTo>
                    <a:pt x="66638" y="645429"/>
                  </a:lnTo>
                  <a:lnTo>
                    <a:pt x="43578" y="607778"/>
                  </a:lnTo>
                  <a:lnTo>
                    <a:pt x="25035" y="567354"/>
                  </a:lnTo>
                  <a:lnTo>
                    <a:pt x="11359" y="524507"/>
                  </a:lnTo>
                  <a:lnTo>
                    <a:pt x="2897" y="479587"/>
                  </a:lnTo>
                  <a:lnTo>
                    <a:pt x="0" y="432942"/>
                  </a:lnTo>
                  <a:lnTo>
                    <a:pt x="0" y="357632"/>
                  </a:lnTo>
                  <a:lnTo>
                    <a:pt x="2897" y="310987"/>
                  </a:lnTo>
                  <a:lnTo>
                    <a:pt x="11359" y="266067"/>
                  </a:lnTo>
                  <a:lnTo>
                    <a:pt x="25035" y="223220"/>
                  </a:lnTo>
                  <a:lnTo>
                    <a:pt x="43578" y="182796"/>
                  </a:lnTo>
                  <a:lnTo>
                    <a:pt x="66638" y="145145"/>
                  </a:lnTo>
                  <a:lnTo>
                    <a:pt x="93867" y="110616"/>
                  </a:lnTo>
                  <a:lnTo>
                    <a:pt x="124918" y="79557"/>
                  </a:lnTo>
                  <a:lnTo>
                    <a:pt x="159440" y="52318"/>
                  </a:lnTo>
                  <a:lnTo>
                    <a:pt x="197085" y="29248"/>
                  </a:lnTo>
                  <a:lnTo>
                    <a:pt x="237506" y="10697"/>
                  </a:lnTo>
                  <a:lnTo>
                    <a:pt x="271004" y="0"/>
                  </a:lnTo>
                </a:path>
              </a:pathLst>
            </a:custGeom>
            <a:ln w="7620">
              <a:solidFill>
                <a:srgbClr val="BED2D7"/>
              </a:solidFill>
            </a:ln>
          </p:spPr>
          <p:txBody>
            <a:bodyPr wrap="square" lIns="0" tIns="0" rIns="0" bIns="0" rtlCol="0"/>
            <a:lstStyle/>
            <a:p>
              <a:endParaRPr/>
            </a:p>
          </p:txBody>
        </p:sp>
      </p:grpSp>
      <p:sp>
        <p:nvSpPr>
          <p:cNvPr id="37" name="object 37"/>
          <p:cNvSpPr txBox="1">
            <a:spLocks noGrp="1"/>
          </p:cNvSpPr>
          <p:nvPr>
            <p:ph type="title"/>
          </p:nvPr>
        </p:nvSpPr>
        <p:spPr>
          <a:prstGeom prst="rect">
            <a:avLst/>
          </a:prstGeom>
        </p:spPr>
        <p:txBody>
          <a:bodyPr vert="horz" wrap="square" lIns="0" tIns="104266" rIns="0" bIns="0" rtlCol="0">
            <a:spAutoFit/>
          </a:bodyPr>
          <a:lstStyle/>
          <a:p>
            <a:pPr marL="121285">
              <a:lnSpc>
                <a:spcPct val="100000"/>
              </a:lnSpc>
              <a:spcBef>
                <a:spcPts val="105"/>
              </a:spcBef>
            </a:pPr>
            <a:r>
              <a:rPr spc="-20" dirty="0"/>
              <a:t>ATTITUDE: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93954CF-CA6A-A43C-A8F4-F6218B905516}"/>
              </a:ext>
            </a:extLst>
          </p:cNvPr>
          <p:cNvGraphicFramePr>
            <a:graphicFrameLocks noGrp="1"/>
          </p:cNvGraphicFramePr>
          <p:nvPr>
            <p:extLst>
              <p:ext uri="{D42A27DB-BD31-4B8C-83A1-F6EECF244321}">
                <p14:modId xmlns:p14="http://schemas.microsoft.com/office/powerpoint/2010/main" val="2050026686"/>
              </p:ext>
            </p:extLst>
          </p:nvPr>
        </p:nvGraphicFramePr>
        <p:xfrm>
          <a:off x="6088464" y="38886"/>
          <a:ext cx="5262563" cy="2054521"/>
        </p:xfrm>
        <a:graphic>
          <a:graphicData uri="http://schemas.openxmlformats.org/drawingml/2006/table">
            <a:tbl>
              <a:tblPr firstRow="1" firstCol="1" bandRow="1">
                <a:tableStyleId>{5C22544A-7EE6-4342-B048-85BDC9FD1C3A}</a:tableStyleId>
              </a:tblPr>
              <a:tblGrid>
                <a:gridCol w="2581821">
                  <a:extLst>
                    <a:ext uri="{9D8B030D-6E8A-4147-A177-3AD203B41FA5}">
                      <a16:colId xmlns:a16="http://schemas.microsoft.com/office/drawing/2014/main" val="2073167407"/>
                    </a:ext>
                  </a:extLst>
                </a:gridCol>
                <a:gridCol w="1384885">
                  <a:extLst>
                    <a:ext uri="{9D8B030D-6E8A-4147-A177-3AD203B41FA5}">
                      <a16:colId xmlns:a16="http://schemas.microsoft.com/office/drawing/2014/main" val="2392379642"/>
                    </a:ext>
                  </a:extLst>
                </a:gridCol>
                <a:gridCol w="1295857">
                  <a:extLst>
                    <a:ext uri="{9D8B030D-6E8A-4147-A177-3AD203B41FA5}">
                      <a16:colId xmlns:a16="http://schemas.microsoft.com/office/drawing/2014/main" val="1844424009"/>
                    </a:ext>
                  </a:extLst>
                </a:gridCol>
              </a:tblGrid>
              <a:tr h="515175">
                <a:tc>
                  <a:txBody>
                    <a:bodyPr/>
                    <a:lstStyle/>
                    <a:p>
                      <a:pPr marL="228600">
                        <a:buNone/>
                      </a:pPr>
                      <a:r>
                        <a:rPr lang="en-IN" sz="1000" kern="100">
                          <a:effectLst/>
                        </a:rPr>
                        <a:t>12. What could be the reason people don't complete the course of Antibiotics?</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N</a:t>
                      </a:r>
                    </a:p>
                    <a:p>
                      <a:pPr marL="228600">
                        <a:buNone/>
                      </a:pPr>
                      <a:r>
                        <a:rPr lang="en-IN" sz="1000" kern="100" dirty="0">
                          <a:effectLst/>
                        </a:rPr>
                        <a:t> </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GT%</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67840918"/>
                  </a:ext>
                </a:extLst>
              </a:tr>
              <a:tr h="323025">
                <a:tc>
                  <a:txBody>
                    <a:bodyPr/>
                    <a:lstStyle/>
                    <a:p>
                      <a:pPr marL="228600">
                        <a:buNone/>
                      </a:pPr>
                      <a:r>
                        <a:rPr lang="en-IN" sz="1000" kern="100">
                          <a:effectLst/>
                        </a:rPr>
                        <a:t>High price of medication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79</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20.8%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046565769"/>
                  </a:ext>
                </a:extLst>
              </a:tr>
              <a:tr h="304800">
                <a:tc>
                  <a:txBody>
                    <a:bodyPr/>
                    <a:lstStyle/>
                    <a:p>
                      <a:pPr marL="228600">
                        <a:buNone/>
                      </a:pPr>
                      <a:r>
                        <a:rPr lang="en-IN" sz="1000" kern="100">
                          <a:effectLst/>
                        </a:rPr>
                        <a:t>Cure of particular disease</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103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27.1%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785994073"/>
                  </a:ext>
                </a:extLst>
              </a:tr>
              <a:tr h="228600">
                <a:tc>
                  <a:txBody>
                    <a:bodyPr/>
                    <a:lstStyle/>
                    <a:p>
                      <a:pPr marL="228600">
                        <a:buNone/>
                      </a:pPr>
                      <a:r>
                        <a:rPr lang="en-IN" sz="1000" kern="100">
                          <a:effectLst/>
                        </a:rPr>
                        <a:t>Negligence</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131</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34.5%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948481222"/>
                  </a:ext>
                </a:extLst>
              </a:tr>
              <a:tr h="304800">
                <a:tc>
                  <a:txBody>
                    <a:bodyPr/>
                    <a:lstStyle/>
                    <a:p>
                      <a:pPr marL="228600">
                        <a:buNone/>
                      </a:pPr>
                      <a:r>
                        <a:rPr lang="en-IN" sz="1000" kern="100">
                          <a:effectLst/>
                        </a:rPr>
                        <a:t>Lack of knowledge</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140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36.8%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308399976"/>
                  </a:ext>
                </a:extLst>
              </a:tr>
              <a:tr h="378121">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453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119.2%</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278145781"/>
                  </a:ext>
                </a:extLst>
              </a:tr>
            </a:tbl>
          </a:graphicData>
        </a:graphic>
      </p:graphicFrame>
      <p:graphicFrame>
        <p:nvGraphicFramePr>
          <p:cNvPr id="6" name="Chart 5">
            <a:extLst>
              <a:ext uri="{FF2B5EF4-FFF2-40B4-BE49-F238E27FC236}">
                <a16:creationId xmlns:a16="http://schemas.microsoft.com/office/drawing/2014/main" id="{C768210D-7009-0D62-4E15-01F953837FCD}"/>
              </a:ext>
            </a:extLst>
          </p:cNvPr>
          <p:cNvGraphicFramePr/>
          <p:nvPr>
            <p:extLst>
              <p:ext uri="{D42A27DB-BD31-4B8C-83A1-F6EECF244321}">
                <p14:modId xmlns:p14="http://schemas.microsoft.com/office/powerpoint/2010/main" val="49299286"/>
              </p:ext>
            </p:extLst>
          </p:nvPr>
        </p:nvGraphicFramePr>
        <p:xfrm>
          <a:off x="6071716" y="1960685"/>
          <a:ext cx="5486400" cy="29718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F45F16EF-4D42-2866-D859-69A3282EA765}"/>
              </a:ext>
            </a:extLst>
          </p:cNvPr>
          <p:cNvSpPr txBox="1"/>
          <p:nvPr/>
        </p:nvSpPr>
        <p:spPr>
          <a:xfrm>
            <a:off x="6096000" y="4932485"/>
            <a:ext cx="6099348" cy="1754326"/>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Most common reasons for not completing antibiotics were lack of knowledge (36.8%) and negligence (34.5%), followed by feeling cured early (27.1%) and high medicine cost (20.8%). This shows education and behavior are bigger issues than finances, highlighting the need for better awareness and counseling to improve adherence</a:t>
            </a:r>
            <a:endParaRPr lang="en-IN" dirty="0"/>
          </a:p>
        </p:txBody>
      </p:sp>
      <p:graphicFrame>
        <p:nvGraphicFramePr>
          <p:cNvPr id="9" name="Table 8">
            <a:extLst>
              <a:ext uri="{FF2B5EF4-FFF2-40B4-BE49-F238E27FC236}">
                <a16:creationId xmlns:a16="http://schemas.microsoft.com/office/drawing/2014/main" id="{51D239F7-C8CB-78B3-598E-4F8BD40F6BAC}"/>
              </a:ext>
            </a:extLst>
          </p:cNvPr>
          <p:cNvGraphicFramePr>
            <a:graphicFrameLocks noGrp="1"/>
          </p:cNvGraphicFramePr>
          <p:nvPr>
            <p:extLst>
              <p:ext uri="{D42A27DB-BD31-4B8C-83A1-F6EECF244321}">
                <p14:modId xmlns:p14="http://schemas.microsoft.com/office/powerpoint/2010/main" val="3407403655"/>
              </p:ext>
            </p:extLst>
          </p:nvPr>
        </p:nvGraphicFramePr>
        <p:xfrm>
          <a:off x="0" y="0"/>
          <a:ext cx="5262563" cy="2054519"/>
        </p:xfrm>
        <a:graphic>
          <a:graphicData uri="http://schemas.openxmlformats.org/drawingml/2006/table">
            <a:tbl>
              <a:tblPr firstRow="1" firstCol="1" bandRow="1">
                <a:tableStyleId>{5C22544A-7EE6-4342-B048-85BDC9FD1C3A}</a:tableStyleId>
              </a:tblPr>
              <a:tblGrid>
                <a:gridCol w="2581821">
                  <a:extLst>
                    <a:ext uri="{9D8B030D-6E8A-4147-A177-3AD203B41FA5}">
                      <a16:colId xmlns:a16="http://schemas.microsoft.com/office/drawing/2014/main" val="833522067"/>
                    </a:ext>
                  </a:extLst>
                </a:gridCol>
                <a:gridCol w="1384885">
                  <a:extLst>
                    <a:ext uri="{9D8B030D-6E8A-4147-A177-3AD203B41FA5}">
                      <a16:colId xmlns:a16="http://schemas.microsoft.com/office/drawing/2014/main" val="3071935038"/>
                    </a:ext>
                  </a:extLst>
                </a:gridCol>
                <a:gridCol w="1295857">
                  <a:extLst>
                    <a:ext uri="{9D8B030D-6E8A-4147-A177-3AD203B41FA5}">
                      <a16:colId xmlns:a16="http://schemas.microsoft.com/office/drawing/2014/main" val="2652911372"/>
                    </a:ext>
                  </a:extLst>
                </a:gridCol>
              </a:tblGrid>
              <a:tr h="667687">
                <a:tc>
                  <a:txBody>
                    <a:bodyPr/>
                    <a:lstStyle/>
                    <a:p>
                      <a:pPr marL="228600">
                        <a:buNone/>
                      </a:pPr>
                      <a:r>
                        <a:rPr lang="en-IN" sz="1000" kern="100">
                          <a:effectLst/>
                        </a:rPr>
                        <a:t>11. Which do you think is better, IV therapy or oral antibiotics?</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GT% </a:t>
                      </a:r>
                    </a:p>
                    <a:p>
                      <a:pPr marL="228600">
                        <a:buNone/>
                      </a:pPr>
                      <a:r>
                        <a:rPr lang="en-IN" sz="1000" kern="100">
                          <a:effectLst/>
                        </a:rPr>
                        <a:t> </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extLst>
                  <a:ext uri="{0D108BD9-81ED-4DB2-BD59-A6C34878D82A}">
                    <a16:rowId xmlns:a16="http://schemas.microsoft.com/office/drawing/2014/main" val="1014201278"/>
                  </a:ext>
                </a:extLst>
              </a:tr>
              <a:tr h="346708">
                <a:tc>
                  <a:txBody>
                    <a:bodyPr/>
                    <a:lstStyle/>
                    <a:p>
                      <a:pPr marL="228600">
                        <a:buNone/>
                      </a:pPr>
                      <a:r>
                        <a:rPr lang="en-IN" sz="1000" kern="100">
                          <a:effectLst/>
                        </a:rPr>
                        <a:t>Oral Antibiotics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111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29.2%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621639317"/>
                  </a:ext>
                </a:extLst>
              </a:tr>
              <a:tr h="346708">
                <a:tc>
                  <a:txBody>
                    <a:bodyPr/>
                    <a:lstStyle/>
                    <a:p>
                      <a:pPr marL="228600">
                        <a:buNone/>
                      </a:pPr>
                      <a:r>
                        <a:rPr lang="en-IN" sz="1000" kern="100">
                          <a:effectLst/>
                        </a:rPr>
                        <a:t>IV Therapy</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76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57743357"/>
                  </a:ext>
                </a:extLst>
              </a:tr>
              <a:tr h="346708">
                <a:tc>
                  <a:txBody>
                    <a:bodyPr/>
                    <a:lstStyle/>
                    <a:p>
                      <a:pPr marL="228600">
                        <a:buNone/>
                      </a:pPr>
                      <a:r>
                        <a:rPr lang="en-IN" sz="1000" kern="100">
                          <a:effectLst/>
                        </a:rPr>
                        <a:t>Depends on illness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193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50.8%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288942582"/>
                  </a:ext>
                </a:extLst>
              </a:tr>
              <a:tr h="346708">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029808319"/>
                  </a:ext>
                </a:extLst>
              </a:tr>
            </a:tbl>
          </a:graphicData>
        </a:graphic>
      </p:graphicFrame>
      <p:graphicFrame>
        <p:nvGraphicFramePr>
          <p:cNvPr id="10" name="Chart 9">
            <a:extLst>
              <a:ext uri="{FF2B5EF4-FFF2-40B4-BE49-F238E27FC236}">
                <a16:creationId xmlns:a16="http://schemas.microsoft.com/office/drawing/2014/main" id="{5AAC24F6-139E-A6C5-6B3B-AD9EFC8062A0}"/>
              </a:ext>
            </a:extLst>
          </p:cNvPr>
          <p:cNvGraphicFramePr/>
          <p:nvPr>
            <p:extLst>
              <p:ext uri="{D42A27DB-BD31-4B8C-83A1-F6EECF244321}">
                <p14:modId xmlns:p14="http://schemas.microsoft.com/office/powerpoint/2010/main" val="3122950629"/>
              </p:ext>
            </p:extLst>
          </p:nvPr>
        </p:nvGraphicFramePr>
        <p:xfrm>
          <a:off x="0" y="2093407"/>
          <a:ext cx="5486400" cy="2554793"/>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7F39BC76-A203-6E9D-7084-CEE3EDDDED19}"/>
              </a:ext>
            </a:extLst>
          </p:cNvPr>
          <p:cNvSpPr txBox="1"/>
          <p:nvPr/>
        </p:nvSpPr>
        <p:spPr>
          <a:xfrm>
            <a:off x="0" y="4793986"/>
            <a:ext cx="6124470" cy="2031325"/>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About half the students (50.8%) said antibiotic choice depends on illness type or severity. Meanwhile, 29.2% preferred oral antibiotics and 20% preferred IV therapy. This shows some students understand the need to tailor treatment, but others may have fixed, oversimplified views on the best route, possibly misunderstanding drug potency and indications.</a:t>
            </a:r>
            <a:endParaRPr lang="en-IN" dirty="0"/>
          </a:p>
        </p:txBody>
      </p:sp>
    </p:spTree>
    <p:extLst>
      <p:ext uri="{BB962C8B-B14F-4D97-AF65-F5344CB8AC3E}">
        <p14:creationId xmlns:p14="http://schemas.microsoft.com/office/powerpoint/2010/main" val="978733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694787605"/>
              </p:ext>
            </p:extLst>
          </p:nvPr>
        </p:nvGraphicFramePr>
        <p:xfrm>
          <a:off x="29308" y="977303"/>
          <a:ext cx="4866640" cy="1955800"/>
        </p:xfrm>
        <a:graphic>
          <a:graphicData uri="http://schemas.openxmlformats.org/drawingml/2006/table">
            <a:tbl>
              <a:tblPr firstRow="1" bandRow="1">
                <a:tableStyleId>{2D5ABB26-0587-4C30-8999-92F81FD0307C}</a:tableStyleId>
              </a:tblPr>
              <a:tblGrid>
                <a:gridCol w="2204720">
                  <a:extLst>
                    <a:ext uri="{9D8B030D-6E8A-4147-A177-3AD203B41FA5}">
                      <a16:colId xmlns:a16="http://schemas.microsoft.com/office/drawing/2014/main" val="20000"/>
                    </a:ext>
                  </a:extLst>
                </a:gridCol>
                <a:gridCol w="1326515">
                  <a:extLst>
                    <a:ext uri="{9D8B030D-6E8A-4147-A177-3AD203B41FA5}">
                      <a16:colId xmlns:a16="http://schemas.microsoft.com/office/drawing/2014/main" val="20001"/>
                    </a:ext>
                  </a:extLst>
                </a:gridCol>
                <a:gridCol w="1335405">
                  <a:extLst>
                    <a:ext uri="{9D8B030D-6E8A-4147-A177-3AD203B41FA5}">
                      <a16:colId xmlns:a16="http://schemas.microsoft.com/office/drawing/2014/main" val="20002"/>
                    </a:ext>
                  </a:extLst>
                </a:gridCol>
              </a:tblGrid>
              <a:tr h="1043305">
                <a:tc>
                  <a:txBody>
                    <a:bodyPr/>
                    <a:lstStyle/>
                    <a:p>
                      <a:pPr marL="68580">
                        <a:lnSpc>
                          <a:spcPts val="1280"/>
                        </a:lnSpc>
                      </a:pPr>
                      <a:r>
                        <a:rPr sz="1100" b="1" spc="-70" dirty="0">
                          <a:solidFill>
                            <a:srgbClr val="FFFFFF"/>
                          </a:solidFill>
                          <a:latin typeface="Trebuchet MS"/>
                          <a:cs typeface="Trebuchet MS"/>
                        </a:rPr>
                        <a:t>.</a:t>
                      </a:r>
                      <a:r>
                        <a:rPr sz="1100" b="1" spc="-110" dirty="0">
                          <a:solidFill>
                            <a:srgbClr val="FFFFFF"/>
                          </a:solidFill>
                          <a:latin typeface="Trebuchet MS"/>
                          <a:cs typeface="Trebuchet MS"/>
                        </a:rPr>
                        <a:t> </a:t>
                      </a:r>
                      <a:r>
                        <a:rPr sz="1100" b="1" spc="60" dirty="0">
                          <a:solidFill>
                            <a:srgbClr val="FFFFFF"/>
                          </a:solidFill>
                          <a:latin typeface="Trebuchet MS"/>
                          <a:cs typeface="Trebuchet MS"/>
                        </a:rPr>
                        <a:t>Do</a:t>
                      </a:r>
                      <a:r>
                        <a:rPr sz="1100" b="1" spc="-75" dirty="0">
                          <a:solidFill>
                            <a:srgbClr val="FFFFFF"/>
                          </a:solidFill>
                          <a:latin typeface="Trebuchet MS"/>
                          <a:cs typeface="Trebuchet MS"/>
                        </a:rPr>
                        <a:t> </a:t>
                      </a:r>
                      <a:r>
                        <a:rPr sz="1100" b="1" spc="-10" dirty="0">
                          <a:solidFill>
                            <a:srgbClr val="FFFFFF"/>
                          </a:solidFill>
                          <a:latin typeface="Trebuchet MS"/>
                          <a:cs typeface="Trebuchet MS"/>
                        </a:rPr>
                        <a:t>you</a:t>
                      </a:r>
                      <a:r>
                        <a:rPr sz="1100" b="1" spc="-85" dirty="0">
                          <a:solidFill>
                            <a:srgbClr val="FFFFFF"/>
                          </a:solidFill>
                          <a:latin typeface="Trebuchet MS"/>
                          <a:cs typeface="Trebuchet MS"/>
                        </a:rPr>
                        <a:t> </a:t>
                      </a:r>
                      <a:r>
                        <a:rPr sz="1100" b="1" dirty="0">
                          <a:solidFill>
                            <a:srgbClr val="FFFFFF"/>
                          </a:solidFill>
                          <a:latin typeface="Trebuchet MS"/>
                          <a:cs typeface="Trebuchet MS"/>
                        </a:rPr>
                        <a:t>take</a:t>
                      </a:r>
                      <a:r>
                        <a:rPr sz="1100" b="1" spc="-55" dirty="0">
                          <a:solidFill>
                            <a:srgbClr val="FFFFFF"/>
                          </a:solidFill>
                          <a:latin typeface="Trebuchet MS"/>
                          <a:cs typeface="Trebuchet MS"/>
                        </a:rPr>
                        <a:t> </a:t>
                      </a:r>
                      <a:r>
                        <a:rPr sz="1100" b="1" spc="-10" dirty="0">
                          <a:solidFill>
                            <a:srgbClr val="FFFFFF"/>
                          </a:solidFill>
                          <a:latin typeface="Trebuchet MS"/>
                          <a:cs typeface="Trebuchet MS"/>
                        </a:rPr>
                        <a:t>Antibiotics</a:t>
                      </a:r>
                      <a:endParaRPr sz="1100" dirty="0">
                        <a:latin typeface="Trebuchet MS"/>
                        <a:cs typeface="Trebuchet MS"/>
                      </a:endParaRPr>
                    </a:p>
                    <a:p>
                      <a:pPr marL="68580">
                        <a:lnSpc>
                          <a:spcPct val="100000"/>
                        </a:lnSpc>
                        <a:spcBef>
                          <a:spcPts val="105"/>
                        </a:spcBef>
                      </a:pPr>
                      <a:r>
                        <a:rPr sz="1100" b="1" spc="-10" dirty="0">
                          <a:solidFill>
                            <a:srgbClr val="FFFFFF"/>
                          </a:solidFill>
                          <a:latin typeface="Trebuchet MS"/>
                          <a:cs typeface="Trebuchet MS"/>
                        </a:rPr>
                        <a:t>without</a:t>
                      </a:r>
                      <a:r>
                        <a:rPr sz="1100" b="1" spc="25" dirty="0">
                          <a:solidFill>
                            <a:srgbClr val="FFFFFF"/>
                          </a:solidFill>
                          <a:latin typeface="Trebuchet MS"/>
                          <a:cs typeface="Trebuchet MS"/>
                        </a:rPr>
                        <a:t> </a:t>
                      </a:r>
                      <a:r>
                        <a:rPr sz="1100" b="1" dirty="0">
                          <a:solidFill>
                            <a:srgbClr val="FFFFFF"/>
                          </a:solidFill>
                          <a:latin typeface="Trebuchet MS"/>
                          <a:cs typeface="Trebuchet MS"/>
                        </a:rPr>
                        <a:t>consulting</a:t>
                      </a:r>
                      <a:r>
                        <a:rPr sz="1100" b="1" spc="-5" dirty="0">
                          <a:solidFill>
                            <a:srgbClr val="FFFFFF"/>
                          </a:solidFill>
                          <a:latin typeface="Trebuchet MS"/>
                          <a:cs typeface="Trebuchet MS"/>
                        </a:rPr>
                        <a:t> </a:t>
                      </a:r>
                      <a:r>
                        <a:rPr sz="1100" b="1" spc="-20" dirty="0">
                          <a:solidFill>
                            <a:srgbClr val="FFFFFF"/>
                          </a:solidFill>
                          <a:latin typeface="Trebuchet MS"/>
                          <a:cs typeface="Trebuchet MS"/>
                        </a:rPr>
                        <a:t>the</a:t>
                      </a:r>
                      <a:r>
                        <a:rPr sz="1100" b="1" spc="30" dirty="0">
                          <a:solidFill>
                            <a:srgbClr val="FFFFFF"/>
                          </a:solidFill>
                          <a:latin typeface="Trebuchet MS"/>
                          <a:cs typeface="Trebuchet MS"/>
                        </a:rPr>
                        <a:t> </a:t>
                      </a:r>
                      <a:r>
                        <a:rPr sz="1100" b="1" spc="-10" dirty="0">
                          <a:solidFill>
                            <a:srgbClr val="FFFFFF"/>
                          </a:solidFill>
                          <a:latin typeface="Trebuchet MS"/>
                          <a:cs typeface="Trebuchet MS"/>
                        </a:rPr>
                        <a:t>Doctor?</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tx2">
                        <a:lumMod val="60000"/>
                        <a:lumOff val="40000"/>
                      </a:schemeClr>
                    </a:solidFill>
                  </a:tcPr>
                </a:tc>
                <a:tc>
                  <a:txBody>
                    <a:bodyPr/>
                    <a:lstStyle/>
                    <a:p>
                      <a:pPr marL="304165">
                        <a:lnSpc>
                          <a:spcPts val="1280"/>
                        </a:lnSpc>
                      </a:pPr>
                      <a:r>
                        <a:rPr sz="1100" b="1" dirty="0">
                          <a:solidFill>
                            <a:srgbClr val="FFFFFF"/>
                          </a:solidFill>
                          <a:latin typeface="Trebuchet MS"/>
                          <a:cs typeface="Trebuchet MS"/>
                        </a:rPr>
                        <a:t>Count</a:t>
                      </a:r>
                      <a:r>
                        <a:rPr sz="1100" b="1" spc="-100" dirty="0">
                          <a:solidFill>
                            <a:srgbClr val="FFFFFF"/>
                          </a:solidFill>
                          <a:latin typeface="Trebuchet MS"/>
                          <a:cs typeface="Trebuchet MS"/>
                        </a:rPr>
                        <a:t> </a:t>
                      </a:r>
                      <a:r>
                        <a:rPr sz="1100" b="1" spc="-40" dirty="0">
                          <a:solidFill>
                            <a:srgbClr val="FFFFFF"/>
                          </a:solidFill>
                          <a:latin typeface="Trebuchet MS"/>
                          <a:cs typeface="Trebuchet MS"/>
                        </a:rPr>
                        <a:t>of</a:t>
                      </a:r>
                      <a:r>
                        <a:rPr sz="1100" b="1" spc="-75" dirty="0">
                          <a:solidFill>
                            <a:srgbClr val="FFFFFF"/>
                          </a:solidFill>
                          <a:latin typeface="Trebuchet MS"/>
                          <a:cs typeface="Trebuchet MS"/>
                        </a:rPr>
                        <a:t> </a:t>
                      </a:r>
                      <a:r>
                        <a:rPr sz="1100" b="1" spc="-25" dirty="0">
                          <a:solidFill>
                            <a:srgbClr val="FFFFFF"/>
                          </a:solidFill>
                          <a:latin typeface="Trebuchet MS"/>
                          <a:cs typeface="Trebuchet MS"/>
                        </a:rPr>
                        <a:t>17</a:t>
                      </a:r>
                      <a:endParaRPr sz="1100" dirty="0">
                        <a:latin typeface="Trebuchet MS"/>
                        <a:cs typeface="Trebuchet MS"/>
                      </a:endParaRPr>
                    </a:p>
                    <a:p>
                      <a:pPr marL="69850">
                        <a:lnSpc>
                          <a:spcPct val="100000"/>
                        </a:lnSpc>
                        <a:spcBef>
                          <a:spcPts val="30"/>
                        </a:spcBef>
                      </a:pPr>
                      <a:r>
                        <a:rPr sz="1100" b="1" spc="60" dirty="0">
                          <a:solidFill>
                            <a:srgbClr val="FFFFFF"/>
                          </a:solidFill>
                          <a:latin typeface="Trebuchet MS"/>
                          <a:cs typeface="Trebuchet MS"/>
                        </a:rPr>
                        <a:t>Do</a:t>
                      </a:r>
                      <a:r>
                        <a:rPr sz="1100" b="1" spc="-70" dirty="0">
                          <a:solidFill>
                            <a:srgbClr val="FFFFFF"/>
                          </a:solidFill>
                          <a:latin typeface="Trebuchet MS"/>
                          <a:cs typeface="Trebuchet MS"/>
                        </a:rPr>
                        <a:t> </a:t>
                      </a:r>
                      <a:r>
                        <a:rPr sz="1100" b="1" spc="-10" dirty="0">
                          <a:solidFill>
                            <a:srgbClr val="FFFFFF"/>
                          </a:solidFill>
                          <a:latin typeface="Trebuchet MS"/>
                          <a:cs typeface="Trebuchet MS"/>
                        </a:rPr>
                        <a:t>you</a:t>
                      </a:r>
                      <a:r>
                        <a:rPr sz="1100" b="1" spc="-80" dirty="0">
                          <a:solidFill>
                            <a:srgbClr val="FFFFFF"/>
                          </a:solidFill>
                          <a:latin typeface="Trebuchet MS"/>
                          <a:cs typeface="Trebuchet MS"/>
                        </a:rPr>
                        <a:t> </a:t>
                      </a:r>
                      <a:r>
                        <a:rPr sz="1100" b="1" spc="-20" dirty="0">
                          <a:solidFill>
                            <a:srgbClr val="FFFFFF"/>
                          </a:solidFill>
                          <a:latin typeface="Trebuchet MS"/>
                          <a:cs typeface="Trebuchet MS"/>
                        </a:rPr>
                        <a:t>take</a:t>
                      </a:r>
                      <a:endParaRPr sz="1100" dirty="0">
                        <a:latin typeface="Trebuchet MS"/>
                        <a:cs typeface="Trebuchet MS"/>
                      </a:endParaRPr>
                    </a:p>
                    <a:p>
                      <a:pPr marL="69850">
                        <a:lnSpc>
                          <a:spcPct val="100000"/>
                        </a:lnSpc>
                        <a:spcBef>
                          <a:spcPts val="35"/>
                        </a:spcBef>
                      </a:pPr>
                      <a:r>
                        <a:rPr sz="1100" b="1" spc="-10" dirty="0">
                          <a:solidFill>
                            <a:srgbClr val="FFFFFF"/>
                          </a:solidFill>
                          <a:latin typeface="Trebuchet MS"/>
                          <a:ea typeface="+mn-ea"/>
                          <a:cs typeface="Trebuchet MS"/>
                        </a:rPr>
                        <a:t>Antibiotics</a:t>
                      </a:r>
                    </a:p>
                    <a:p>
                      <a:pPr marL="69850" marR="299085">
                        <a:lnSpc>
                          <a:spcPct val="105200"/>
                        </a:lnSpc>
                      </a:pPr>
                      <a:r>
                        <a:rPr sz="1100" b="1" spc="-10" dirty="0">
                          <a:solidFill>
                            <a:srgbClr val="FFFFFF"/>
                          </a:solidFill>
                          <a:latin typeface="Trebuchet MS"/>
                          <a:cs typeface="Trebuchet MS"/>
                        </a:rPr>
                        <a:t>without </a:t>
                      </a:r>
                      <a:r>
                        <a:rPr sz="1100" b="1" dirty="0">
                          <a:solidFill>
                            <a:srgbClr val="FFFFFF"/>
                          </a:solidFill>
                          <a:latin typeface="Trebuchet MS"/>
                          <a:cs typeface="Trebuchet MS"/>
                        </a:rPr>
                        <a:t>consulting</a:t>
                      </a:r>
                      <a:r>
                        <a:rPr sz="1100" b="1" spc="150" dirty="0">
                          <a:solidFill>
                            <a:srgbClr val="FFFFFF"/>
                          </a:solidFill>
                          <a:latin typeface="Trebuchet MS"/>
                          <a:cs typeface="Trebuchet MS"/>
                        </a:rPr>
                        <a:t> </a:t>
                      </a:r>
                      <a:r>
                        <a:rPr sz="1100" b="1" spc="-25" dirty="0">
                          <a:solidFill>
                            <a:srgbClr val="FFFFFF"/>
                          </a:solidFill>
                          <a:latin typeface="Trebuchet MS"/>
                          <a:cs typeface="Trebuchet MS"/>
                        </a:rPr>
                        <a:t>the </a:t>
                      </a:r>
                      <a:r>
                        <a:rPr sz="1100" b="1" spc="-10" dirty="0">
                          <a:solidFill>
                            <a:srgbClr val="FFFFFF"/>
                          </a:solidFill>
                          <a:latin typeface="Trebuchet MS"/>
                          <a:cs typeface="Trebuchet MS"/>
                        </a:rPr>
                        <a:t>Doctor?</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tx2">
                        <a:lumMod val="60000"/>
                        <a:lumOff val="40000"/>
                      </a:schemeClr>
                    </a:solidFill>
                  </a:tcPr>
                </a:tc>
                <a:tc>
                  <a:txBody>
                    <a:bodyPr/>
                    <a:lstStyle/>
                    <a:p>
                      <a:pPr marL="153670">
                        <a:lnSpc>
                          <a:spcPts val="1280"/>
                        </a:lnSpc>
                      </a:pPr>
                      <a:r>
                        <a:rPr sz="1100" b="1" dirty="0">
                          <a:solidFill>
                            <a:srgbClr val="FFFFFF"/>
                          </a:solidFill>
                          <a:latin typeface="Trebuchet MS"/>
                          <a:cs typeface="Trebuchet MS"/>
                        </a:rPr>
                        <a:t>GT%</a:t>
                      </a:r>
                      <a:r>
                        <a:rPr sz="1100" b="1" spc="-110" dirty="0">
                          <a:solidFill>
                            <a:srgbClr val="FFFFFF"/>
                          </a:solidFill>
                          <a:latin typeface="Trebuchet MS"/>
                          <a:cs typeface="Trebuchet MS"/>
                        </a:rPr>
                        <a:t> </a:t>
                      </a:r>
                      <a:r>
                        <a:rPr sz="1100" b="1" dirty="0">
                          <a:solidFill>
                            <a:srgbClr val="FFFFFF"/>
                          </a:solidFill>
                          <a:latin typeface="Trebuchet MS"/>
                          <a:cs typeface="Trebuchet MS"/>
                        </a:rPr>
                        <a:t>Count</a:t>
                      </a:r>
                      <a:r>
                        <a:rPr sz="1100" b="1" spc="-80" dirty="0">
                          <a:solidFill>
                            <a:srgbClr val="FFFFFF"/>
                          </a:solidFill>
                          <a:latin typeface="Trebuchet MS"/>
                          <a:cs typeface="Trebuchet MS"/>
                        </a:rPr>
                        <a:t> </a:t>
                      </a:r>
                      <a:r>
                        <a:rPr sz="1100" b="1" spc="-40" dirty="0">
                          <a:solidFill>
                            <a:srgbClr val="FFFFFF"/>
                          </a:solidFill>
                          <a:latin typeface="Trebuchet MS"/>
                          <a:cs typeface="Trebuchet MS"/>
                        </a:rPr>
                        <a:t>of</a:t>
                      </a:r>
                      <a:r>
                        <a:rPr sz="1100" b="1" spc="-45" dirty="0">
                          <a:solidFill>
                            <a:srgbClr val="FFFFFF"/>
                          </a:solidFill>
                          <a:latin typeface="Trebuchet MS"/>
                          <a:cs typeface="Trebuchet MS"/>
                        </a:rPr>
                        <a:t> </a:t>
                      </a:r>
                      <a:r>
                        <a:rPr sz="1100" b="1" spc="-25" dirty="0">
                          <a:solidFill>
                            <a:srgbClr val="FFFFFF"/>
                          </a:solidFill>
                          <a:latin typeface="Trebuchet MS"/>
                          <a:cs typeface="Trebuchet MS"/>
                        </a:rPr>
                        <a:t>17</a:t>
                      </a:r>
                      <a:endParaRPr sz="1100" dirty="0">
                        <a:latin typeface="Trebuchet MS"/>
                        <a:cs typeface="Trebuchet MS"/>
                      </a:endParaRPr>
                    </a:p>
                    <a:p>
                      <a:pPr marL="71120">
                        <a:lnSpc>
                          <a:spcPct val="100000"/>
                        </a:lnSpc>
                        <a:spcBef>
                          <a:spcPts val="30"/>
                        </a:spcBef>
                      </a:pPr>
                      <a:r>
                        <a:rPr sz="1100" b="1" spc="60" dirty="0">
                          <a:solidFill>
                            <a:srgbClr val="FFFFFF"/>
                          </a:solidFill>
                          <a:latin typeface="Trebuchet MS"/>
                          <a:cs typeface="Trebuchet MS"/>
                        </a:rPr>
                        <a:t>Do</a:t>
                      </a:r>
                      <a:r>
                        <a:rPr sz="1100" b="1" spc="-75" dirty="0">
                          <a:solidFill>
                            <a:srgbClr val="FFFFFF"/>
                          </a:solidFill>
                          <a:latin typeface="Trebuchet MS"/>
                          <a:cs typeface="Trebuchet MS"/>
                        </a:rPr>
                        <a:t> </a:t>
                      </a:r>
                      <a:r>
                        <a:rPr sz="1100" b="1" spc="-10" dirty="0">
                          <a:solidFill>
                            <a:srgbClr val="FFFFFF"/>
                          </a:solidFill>
                          <a:latin typeface="Trebuchet MS"/>
                          <a:cs typeface="Trebuchet MS"/>
                        </a:rPr>
                        <a:t>you</a:t>
                      </a:r>
                      <a:r>
                        <a:rPr sz="1100" b="1" spc="-80" dirty="0">
                          <a:solidFill>
                            <a:srgbClr val="FFFFFF"/>
                          </a:solidFill>
                          <a:latin typeface="Trebuchet MS"/>
                          <a:cs typeface="Trebuchet MS"/>
                        </a:rPr>
                        <a:t> </a:t>
                      </a:r>
                      <a:r>
                        <a:rPr sz="1100" b="1" spc="-20" dirty="0">
                          <a:solidFill>
                            <a:srgbClr val="FFFFFF"/>
                          </a:solidFill>
                          <a:latin typeface="Trebuchet MS"/>
                          <a:cs typeface="Trebuchet MS"/>
                        </a:rPr>
                        <a:t>take</a:t>
                      </a:r>
                      <a:endParaRPr sz="1100" dirty="0">
                        <a:latin typeface="Trebuchet MS"/>
                        <a:cs typeface="Trebuchet MS"/>
                      </a:endParaRPr>
                    </a:p>
                    <a:p>
                      <a:pPr marL="71120">
                        <a:lnSpc>
                          <a:spcPct val="100000"/>
                        </a:lnSpc>
                        <a:spcBef>
                          <a:spcPts val="35"/>
                        </a:spcBef>
                      </a:pPr>
                      <a:r>
                        <a:rPr sz="1100" b="1" spc="-10" dirty="0">
                          <a:solidFill>
                            <a:srgbClr val="FFFFFF"/>
                          </a:solidFill>
                          <a:latin typeface="Trebuchet MS"/>
                          <a:cs typeface="Trebuchet MS"/>
                        </a:rPr>
                        <a:t>Antibiotics</a:t>
                      </a:r>
                      <a:endParaRPr sz="1100" dirty="0">
                        <a:latin typeface="Trebuchet MS"/>
                        <a:cs typeface="Trebuchet MS"/>
                      </a:endParaRPr>
                    </a:p>
                    <a:p>
                      <a:pPr marL="71120" marR="308610">
                        <a:lnSpc>
                          <a:spcPct val="105200"/>
                        </a:lnSpc>
                      </a:pPr>
                      <a:r>
                        <a:rPr sz="1100" b="1" spc="-10" dirty="0">
                          <a:solidFill>
                            <a:srgbClr val="FFFFFF"/>
                          </a:solidFill>
                          <a:latin typeface="Trebuchet MS"/>
                          <a:cs typeface="Trebuchet MS"/>
                        </a:rPr>
                        <a:t>without </a:t>
                      </a:r>
                      <a:r>
                        <a:rPr sz="1100" b="1" dirty="0">
                          <a:solidFill>
                            <a:srgbClr val="FFFFFF"/>
                          </a:solidFill>
                          <a:latin typeface="Trebuchet MS"/>
                          <a:cs typeface="Trebuchet MS"/>
                        </a:rPr>
                        <a:t>consulting</a:t>
                      </a:r>
                      <a:r>
                        <a:rPr sz="1100" b="1" spc="140" dirty="0">
                          <a:solidFill>
                            <a:srgbClr val="FFFFFF"/>
                          </a:solidFill>
                          <a:latin typeface="Trebuchet MS"/>
                          <a:cs typeface="Trebuchet MS"/>
                        </a:rPr>
                        <a:t> </a:t>
                      </a:r>
                      <a:r>
                        <a:rPr sz="1100" b="1" spc="-25" dirty="0">
                          <a:solidFill>
                            <a:srgbClr val="FFFFFF"/>
                          </a:solidFill>
                          <a:latin typeface="Trebuchet MS"/>
                          <a:cs typeface="Trebuchet MS"/>
                        </a:rPr>
                        <a:t>the </a:t>
                      </a:r>
                      <a:r>
                        <a:rPr sz="1100" b="1" spc="-10" dirty="0">
                          <a:solidFill>
                            <a:srgbClr val="FFFFFF"/>
                          </a:solidFill>
                          <a:latin typeface="Trebuchet MS"/>
                          <a:cs typeface="Trebuchet MS"/>
                        </a:rPr>
                        <a:t>Doctor?</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tx2">
                        <a:lumMod val="60000"/>
                        <a:lumOff val="40000"/>
                      </a:schemeClr>
                    </a:solidFill>
                  </a:tcPr>
                </a:tc>
                <a:extLst>
                  <a:ext uri="{0D108BD9-81ED-4DB2-BD59-A6C34878D82A}">
                    <a16:rowId xmlns:a16="http://schemas.microsoft.com/office/drawing/2014/main" val="10000"/>
                  </a:ext>
                </a:extLst>
              </a:tr>
              <a:tr h="182880">
                <a:tc>
                  <a:txBody>
                    <a:bodyPr/>
                    <a:lstStyle/>
                    <a:p>
                      <a:pPr marL="68580">
                        <a:lnSpc>
                          <a:spcPts val="1340"/>
                        </a:lnSpc>
                      </a:pPr>
                      <a:r>
                        <a:rPr sz="1200" b="1" spc="-25" dirty="0">
                          <a:solidFill>
                            <a:srgbClr val="FFFFFF"/>
                          </a:solidFill>
                          <a:latin typeface="Trebuchet MS"/>
                          <a:cs typeface="Trebuchet MS"/>
                        </a:rPr>
                        <a:t>Yes</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13335" algn="ctr">
                        <a:lnSpc>
                          <a:spcPts val="1340"/>
                        </a:lnSpc>
                      </a:pPr>
                      <a:r>
                        <a:rPr sz="1200" spc="-25" dirty="0">
                          <a:latin typeface="Trebuchet MS"/>
                          <a:cs typeface="Trebuchet MS"/>
                        </a:rPr>
                        <a:t>57</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tc>
                  <a:txBody>
                    <a:bodyPr/>
                    <a:lstStyle/>
                    <a:p>
                      <a:pPr marL="6985" algn="ctr">
                        <a:lnSpc>
                          <a:spcPts val="1340"/>
                        </a:lnSpc>
                      </a:pPr>
                      <a:r>
                        <a:rPr sz="1200" spc="65" dirty="0">
                          <a:latin typeface="Trebuchet MS"/>
                          <a:cs typeface="Trebuchet MS"/>
                        </a:rPr>
                        <a:t>15%</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1"/>
                  </a:ext>
                </a:extLst>
              </a:tr>
              <a:tr h="182245">
                <a:tc>
                  <a:txBody>
                    <a:bodyPr/>
                    <a:lstStyle/>
                    <a:p>
                      <a:pPr marL="68580">
                        <a:lnSpc>
                          <a:spcPts val="1340"/>
                        </a:lnSpc>
                      </a:pPr>
                      <a:r>
                        <a:rPr sz="1200" b="1" spc="40" dirty="0">
                          <a:solidFill>
                            <a:srgbClr val="FFFFFF"/>
                          </a:solidFill>
                          <a:latin typeface="Trebuchet MS"/>
                          <a:cs typeface="Trebuchet MS"/>
                        </a:rPr>
                        <a:t>No</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4445" algn="ctr">
                        <a:lnSpc>
                          <a:spcPts val="1340"/>
                        </a:lnSpc>
                      </a:pPr>
                      <a:r>
                        <a:rPr sz="1200" spc="-25" dirty="0">
                          <a:latin typeface="Trebuchet MS"/>
                          <a:cs typeface="Trebuchet MS"/>
                        </a:rPr>
                        <a:t>200</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6985" algn="ctr">
                        <a:lnSpc>
                          <a:spcPts val="1340"/>
                        </a:lnSpc>
                      </a:pPr>
                      <a:r>
                        <a:rPr sz="1200" spc="-10" dirty="0">
                          <a:latin typeface="Trebuchet MS"/>
                          <a:cs typeface="Trebuchet MS"/>
                        </a:rPr>
                        <a:t>52.6%</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182880">
                <a:tc>
                  <a:txBody>
                    <a:bodyPr/>
                    <a:lstStyle/>
                    <a:p>
                      <a:pPr marL="68580">
                        <a:lnSpc>
                          <a:spcPts val="1340"/>
                        </a:lnSpc>
                      </a:pPr>
                      <a:r>
                        <a:rPr sz="1200" b="1" spc="-10" dirty="0">
                          <a:solidFill>
                            <a:srgbClr val="FFFFFF"/>
                          </a:solidFill>
                          <a:latin typeface="Trebuchet MS"/>
                          <a:cs typeface="Trebuchet MS"/>
                        </a:rPr>
                        <a:t>Sometimes</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4445" algn="ctr">
                        <a:lnSpc>
                          <a:spcPts val="1340"/>
                        </a:lnSpc>
                      </a:pPr>
                      <a:r>
                        <a:rPr sz="1200" spc="-25" dirty="0">
                          <a:latin typeface="Trebuchet MS"/>
                          <a:cs typeface="Trebuchet MS"/>
                        </a:rPr>
                        <a:t>109</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6985" algn="ctr">
                        <a:lnSpc>
                          <a:spcPts val="1340"/>
                        </a:lnSpc>
                      </a:pPr>
                      <a:r>
                        <a:rPr sz="1200" spc="-10" dirty="0">
                          <a:latin typeface="Trebuchet MS"/>
                          <a:cs typeface="Trebuchet MS"/>
                        </a:rPr>
                        <a:t>28.7%</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3"/>
                  </a:ext>
                </a:extLst>
              </a:tr>
              <a:tr h="182245">
                <a:tc>
                  <a:txBody>
                    <a:bodyPr/>
                    <a:lstStyle/>
                    <a:p>
                      <a:pPr marL="68580">
                        <a:lnSpc>
                          <a:spcPts val="1340"/>
                        </a:lnSpc>
                      </a:pPr>
                      <a:r>
                        <a:rPr sz="1200" b="1" spc="-10" dirty="0">
                          <a:solidFill>
                            <a:srgbClr val="FFFFFF"/>
                          </a:solidFill>
                          <a:latin typeface="Trebuchet MS"/>
                          <a:cs typeface="Trebuchet MS"/>
                        </a:rPr>
                        <a:t>Oftenly</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13335" algn="ctr">
                        <a:lnSpc>
                          <a:spcPts val="1340"/>
                        </a:lnSpc>
                      </a:pPr>
                      <a:r>
                        <a:rPr sz="1200" spc="-25" dirty="0">
                          <a:latin typeface="Trebuchet MS"/>
                          <a:cs typeface="Trebuchet MS"/>
                        </a:rPr>
                        <a:t>14</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10795" algn="ctr">
                        <a:lnSpc>
                          <a:spcPts val="1340"/>
                        </a:lnSpc>
                      </a:pPr>
                      <a:r>
                        <a:rPr sz="1200" spc="30" dirty="0">
                          <a:latin typeface="Trebuchet MS"/>
                          <a:cs typeface="Trebuchet MS"/>
                        </a:rPr>
                        <a:t>3.7%</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4"/>
                  </a:ext>
                </a:extLst>
              </a:tr>
              <a:tr h="182245">
                <a:tc>
                  <a:txBody>
                    <a:bodyPr/>
                    <a:lstStyle/>
                    <a:p>
                      <a:pPr marL="68580">
                        <a:lnSpc>
                          <a:spcPts val="1340"/>
                        </a:lnSpc>
                      </a:pPr>
                      <a:r>
                        <a:rPr sz="1200" b="1" spc="-10" dirty="0">
                          <a:solidFill>
                            <a:srgbClr val="FFFFFF"/>
                          </a:solidFill>
                          <a:latin typeface="Trebuchet MS"/>
                          <a:cs typeface="Trebuchet MS"/>
                        </a:rPr>
                        <a:t>Total</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4445" algn="ctr">
                        <a:lnSpc>
                          <a:spcPts val="1340"/>
                        </a:lnSpc>
                      </a:pPr>
                      <a:r>
                        <a:rPr sz="1200" spc="-25" dirty="0">
                          <a:latin typeface="Trebuchet MS"/>
                          <a:cs typeface="Trebuchet MS"/>
                        </a:rPr>
                        <a:t>380</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10795" algn="ctr">
                        <a:lnSpc>
                          <a:spcPts val="1340"/>
                        </a:lnSpc>
                      </a:pPr>
                      <a:r>
                        <a:rPr sz="1200" spc="60" dirty="0">
                          <a:latin typeface="Trebuchet MS"/>
                          <a:cs typeface="Trebuchet MS"/>
                        </a:rPr>
                        <a:t>100%</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5"/>
                  </a:ext>
                </a:extLst>
              </a:tr>
            </a:tbl>
          </a:graphicData>
        </a:graphic>
      </p:graphicFrame>
      <p:grpSp>
        <p:nvGrpSpPr>
          <p:cNvPr id="3" name="object 3"/>
          <p:cNvGrpSpPr/>
          <p:nvPr/>
        </p:nvGrpSpPr>
        <p:grpSpPr>
          <a:xfrm>
            <a:off x="809269" y="3143216"/>
            <a:ext cx="3215640" cy="1367155"/>
            <a:chOff x="809269" y="3143216"/>
            <a:chExt cx="3215640" cy="1367155"/>
          </a:xfrm>
        </p:grpSpPr>
        <p:pic>
          <p:nvPicPr>
            <p:cNvPr id="4" name="object 4"/>
            <p:cNvPicPr/>
            <p:nvPr/>
          </p:nvPicPr>
          <p:blipFill>
            <a:blip r:embed="rId2" cstate="print"/>
            <a:stretch>
              <a:fillRect/>
            </a:stretch>
          </p:blipFill>
          <p:spPr>
            <a:xfrm>
              <a:off x="809269" y="3143216"/>
              <a:ext cx="3215439" cy="1366840"/>
            </a:xfrm>
            <a:prstGeom prst="rect">
              <a:avLst/>
            </a:prstGeom>
          </p:spPr>
        </p:pic>
        <p:sp>
          <p:nvSpPr>
            <p:cNvPr id="5" name="object 5"/>
            <p:cNvSpPr/>
            <p:nvPr/>
          </p:nvSpPr>
          <p:spPr>
            <a:xfrm>
              <a:off x="3833876" y="4014850"/>
              <a:ext cx="161925" cy="476250"/>
            </a:xfrm>
            <a:custGeom>
              <a:avLst/>
              <a:gdLst/>
              <a:ahLst/>
              <a:cxnLst/>
              <a:rect l="l" t="t" r="r" b="b"/>
              <a:pathLst>
                <a:path w="161925" h="476250">
                  <a:moveTo>
                    <a:pt x="0" y="476250"/>
                  </a:moveTo>
                  <a:lnTo>
                    <a:pt x="38100" y="476250"/>
                  </a:lnTo>
                </a:path>
                <a:path w="161925" h="476250">
                  <a:moveTo>
                    <a:pt x="66675" y="209550"/>
                  </a:moveTo>
                  <a:lnTo>
                    <a:pt x="104775" y="209550"/>
                  </a:lnTo>
                </a:path>
                <a:path w="161925" h="476250">
                  <a:moveTo>
                    <a:pt x="123825" y="0"/>
                  </a:moveTo>
                  <a:lnTo>
                    <a:pt x="161925" y="0"/>
                  </a:lnTo>
                </a:path>
              </a:pathLst>
            </a:custGeom>
            <a:ln w="12700">
              <a:solidFill>
                <a:srgbClr val="888888"/>
              </a:solidFill>
            </a:ln>
          </p:spPr>
          <p:txBody>
            <a:bodyPr wrap="square" lIns="0" tIns="0" rIns="0" bIns="0" rtlCol="0"/>
            <a:lstStyle/>
            <a:p>
              <a:endParaRPr/>
            </a:p>
          </p:txBody>
        </p:sp>
      </p:grpSp>
      <p:sp>
        <p:nvSpPr>
          <p:cNvPr id="6" name="object 6"/>
          <p:cNvSpPr txBox="1"/>
          <p:nvPr/>
        </p:nvSpPr>
        <p:spPr>
          <a:xfrm>
            <a:off x="3954779" y="4263008"/>
            <a:ext cx="113030" cy="173990"/>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7" name="object 7"/>
          <p:cNvSpPr txBox="1"/>
          <p:nvPr/>
        </p:nvSpPr>
        <p:spPr>
          <a:xfrm>
            <a:off x="4017645" y="4025582"/>
            <a:ext cx="280670" cy="174625"/>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8" name="object 8"/>
          <p:cNvSpPr/>
          <p:nvPr/>
        </p:nvSpPr>
        <p:spPr>
          <a:xfrm>
            <a:off x="785812" y="3348101"/>
            <a:ext cx="3048635" cy="1181100"/>
          </a:xfrm>
          <a:custGeom>
            <a:avLst/>
            <a:gdLst/>
            <a:ahLst/>
            <a:cxnLst/>
            <a:rect l="l" t="t" r="r" b="b"/>
            <a:pathLst>
              <a:path w="3048635" h="1181100">
                <a:moveTo>
                  <a:pt x="104775" y="771525"/>
                </a:moveTo>
                <a:lnTo>
                  <a:pt x="66675" y="771525"/>
                </a:lnTo>
              </a:path>
              <a:path w="3048635" h="1181100">
                <a:moveTo>
                  <a:pt x="76200" y="390525"/>
                </a:moveTo>
                <a:lnTo>
                  <a:pt x="38100" y="390525"/>
                </a:lnTo>
              </a:path>
              <a:path w="3048635" h="1181100">
                <a:moveTo>
                  <a:pt x="47625" y="0"/>
                </a:moveTo>
                <a:lnTo>
                  <a:pt x="0" y="0"/>
                </a:lnTo>
              </a:path>
              <a:path w="3048635" h="1181100">
                <a:moveTo>
                  <a:pt x="104775" y="771525"/>
                </a:moveTo>
                <a:lnTo>
                  <a:pt x="104775" y="809625"/>
                </a:lnTo>
              </a:path>
              <a:path w="3048635" h="1181100">
                <a:moveTo>
                  <a:pt x="733488" y="847725"/>
                </a:moveTo>
                <a:lnTo>
                  <a:pt x="733488" y="895350"/>
                </a:lnTo>
              </a:path>
              <a:path w="3048635" h="1181100">
                <a:moveTo>
                  <a:pt x="1428813" y="942975"/>
                </a:moveTo>
                <a:lnTo>
                  <a:pt x="1428813" y="981075"/>
                </a:lnTo>
              </a:path>
              <a:path w="3048635" h="1181100">
                <a:moveTo>
                  <a:pt x="2190813" y="1038225"/>
                </a:moveTo>
                <a:lnTo>
                  <a:pt x="2190813" y="1076325"/>
                </a:lnTo>
              </a:path>
              <a:path w="3048635" h="1181100">
                <a:moveTo>
                  <a:pt x="3048063" y="1143000"/>
                </a:moveTo>
                <a:lnTo>
                  <a:pt x="3048063" y="1181100"/>
                </a:lnTo>
              </a:path>
            </a:pathLst>
          </a:custGeom>
          <a:ln w="12700">
            <a:solidFill>
              <a:srgbClr val="888888"/>
            </a:solidFill>
          </a:ln>
        </p:spPr>
        <p:txBody>
          <a:bodyPr wrap="square" lIns="0" tIns="0" rIns="0" bIns="0" rtlCol="0"/>
          <a:lstStyle/>
          <a:p>
            <a:endParaRPr/>
          </a:p>
        </p:txBody>
      </p:sp>
      <p:sp>
        <p:nvSpPr>
          <p:cNvPr id="9" name="object 9"/>
          <p:cNvSpPr txBox="1"/>
          <p:nvPr/>
        </p:nvSpPr>
        <p:spPr>
          <a:xfrm>
            <a:off x="693102" y="4034790"/>
            <a:ext cx="9207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0</a:t>
            </a:r>
            <a:endParaRPr sz="950">
              <a:latin typeface="Trebuchet MS"/>
              <a:cs typeface="Trebuchet MS"/>
            </a:endParaRPr>
          </a:p>
        </p:txBody>
      </p:sp>
      <p:sp>
        <p:nvSpPr>
          <p:cNvPr id="10" name="object 10"/>
          <p:cNvSpPr txBox="1"/>
          <p:nvPr/>
        </p:nvSpPr>
        <p:spPr>
          <a:xfrm>
            <a:off x="527367" y="3654742"/>
            <a:ext cx="22542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100</a:t>
            </a:r>
            <a:endParaRPr sz="950">
              <a:latin typeface="Trebuchet MS"/>
              <a:cs typeface="Trebuchet MS"/>
            </a:endParaRPr>
          </a:p>
        </p:txBody>
      </p:sp>
      <p:sp>
        <p:nvSpPr>
          <p:cNvPr id="11" name="object 11"/>
          <p:cNvSpPr txBox="1"/>
          <p:nvPr/>
        </p:nvSpPr>
        <p:spPr>
          <a:xfrm>
            <a:off x="495934" y="3259772"/>
            <a:ext cx="22669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200</a:t>
            </a:r>
            <a:endParaRPr sz="950">
              <a:latin typeface="Trebuchet MS"/>
              <a:cs typeface="Trebuchet MS"/>
            </a:endParaRPr>
          </a:p>
        </p:txBody>
      </p:sp>
      <p:sp>
        <p:nvSpPr>
          <p:cNvPr id="12" name="object 12"/>
          <p:cNvSpPr txBox="1"/>
          <p:nvPr/>
        </p:nvSpPr>
        <p:spPr>
          <a:xfrm>
            <a:off x="1088389" y="4244085"/>
            <a:ext cx="21907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Yes</a:t>
            </a:r>
            <a:endParaRPr sz="950">
              <a:latin typeface="Trebuchet MS"/>
              <a:cs typeface="Trebuchet MS"/>
            </a:endParaRPr>
          </a:p>
        </p:txBody>
      </p:sp>
      <p:sp>
        <p:nvSpPr>
          <p:cNvPr id="13" name="object 13"/>
          <p:cNvSpPr txBox="1"/>
          <p:nvPr/>
        </p:nvSpPr>
        <p:spPr>
          <a:xfrm>
            <a:off x="1768220" y="4325620"/>
            <a:ext cx="177800"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No</a:t>
            </a:r>
            <a:endParaRPr sz="950">
              <a:latin typeface="Trebuchet MS"/>
              <a:cs typeface="Trebuchet MS"/>
            </a:endParaRPr>
          </a:p>
        </p:txBody>
      </p:sp>
      <p:sp>
        <p:nvSpPr>
          <p:cNvPr id="14" name="object 14"/>
          <p:cNvSpPr txBox="1"/>
          <p:nvPr/>
        </p:nvSpPr>
        <p:spPr>
          <a:xfrm>
            <a:off x="2263775" y="4447222"/>
            <a:ext cx="647700" cy="174625"/>
          </a:xfrm>
          <a:prstGeom prst="rect">
            <a:avLst/>
          </a:prstGeom>
        </p:spPr>
        <p:txBody>
          <a:bodyPr vert="horz" wrap="square" lIns="0" tIns="15875" rIns="0" bIns="0" rtlCol="0">
            <a:spAutoFit/>
          </a:bodyPr>
          <a:lstStyle/>
          <a:p>
            <a:pPr marL="12700">
              <a:lnSpc>
                <a:spcPct val="100000"/>
              </a:lnSpc>
              <a:spcBef>
                <a:spcPts val="125"/>
              </a:spcBef>
            </a:pPr>
            <a:r>
              <a:rPr sz="950" spc="-10" dirty="0">
                <a:latin typeface="Trebuchet MS"/>
                <a:cs typeface="Trebuchet MS"/>
              </a:rPr>
              <a:t>Sometimes</a:t>
            </a:r>
            <a:endParaRPr sz="950">
              <a:latin typeface="Trebuchet MS"/>
              <a:cs typeface="Trebuchet MS"/>
            </a:endParaRPr>
          </a:p>
        </p:txBody>
      </p:sp>
      <p:sp>
        <p:nvSpPr>
          <p:cNvPr id="15" name="object 15"/>
          <p:cNvSpPr txBox="1"/>
          <p:nvPr/>
        </p:nvSpPr>
        <p:spPr>
          <a:xfrm>
            <a:off x="3183508" y="4535106"/>
            <a:ext cx="424180" cy="174625"/>
          </a:xfrm>
          <a:prstGeom prst="rect">
            <a:avLst/>
          </a:prstGeom>
        </p:spPr>
        <p:txBody>
          <a:bodyPr vert="horz" wrap="square" lIns="0" tIns="15875" rIns="0" bIns="0" rtlCol="0">
            <a:spAutoFit/>
          </a:bodyPr>
          <a:lstStyle/>
          <a:p>
            <a:pPr marL="12700">
              <a:lnSpc>
                <a:spcPct val="100000"/>
              </a:lnSpc>
              <a:spcBef>
                <a:spcPts val="125"/>
              </a:spcBef>
            </a:pPr>
            <a:r>
              <a:rPr sz="950" spc="-10" dirty="0">
                <a:latin typeface="Trebuchet MS"/>
                <a:cs typeface="Trebuchet MS"/>
              </a:rPr>
              <a:t>Oftenly</a:t>
            </a:r>
            <a:endParaRPr sz="950">
              <a:latin typeface="Trebuchet MS"/>
              <a:cs typeface="Trebuchet MS"/>
            </a:endParaRPr>
          </a:p>
        </p:txBody>
      </p:sp>
      <p:sp>
        <p:nvSpPr>
          <p:cNvPr id="16" name="object 16"/>
          <p:cNvSpPr/>
          <p:nvPr/>
        </p:nvSpPr>
        <p:spPr>
          <a:xfrm>
            <a:off x="4772025" y="3771900"/>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155F82"/>
          </a:solidFill>
        </p:spPr>
        <p:txBody>
          <a:bodyPr wrap="square" lIns="0" tIns="0" rIns="0" bIns="0" rtlCol="0"/>
          <a:lstStyle/>
          <a:p>
            <a:endParaRPr/>
          </a:p>
        </p:txBody>
      </p:sp>
      <p:sp>
        <p:nvSpPr>
          <p:cNvPr id="17" name="object 17"/>
          <p:cNvSpPr txBox="1"/>
          <p:nvPr/>
        </p:nvSpPr>
        <p:spPr>
          <a:xfrm>
            <a:off x="4864734" y="3709606"/>
            <a:ext cx="113664" cy="174625"/>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18" name="object 18"/>
          <p:cNvSpPr/>
          <p:nvPr/>
        </p:nvSpPr>
        <p:spPr>
          <a:xfrm>
            <a:off x="4772025" y="4000500"/>
            <a:ext cx="66675" cy="66675"/>
          </a:xfrm>
          <a:custGeom>
            <a:avLst/>
            <a:gdLst/>
            <a:ahLst/>
            <a:cxnLst/>
            <a:rect l="l" t="t" r="r" b="b"/>
            <a:pathLst>
              <a:path w="66675" h="66675">
                <a:moveTo>
                  <a:pt x="66675" y="0"/>
                </a:moveTo>
                <a:lnTo>
                  <a:pt x="0" y="0"/>
                </a:lnTo>
                <a:lnTo>
                  <a:pt x="0" y="66675"/>
                </a:lnTo>
                <a:lnTo>
                  <a:pt x="66675" y="66675"/>
                </a:lnTo>
                <a:lnTo>
                  <a:pt x="66675" y="0"/>
                </a:lnTo>
                <a:close/>
              </a:path>
            </a:pathLst>
          </a:custGeom>
          <a:solidFill>
            <a:srgbClr val="E97031"/>
          </a:solidFill>
        </p:spPr>
        <p:txBody>
          <a:bodyPr wrap="square" lIns="0" tIns="0" rIns="0" bIns="0" rtlCol="0"/>
          <a:lstStyle/>
          <a:p>
            <a:endParaRPr/>
          </a:p>
        </p:txBody>
      </p:sp>
      <p:sp>
        <p:nvSpPr>
          <p:cNvPr id="19" name="object 19"/>
          <p:cNvSpPr txBox="1"/>
          <p:nvPr/>
        </p:nvSpPr>
        <p:spPr>
          <a:xfrm>
            <a:off x="4864734" y="3940175"/>
            <a:ext cx="28003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20" name="object 20"/>
          <p:cNvSpPr txBox="1"/>
          <p:nvPr/>
        </p:nvSpPr>
        <p:spPr>
          <a:xfrm>
            <a:off x="78739" y="4859337"/>
            <a:ext cx="5513070" cy="243204"/>
          </a:xfrm>
          <a:prstGeom prst="rect">
            <a:avLst/>
          </a:prstGeom>
        </p:spPr>
        <p:txBody>
          <a:bodyPr vert="horz" wrap="square" lIns="0" tIns="15875" rIns="0" bIns="0" rtlCol="0">
            <a:spAutoFit/>
          </a:bodyPr>
          <a:lstStyle/>
          <a:p>
            <a:pPr marL="298450" indent="-285750">
              <a:lnSpc>
                <a:spcPct val="100000"/>
              </a:lnSpc>
              <a:spcBef>
                <a:spcPts val="125"/>
              </a:spcBef>
              <a:buFont typeface="Arial MT"/>
              <a:buChar char="•"/>
              <a:tabLst>
                <a:tab pos="298450" algn="l"/>
              </a:tabLst>
            </a:pPr>
            <a:r>
              <a:rPr sz="1400" spc="-40" dirty="0">
                <a:latin typeface="Times New Roman"/>
                <a:cs typeface="Times New Roman"/>
              </a:rPr>
              <a:t>Yes </a:t>
            </a:r>
            <a:r>
              <a:rPr sz="1400" dirty="0">
                <a:latin typeface="Times New Roman"/>
                <a:cs typeface="Times New Roman"/>
              </a:rPr>
              <a:t>57</a:t>
            </a:r>
            <a:r>
              <a:rPr sz="1400" spc="-45" dirty="0">
                <a:latin typeface="Times New Roman"/>
                <a:cs typeface="Times New Roman"/>
              </a:rPr>
              <a:t> </a:t>
            </a:r>
            <a:r>
              <a:rPr sz="1400" dirty="0">
                <a:latin typeface="Times New Roman"/>
                <a:cs typeface="Times New Roman"/>
              </a:rPr>
              <a:t>(15.0%);</a:t>
            </a:r>
            <a:r>
              <a:rPr sz="1400" spc="-25" dirty="0">
                <a:latin typeface="Times New Roman"/>
                <a:cs typeface="Times New Roman"/>
              </a:rPr>
              <a:t> </a:t>
            </a:r>
            <a:r>
              <a:rPr sz="1400" dirty="0">
                <a:latin typeface="Times New Roman"/>
                <a:cs typeface="Times New Roman"/>
              </a:rPr>
              <a:t>Often</a:t>
            </a:r>
            <a:r>
              <a:rPr sz="1400" spc="-40" dirty="0">
                <a:latin typeface="Times New Roman"/>
                <a:cs typeface="Times New Roman"/>
              </a:rPr>
              <a:t> </a:t>
            </a:r>
            <a:r>
              <a:rPr sz="1400" dirty="0">
                <a:latin typeface="Times New Roman"/>
                <a:cs typeface="Times New Roman"/>
              </a:rPr>
              <a:t>14</a:t>
            </a:r>
            <a:r>
              <a:rPr sz="1400" spc="-40" dirty="0">
                <a:latin typeface="Times New Roman"/>
                <a:cs typeface="Times New Roman"/>
              </a:rPr>
              <a:t> </a:t>
            </a:r>
            <a:r>
              <a:rPr sz="1400" dirty="0">
                <a:latin typeface="Times New Roman"/>
                <a:cs typeface="Times New Roman"/>
              </a:rPr>
              <a:t>(3.7%);</a:t>
            </a:r>
            <a:r>
              <a:rPr sz="1400" spc="-30" dirty="0">
                <a:latin typeface="Times New Roman"/>
                <a:cs typeface="Times New Roman"/>
              </a:rPr>
              <a:t> </a:t>
            </a:r>
            <a:r>
              <a:rPr sz="1400" dirty="0">
                <a:latin typeface="Times New Roman"/>
                <a:cs typeface="Times New Roman"/>
              </a:rPr>
              <a:t>Sometimes</a:t>
            </a:r>
            <a:r>
              <a:rPr sz="1400" spc="-35" dirty="0">
                <a:latin typeface="Times New Roman"/>
                <a:cs typeface="Times New Roman"/>
              </a:rPr>
              <a:t> </a:t>
            </a:r>
            <a:r>
              <a:rPr sz="1400" dirty="0">
                <a:latin typeface="Times New Roman"/>
                <a:cs typeface="Times New Roman"/>
              </a:rPr>
              <a:t>109</a:t>
            </a:r>
            <a:r>
              <a:rPr sz="1400" spc="-45" dirty="0">
                <a:latin typeface="Times New Roman"/>
                <a:cs typeface="Times New Roman"/>
              </a:rPr>
              <a:t> </a:t>
            </a:r>
            <a:r>
              <a:rPr sz="1400" dirty="0">
                <a:latin typeface="Times New Roman"/>
                <a:cs typeface="Times New Roman"/>
              </a:rPr>
              <a:t>(28.7%);</a:t>
            </a:r>
            <a:r>
              <a:rPr sz="1400" spc="-25" dirty="0">
                <a:latin typeface="Times New Roman"/>
                <a:cs typeface="Times New Roman"/>
              </a:rPr>
              <a:t> </a:t>
            </a:r>
            <a:r>
              <a:rPr sz="1400" dirty="0">
                <a:latin typeface="Times New Roman"/>
                <a:cs typeface="Times New Roman"/>
              </a:rPr>
              <a:t>No</a:t>
            </a:r>
            <a:r>
              <a:rPr sz="1400" spc="-50" dirty="0">
                <a:latin typeface="Times New Roman"/>
                <a:cs typeface="Times New Roman"/>
              </a:rPr>
              <a:t> </a:t>
            </a:r>
            <a:r>
              <a:rPr sz="1400" dirty="0">
                <a:latin typeface="Times New Roman"/>
                <a:cs typeface="Times New Roman"/>
              </a:rPr>
              <a:t>200</a:t>
            </a:r>
            <a:r>
              <a:rPr sz="1400" spc="-40" dirty="0">
                <a:latin typeface="Times New Roman"/>
                <a:cs typeface="Times New Roman"/>
              </a:rPr>
              <a:t> </a:t>
            </a:r>
            <a:r>
              <a:rPr sz="1400" spc="-10" dirty="0">
                <a:latin typeface="Times New Roman"/>
                <a:cs typeface="Times New Roman"/>
              </a:rPr>
              <a:t>(52.6</a:t>
            </a:r>
            <a:endParaRPr sz="1400">
              <a:latin typeface="Times New Roman"/>
              <a:cs typeface="Times New Roman"/>
            </a:endParaRPr>
          </a:p>
        </p:txBody>
      </p:sp>
      <p:sp>
        <p:nvSpPr>
          <p:cNvPr id="21" name="object 21"/>
          <p:cNvSpPr txBox="1"/>
          <p:nvPr/>
        </p:nvSpPr>
        <p:spPr>
          <a:xfrm>
            <a:off x="78739" y="5363908"/>
            <a:ext cx="6026785" cy="1238885"/>
          </a:xfrm>
          <a:prstGeom prst="rect">
            <a:avLst/>
          </a:prstGeom>
        </p:spPr>
        <p:txBody>
          <a:bodyPr vert="horz" wrap="square" lIns="0" tIns="10795" rIns="0" bIns="0" rtlCol="0">
            <a:spAutoFit/>
          </a:bodyPr>
          <a:lstStyle/>
          <a:p>
            <a:pPr marL="298450" marR="5080" indent="-286385">
              <a:lnSpc>
                <a:spcPct val="102299"/>
              </a:lnSpc>
              <a:spcBef>
                <a:spcPts val="85"/>
              </a:spcBef>
              <a:buFont typeface="Arial MT"/>
              <a:buChar char="•"/>
              <a:tabLst>
                <a:tab pos="298450" algn="l"/>
              </a:tabLst>
            </a:pPr>
            <a:r>
              <a:rPr sz="1550" dirty="0">
                <a:latin typeface="Trebuchet MS"/>
                <a:cs typeface="Trebuchet MS"/>
              </a:rPr>
              <a:t>Almost</a:t>
            </a:r>
            <a:r>
              <a:rPr sz="1550" spc="-125" dirty="0">
                <a:latin typeface="Trebuchet MS"/>
                <a:cs typeface="Trebuchet MS"/>
              </a:rPr>
              <a:t> </a:t>
            </a:r>
            <a:r>
              <a:rPr sz="1550" spc="-25" dirty="0">
                <a:latin typeface="Trebuchet MS"/>
                <a:cs typeface="Trebuchet MS"/>
              </a:rPr>
              <a:t>half</a:t>
            </a:r>
            <a:r>
              <a:rPr sz="1550" spc="-85" dirty="0">
                <a:latin typeface="Trebuchet MS"/>
                <a:cs typeface="Trebuchet MS"/>
              </a:rPr>
              <a:t> </a:t>
            </a:r>
            <a:r>
              <a:rPr sz="1550" spc="-35" dirty="0">
                <a:latin typeface="Trebuchet MS"/>
                <a:cs typeface="Trebuchet MS"/>
              </a:rPr>
              <a:t>of</a:t>
            </a:r>
            <a:r>
              <a:rPr sz="1550" spc="-90" dirty="0">
                <a:latin typeface="Trebuchet MS"/>
                <a:cs typeface="Trebuchet MS"/>
              </a:rPr>
              <a:t> </a:t>
            </a:r>
            <a:r>
              <a:rPr sz="1550" spc="-55" dirty="0">
                <a:latin typeface="Trebuchet MS"/>
                <a:cs typeface="Trebuchet MS"/>
              </a:rPr>
              <a:t>the</a:t>
            </a:r>
            <a:r>
              <a:rPr sz="1550" spc="-60" dirty="0">
                <a:latin typeface="Trebuchet MS"/>
                <a:cs typeface="Trebuchet MS"/>
              </a:rPr>
              <a:t> </a:t>
            </a:r>
            <a:r>
              <a:rPr sz="1550" spc="-10" dirty="0">
                <a:latin typeface="Trebuchet MS"/>
                <a:cs typeface="Trebuchet MS"/>
              </a:rPr>
              <a:t>participants</a:t>
            </a:r>
            <a:r>
              <a:rPr sz="1550" spc="-80" dirty="0">
                <a:latin typeface="Trebuchet MS"/>
                <a:cs typeface="Trebuchet MS"/>
              </a:rPr>
              <a:t> </a:t>
            </a:r>
            <a:r>
              <a:rPr sz="1550" spc="50" dirty="0">
                <a:latin typeface="Trebuchet MS"/>
                <a:cs typeface="Trebuchet MS"/>
              </a:rPr>
              <a:t>used</a:t>
            </a:r>
            <a:r>
              <a:rPr sz="1550" spc="-125" dirty="0">
                <a:latin typeface="Trebuchet MS"/>
                <a:cs typeface="Trebuchet MS"/>
              </a:rPr>
              <a:t> </a:t>
            </a:r>
            <a:r>
              <a:rPr sz="1550" spc="-10" dirty="0">
                <a:latin typeface="Trebuchet MS"/>
                <a:cs typeface="Trebuchet MS"/>
              </a:rPr>
              <a:t>antibiotics</a:t>
            </a:r>
            <a:r>
              <a:rPr sz="1550" spc="-80" dirty="0">
                <a:latin typeface="Trebuchet MS"/>
                <a:cs typeface="Trebuchet MS"/>
              </a:rPr>
              <a:t> </a:t>
            </a:r>
            <a:r>
              <a:rPr sz="1550" spc="-30" dirty="0">
                <a:latin typeface="Trebuchet MS"/>
                <a:cs typeface="Trebuchet MS"/>
              </a:rPr>
              <a:t>without</a:t>
            </a:r>
            <a:r>
              <a:rPr sz="1550" spc="-125" dirty="0">
                <a:latin typeface="Trebuchet MS"/>
                <a:cs typeface="Trebuchet MS"/>
              </a:rPr>
              <a:t> </a:t>
            </a:r>
            <a:r>
              <a:rPr sz="1550" dirty="0">
                <a:latin typeface="Trebuchet MS"/>
                <a:cs typeface="Trebuchet MS"/>
              </a:rPr>
              <a:t>a</a:t>
            </a:r>
            <a:r>
              <a:rPr sz="1550" spc="-75" dirty="0">
                <a:latin typeface="Trebuchet MS"/>
                <a:cs typeface="Trebuchet MS"/>
              </a:rPr>
              <a:t> </a:t>
            </a:r>
            <a:r>
              <a:rPr sz="1550" spc="-10" dirty="0">
                <a:latin typeface="Trebuchet MS"/>
                <a:cs typeface="Trebuchet MS"/>
              </a:rPr>
              <a:t>doctor’s advice</a:t>
            </a:r>
            <a:r>
              <a:rPr sz="1550" spc="-65" dirty="0">
                <a:latin typeface="Trebuchet MS"/>
                <a:cs typeface="Trebuchet MS"/>
              </a:rPr>
              <a:t> </a:t>
            </a:r>
            <a:r>
              <a:rPr sz="1550" spc="-55" dirty="0">
                <a:latin typeface="Trebuchet MS"/>
                <a:cs typeface="Trebuchet MS"/>
              </a:rPr>
              <a:t>at</a:t>
            </a:r>
            <a:r>
              <a:rPr sz="1550" spc="-125" dirty="0">
                <a:latin typeface="Trebuchet MS"/>
                <a:cs typeface="Trebuchet MS"/>
              </a:rPr>
              <a:t> </a:t>
            </a:r>
            <a:r>
              <a:rPr sz="1550" dirty="0">
                <a:latin typeface="Trebuchet MS"/>
                <a:cs typeface="Trebuchet MS"/>
              </a:rPr>
              <a:t>least</a:t>
            </a:r>
            <a:r>
              <a:rPr sz="1550" spc="-45" dirty="0">
                <a:latin typeface="Trebuchet MS"/>
                <a:cs typeface="Trebuchet MS"/>
              </a:rPr>
              <a:t> </a:t>
            </a:r>
            <a:r>
              <a:rPr sz="1550" dirty="0">
                <a:latin typeface="Trebuchet MS"/>
                <a:cs typeface="Trebuchet MS"/>
              </a:rPr>
              <a:t>sometimes.</a:t>
            </a:r>
            <a:r>
              <a:rPr sz="1550" spc="-55" dirty="0">
                <a:latin typeface="Trebuchet MS"/>
                <a:cs typeface="Trebuchet MS"/>
              </a:rPr>
              <a:t> </a:t>
            </a:r>
            <a:r>
              <a:rPr sz="1550" dirty="0">
                <a:latin typeface="Trebuchet MS"/>
                <a:cs typeface="Trebuchet MS"/>
              </a:rPr>
              <a:t>Those</a:t>
            </a:r>
            <a:r>
              <a:rPr sz="1550" spc="-65" dirty="0">
                <a:latin typeface="Trebuchet MS"/>
                <a:cs typeface="Trebuchet MS"/>
              </a:rPr>
              <a:t> </a:t>
            </a:r>
            <a:r>
              <a:rPr sz="1550" dirty="0">
                <a:latin typeface="Trebuchet MS"/>
                <a:cs typeface="Trebuchet MS"/>
              </a:rPr>
              <a:t>who</a:t>
            </a:r>
            <a:r>
              <a:rPr sz="1550" spc="-110" dirty="0">
                <a:latin typeface="Trebuchet MS"/>
                <a:cs typeface="Trebuchet MS"/>
              </a:rPr>
              <a:t> </a:t>
            </a:r>
            <a:r>
              <a:rPr sz="1550" spc="-10" dirty="0">
                <a:latin typeface="Trebuchet MS"/>
                <a:cs typeface="Trebuchet MS"/>
              </a:rPr>
              <a:t>did</a:t>
            </a:r>
            <a:r>
              <a:rPr sz="1550" spc="-130" dirty="0">
                <a:latin typeface="Trebuchet MS"/>
                <a:cs typeface="Trebuchet MS"/>
              </a:rPr>
              <a:t> </a:t>
            </a:r>
            <a:r>
              <a:rPr sz="1550" dirty="0">
                <a:latin typeface="Trebuchet MS"/>
                <a:cs typeface="Trebuchet MS"/>
              </a:rPr>
              <a:t>this</a:t>
            </a:r>
            <a:r>
              <a:rPr sz="1550" spc="-80" dirty="0">
                <a:latin typeface="Trebuchet MS"/>
                <a:cs typeface="Trebuchet MS"/>
              </a:rPr>
              <a:t> </a:t>
            </a:r>
            <a:r>
              <a:rPr sz="1550" spc="-45" dirty="0">
                <a:latin typeface="Trebuchet MS"/>
                <a:cs typeface="Trebuchet MS"/>
              </a:rPr>
              <a:t>often</a:t>
            </a:r>
            <a:r>
              <a:rPr sz="1550" spc="-105" dirty="0">
                <a:latin typeface="Trebuchet MS"/>
                <a:cs typeface="Trebuchet MS"/>
              </a:rPr>
              <a:t> </a:t>
            </a:r>
            <a:r>
              <a:rPr sz="1550" dirty="0">
                <a:latin typeface="Trebuchet MS"/>
                <a:cs typeface="Trebuchet MS"/>
              </a:rPr>
              <a:t>seemed</a:t>
            </a:r>
            <a:r>
              <a:rPr sz="1550" spc="-50" dirty="0">
                <a:latin typeface="Trebuchet MS"/>
                <a:cs typeface="Trebuchet MS"/>
              </a:rPr>
              <a:t> </a:t>
            </a:r>
            <a:r>
              <a:rPr sz="1550" spc="-25" dirty="0">
                <a:latin typeface="Trebuchet MS"/>
                <a:cs typeface="Trebuchet MS"/>
              </a:rPr>
              <a:t>to </a:t>
            </a:r>
            <a:r>
              <a:rPr sz="1550" spc="-40" dirty="0">
                <a:latin typeface="Trebuchet MS"/>
                <a:cs typeface="Trebuchet MS"/>
              </a:rPr>
              <a:t>believe</a:t>
            </a:r>
            <a:r>
              <a:rPr sz="1550" spc="-60" dirty="0">
                <a:latin typeface="Trebuchet MS"/>
                <a:cs typeface="Trebuchet MS"/>
              </a:rPr>
              <a:t> </a:t>
            </a:r>
            <a:r>
              <a:rPr sz="1550" spc="-45" dirty="0">
                <a:latin typeface="Trebuchet MS"/>
                <a:cs typeface="Trebuchet MS"/>
              </a:rPr>
              <a:t>they</a:t>
            </a:r>
            <a:r>
              <a:rPr sz="1550" spc="-95" dirty="0">
                <a:latin typeface="Trebuchet MS"/>
                <a:cs typeface="Trebuchet MS"/>
              </a:rPr>
              <a:t> </a:t>
            </a:r>
            <a:r>
              <a:rPr sz="1550" dirty="0">
                <a:latin typeface="Trebuchet MS"/>
                <a:cs typeface="Trebuchet MS"/>
              </a:rPr>
              <a:t>could</a:t>
            </a:r>
            <a:r>
              <a:rPr sz="1550" spc="-35" dirty="0">
                <a:latin typeface="Trebuchet MS"/>
                <a:cs typeface="Trebuchet MS"/>
              </a:rPr>
              <a:t> </a:t>
            </a:r>
            <a:r>
              <a:rPr sz="1550" dirty="0">
                <a:latin typeface="Trebuchet MS"/>
                <a:cs typeface="Trebuchet MS"/>
              </a:rPr>
              <a:t>manage</a:t>
            </a:r>
            <a:r>
              <a:rPr sz="1550" spc="-60" dirty="0">
                <a:latin typeface="Trebuchet MS"/>
                <a:cs typeface="Trebuchet MS"/>
              </a:rPr>
              <a:t> </a:t>
            </a:r>
            <a:r>
              <a:rPr sz="1550" spc="-10" dirty="0">
                <a:latin typeface="Trebuchet MS"/>
                <a:cs typeface="Trebuchet MS"/>
              </a:rPr>
              <a:t>infections</a:t>
            </a:r>
            <a:r>
              <a:rPr sz="1550" spc="-70" dirty="0">
                <a:latin typeface="Trebuchet MS"/>
                <a:cs typeface="Trebuchet MS"/>
              </a:rPr>
              <a:t> </a:t>
            </a:r>
            <a:r>
              <a:rPr sz="1550" dirty="0">
                <a:latin typeface="Trebuchet MS"/>
                <a:cs typeface="Trebuchet MS"/>
              </a:rPr>
              <a:t>on</a:t>
            </a:r>
            <a:r>
              <a:rPr sz="1550" spc="-105" dirty="0">
                <a:latin typeface="Trebuchet MS"/>
                <a:cs typeface="Trebuchet MS"/>
              </a:rPr>
              <a:t> </a:t>
            </a:r>
            <a:r>
              <a:rPr sz="1550" spc="-50" dirty="0">
                <a:latin typeface="Trebuchet MS"/>
                <a:cs typeface="Trebuchet MS"/>
              </a:rPr>
              <a:t>their</a:t>
            </a:r>
            <a:r>
              <a:rPr sz="1550" spc="-140" dirty="0">
                <a:latin typeface="Trebuchet MS"/>
                <a:cs typeface="Trebuchet MS"/>
              </a:rPr>
              <a:t> </a:t>
            </a:r>
            <a:r>
              <a:rPr sz="1550" spc="-20" dirty="0">
                <a:latin typeface="Trebuchet MS"/>
                <a:cs typeface="Trebuchet MS"/>
              </a:rPr>
              <a:t>own.</a:t>
            </a:r>
            <a:r>
              <a:rPr sz="1550" spc="-50" dirty="0">
                <a:latin typeface="Trebuchet MS"/>
                <a:cs typeface="Trebuchet MS"/>
              </a:rPr>
              <a:t> </a:t>
            </a:r>
            <a:r>
              <a:rPr sz="1550" spc="-20" dirty="0">
                <a:latin typeface="Trebuchet MS"/>
                <a:cs typeface="Trebuchet MS"/>
              </a:rPr>
              <a:t>This</a:t>
            </a:r>
            <a:r>
              <a:rPr sz="1550" spc="-160" dirty="0">
                <a:latin typeface="Trebuchet MS"/>
                <a:cs typeface="Trebuchet MS"/>
              </a:rPr>
              <a:t> </a:t>
            </a:r>
            <a:r>
              <a:rPr sz="1550" spc="-10" dirty="0">
                <a:latin typeface="Trebuchet MS"/>
                <a:cs typeface="Trebuchet MS"/>
              </a:rPr>
              <a:t>habit</a:t>
            </a:r>
            <a:r>
              <a:rPr sz="1550" spc="-120" dirty="0">
                <a:latin typeface="Trebuchet MS"/>
                <a:cs typeface="Trebuchet MS"/>
              </a:rPr>
              <a:t> </a:t>
            </a:r>
            <a:r>
              <a:rPr sz="1550" spc="-25" dirty="0">
                <a:latin typeface="Trebuchet MS"/>
                <a:cs typeface="Trebuchet MS"/>
              </a:rPr>
              <a:t>may </a:t>
            </a:r>
            <a:r>
              <a:rPr sz="1550" dirty="0">
                <a:latin typeface="Trebuchet MS"/>
                <a:cs typeface="Trebuchet MS"/>
              </a:rPr>
              <a:t>be</a:t>
            </a:r>
            <a:r>
              <a:rPr sz="1550" spc="-65" dirty="0">
                <a:latin typeface="Trebuchet MS"/>
                <a:cs typeface="Trebuchet MS"/>
              </a:rPr>
              <a:t> </a:t>
            </a:r>
            <a:r>
              <a:rPr sz="1550" spc="-20" dirty="0">
                <a:latin typeface="Trebuchet MS"/>
                <a:cs typeface="Trebuchet MS"/>
              </a:rPr>
              <a:t>strengthened</a:t>
            </a:r>
            <a:r>
              <a:rPr sz="1550" spc="-120" dirty="0">
                <a:latin typeface="Trebuchet MS"/>
                <a:cs typeface="Trebuchet MS"/>
              </a:rPr>
              <a:t> </a:t>
            </a:r>
            <a:r>
              <a:rPr sz="1550" spc="-20" dirty="0">
                <a:latin typeface="Trebuchet MS"/>
                <a:cs typeface="Trebuchet MS"/>
              </a:rPr>
              <a:t>by</a:t>
            </a:r>
            <a:r>
              <a:rPr sz="1550" spc="-105" dirty="0">
                <a:latin typeface="Trebuchet MS"/>
                <a:cs typeface="Trebuchet MS"/>
              </a:rPr>
              <a:t> </a:t>
            </a:r>
            <a:r>
              <a:rPr sz="1550" spc="-50" dirty="0">
                <a:latin typeface="Trebuchet MS"/>
                <a:cs typeface="Trebuchet MS"/>
              </a:rPr>
              <a:t>the</a:t>
            </a:r>
            <a:r>
              <a:rPr sz="1550" spc="-60" dirty="0">
                <a:latin typeface="Trebuchet MS"/>
                <a:cs typeface="Trebuchet MS"/>
              </a:rPr>
              <a:t> </a:t>
            </a:r>
            <a:r>
              <a:rPr sz="1550" dirty="0">
                <a:latin typeface="Trebuchet MS"/>
                <a:cs typeface="Trebuchet MS"/>
              </a:rPr>
              <a:t>quick</a:t>
            </a:r>
            <a:r>
              <a:rPr sz="1550" spc="-80" dirty="0">
                <a:latin typeface="Trebuchet MS"/>
                <a:cs typeface="Trebuchet MS"/>
              </a:rPr>
              <a:t> </a:t>
            </a:r>
            <a:r>
              <a:rPr sz="1550" spc="-65" dirty="0">
                <a:latin typeface="Trebuchet MS"/>
                <a:cs typeface="Trebuchet MS"/>
              </a:rPr>
              <a:t>relief</a:t>
            </a:r>
            <a:r>
              <a:rPr sz="1550" spc="-85" dirty="0">
                <a:latin typeface="Trebuchet MS"/>
                <a:cs typeface="Trebuchet MS"/>
              </a:rPr>
              <a:t> </a:t>
            </a:r>
            <a:r>
              <a:rPr sz="1550" spc="-60" dirty="0">
                <a:latin typeface="Trebuchet MS"/>
                <a:cs typeface="Trebuchet MS"/>
              </a:rPr>
              <a:t>they</a:t>
            </a:r>
            <a:r>
              <a:rPr sz="1550" spc="-100" dirty="0">
                <a:latin typeface="Trebuchet MS"/>
                <a:cs typeface="Trebuchet MS"/>
              </a:rPr>
              <a:t> </a:t>
            </a:r>
            <a:r>
              <a:rPr sz="1550" spc="-55" dirty="0">
                <a:latin typeface="Trebuchet MS"/>
                <a:cs typeface="Trebuchet MS"/>
              </a:rPr>
              <a:t>feel</a:t>
            </a:r>
            <a:r>
              <a:rPr sz="1550" spc="-95" dirty="0">
                <a:latin typeface="Trebuchet MS"/>
                <a:cs typeface="Trebuchet MS"/>
              </a:rPr>
              <a:t> </a:t>
            </a:r>
            <a:r>
              <a:rPr sz="1550" spc="-60" dirty="0">
                <a:latin typeface="Trebuchet MS"/>
                <a:cs typeface="Trebuchet MS"/>
              </a:rPr>
              <a:t>after</a:t>
            </a:r>
            <a:r>
              <a:rPr sz="1550" spc="-140" dirty="0">
                <a:latin typeface="Trebuchet MS"/>
                <a:cs typeface="Trebuchet MS"/>
              </a:rPr>
              <a:t> </a:t>
            </a:r>
            <a:r>
              <a:rPr sz="1550" spc="-10" dirty="0">
                <a:latin typeface="Trebuchet MS"/>
                <a:cs typeface="Trebuchet MS"/>
              </a:rPr>
              <a:t>taking</a:t>
            </a:r>
            <a:endParaRPr sz="1550">
              <a:latin typeface="Trebuchet MS"/>
              <a:cs typeface="Trebuchet MS"/>
            </a:endParaRPr>
          </a:p>
          <a:p>
            <a:pPr marL="298450">
              <a:lnSpc>
                <a:spcPct val="100000"/>
              </a:lnSpc>
              <a:spcBef>
                <a:spcPts val="90"/>
              </a:spcBef>
            </a:pPr>
            <a:r>
              <a:rPr sz="1550" spc="-20" dirty="0">
                <a:latin typeface="Trebuchet MS"/>
                <a:cs typeface="Trebuchet MS"/>
              </a:rPr>
              <a:t>antibiotics,</a:t>
            </a:r>
            <a:r>
              <a:rPr sz="1550" spc="-65" dirty="0">
                <a:latin typeface="Trebuchet MS"/>
                <a:cs typeface="Trebuchet MS"/>
              </a:rPr>
              <a:t> </a:t>
            </a:r>
            <a:r>
              <a:rPr sz="1550" spc="-25" dirty="0">
                <a:latin typeface="Trebuchet MS"/>
                <a:cs typeface="Trebuchet MS"/>
              </a:rPr>
              <a:t>even</a:t>
            </a:r>
            <a:r>
              <a:rPr sz="1550" spc="-110" dirty="0">
                <a:latin typeface="Trebuchet MS"/>
                <a:cs typeface="Trebuchet MS"/>
              </a:rPr>
              <a:t> </a:t>
            </a:r>
            <a:r>
              <a:rPr sz="1550" spc="-10" dirty="0">
                <a:latin typeface="Trebuchet MS"/>
                <a:cs typeface="Trebuchet MS"/>
              </a:rPr>
              <a:t>when</a:t>
            </a:r>
            <a:r>
              <a:rPr sz="1550" spc="-110" dirty="0">
                <a:latin typeface="Trebuchet MS"/>
                <a:cs typeface="Trebuchet MS"/>
              </a:rPr>
              <a:t> </a:t>
            </a:r>
            <a:r>
              <a:rPr sz="1550" spc="-35" dirty="0">
                <a:latin typeface="Trebuchet MS"/>
                <a:cs typeface="Trebuchet MS"/>
              </a:rPr>
              <a:t>the</a:t>
            </a:r>
            <a:r>
              <a:rPr sz="1550" spc="-145" dirty="0">
                <a:latin typeface="Trebuchet MS"/>
                <a:cs typeface="Trebuchet MS"/>
              </a:rPr>
              <a:t> </a:t>
            </a:r>
            <a:r>
              <a:rPr sz="1550" spc="65" dirty="0">
                <a:latin typeface="Trebuchet MS"/>
                <a:cs typeface="Trebuchet MS"/>
              </a:rPr>
              <a:t>use</a:t>
            </a:r>
            <a:r>
              <a:rPr sz="1550" spc="-150" dirty="0">
                <a:latin typeface="Trebuchet MS"/>
                <a:cs typeface="Trebuchet MS"/>
              </a:rPr>
              <a:t> </a:t>
            </a:r>
            <a:r>
              <a:rPr sz="1550" spc="-35" dirty="0">
                <a:latin typeface="Trebuchet MS"/>
                <a:cs typeface="Trebuchet MS"/>
              </a:rPr>
              <a:t>isn’t</a:t>
            </a:r>
            <a:r>
              <a:rPr sz="1550" spc="-125" dirty="0">
                <a:latin typeface="Trebuchet MS"/>
                <a:cs typeface="Trebuchet MS"/>
              </a:rPr>
              <a:t> </a:t>
            </a:r>
            <a:r>
              <a:rPr sz="1550" spc="-10" dirty="0">
                <a:latin typeface="Trebuchet MS"/>
                <a:cs typeface="Trebuchet MS"/>
              </a:rPr>
              <a:t>appropriate.</a:t>
            </a:r>
            <a:endParaRPr sz="1550">
              <a:latin typeface="Trebuchet MS"/>
              <a:cs typeface="Trebuchet MS"/>
            </a:endParaRPr>
          </a:p>
        </p:txBody>
      </p:sp>
      <p:graphicFrame>
        <p:nvGraphicFramePr>
          <p:cNvPr id="22" name="object 22"/>
          <p:cNvGraphicFramePr>
            <a:graphicFrameLocks noGrp="1"/>
          </p:cNvGraphicFramePr>
          <p:nvPr>
            <p:extLst>
              <p:ext uri="{D42A27DB-BD31-4B8C-83A1-F6EECF244321}">
                <p14:modId xmlns:p14="http://schemas.microsoft.com/office/powerpoint/2010/main" val="3312324984"/>
              </p:ext>
            </p:extLst>
          </p:nvPr>
        </p:nvGraphicFramePr>
        <p:xfrm>
          <a:off x="6095999" y="792594"/>
          <a:ext cx="5150485" cy="1757680"/>
        </p:xfrm>
        <a:graphic>
          <a:graphicData uri="http://schemas.openxmlformats.org/drawingml/2006/table">
            <a:tbl>
              <a:tblPr firstRow="1" bandRow="1">
                <a:tableStyleId>{2D5ABB26-0587-4C30-8999-92F81FD0307C}</a:tableStyleId>
              </a:tblPr>
              <a:tblGrid>
                <a:gridCol w="2332990">
                  <a:extLst>
                    <a:ext uri="{9D8B030D-6E8A-4147-A177-3AD203B41FA5}">
                      <a16:colId xmlns:a16="http://schemas.microsoft.com/office/drawing/2014/main" val="20000"/>
                    </a:ext>
                  </a:extLst>
                </a:gridCol>
                <a:gridCol w="1403985">
                  <a:extLst>
                    <a:ext uri="{9D8B030D-6E8A-4147-A177-3AD203B41FA5}">
                      <a16:colId xmlns:a16="http://schemas.microsoft.com/office/drawing/2014/main" val="20001"/>
                    </a:ext>
                  </a:extLst>
                </a:gridCol>
                <a:gridCol w="1413510">
                  <a:extLst>
                    <a:ext uri="{9D8B030D-6E8A-4147-A177-3AD203B41FA5}">
                      <a16:colId xmlns:a16="http://schemas.microsoft.com/office/drawing/2014/main" val="20002"/>
                    </a:ext>
                  </a:extLst>
                </a:gridCol>
              </a:tblGrid>
              <a:tr h="868680">
                <a:tc>
                  <a:txBody>
                    <a:bodyPr/>
                    <a:lstStyle/>
                    <a:p>
                      <a:pPr marL="104139">
                        <a:lnSpc>
                          <a:spcPts val="1280"/>
                        </a:lnSpc>
                      </a:pPr>
                      <a:r>
                        <a:rPr sz="1100" b="1" dirty="0">
                          <a:solidFill>
                            <a:srgbClr val="FFFFFF"/>
                          </a:solidFill>
                          <a:latin typeface="Trebuchet MS"/>
                          <a:cs typeface="Trebuchet MS"/>
                        </a:rPr>
                        <a:t>.Do</a:t>
                      </a:r>
                      <a:r>
                        <a:rPr sz="1100" b="1" spc="-25" dirty="0">
                          <a:solidFill>
                            <a:srgbClr val="FFFFFF"/>
                          </a:solidFill>
                          <a:latin typeface="Trebuchet MS"/>
                          <a:cs typeface="Trebuchet MS"/>
                        </a:rPr>
                        <a:t> </a:t>
                      </a:r>
                      <a:r>
                        <a:rPr sz="1100" b="1" spc="-10" dirty="0">
                          <a:solidFill>
                            <a:srgbClr val="FFFFFF"/>
                          </a:solidFill>
                          <a:latin typeface="Trebuchet MS"/>
                          <a:cs typeface="Trebuchet MS"/>
                        </a:rPr>
                        <a:t>you</a:t>
                      </a:r>
                      <a:r>
                        <a:rPr sz="1100" b="1" spc="-35" dirty="0">
                          <a:solidFill>
                            <a:srgbClr val="FFFFFF"/>
                          </a:solidFill>
                          <a:latin typeface="Trebuchet MS"/>
                          <a:cs typeface="Trebuchet MS"/>
                        </a:rPr>
                        <a:t> </a:t>
                      </a:r>
                      <a:r>
                        <a:rPr sz="1100" b="1" dirty="0">
                          <a:solidFill>
                            <a:srgbClr val="FFFFFF"/>
                          </a:solidFill>
                          <a:latin typeface="Trebuchet MS"/>
                          <a:cs typeface="Trebuchet MS"/>
                        </a:rPr>
                        <a:t>keep</a:t>
                      </a:r>
                      <a:r>
                        <a:rPr sz="1100" b="1" spc="-40" dirty="0">
                          <a:solidFill>
                            <a:srgbClr val="FFFFFF"/>
                          </a:solidFill>
                          <a:latin typeface="Trebuchet MS"/>
                          <a:cs typeface="Trebuchet MS"/>
                        </a:rPr>
                        <a:t> </a:t>
                      </a:r>
                      <a:r>
                        <a:rPr sz="1100" b="1" dirty="0">
                          <a:solidFill>
                            <a:srgbClr val="FFFFFF"/>
                          </a:solidFill>
                          <a:latin typeface="Trebuchet MS"/>
                          <a:cs typeface="Trebuchet MS"/>
                        </a:rPr>
                        <a:t>Antibiotics</a:t>
                      </a:r>
                      <a:r>
                        <a:rPr sz="1100" b="1" spc="-30" dirty="0">
                          <a:solidFill>
                            <a:srgbClr val="FFFFFF"/>
                          </a:solidFill>
                          <a:latin typeface="Trebuchet MS"/>
                          <a:cs typeface="Trebuchet MS"/>
                        </a:rPr>
                        <a:t> </a:t>
                      </a:r>
                      <a:r>
                        <a:rPr sz="1100" b="1" spc="-25" dirty="0">
                          <a:solidFill>
                            <a:srgbClr val="FFFFFF"/>
                          </a:solidFill>
                          <a:latin typeface="Trebuchet MS"/>
                          <a:cs typeface="Trebuchet MS"/>
                        </a:rPr>
                        <a:t>at</a:t>
                      </a:r>
                      <a:endParaRPr sz="1100" dirty="0">
                        <a:latin typeface="Trebuchet MS"/>
                        <a:cs typeface="Trebuchet MS"/>
                      </a:endParaRPr>
                    </a:p>
                    <a:p>
                      <a:pPr marL="73660">
                        <a:lnSpc>
                          <a:spcPct val="100000"/>
                        </a:lnSpc>
                        <a:spcBef>
                          <a:spcPts val="105"/>
                        </a:spcBef>
                      </a:pPr>
                      <a:r>
                        <a:rPr sz="1100" b="1" dirty="0">
                          <a:solidFill>
                            <a:srgbClr val="FFFFFF"/>
                          </a:solidFill>
                          <a:latin typeface="Trebuchet MS"/>
                          <a:cs typeface="Trebuchet MS"/>
                        </a:rPr>
                        <a:t>home</a:t>
                      </a:r>
                      <a:r>
                        <a:rPr sz="1100" b="1" spc="-30" dirty="0">
                          <a:solidFill>
                            <a:srgbClr val="FFFFFF"/>
                          </a:solidFill>
                          <a:latin typeface="Trebuchet MS"/>
                          <a:cs typeface="Trebuchet MS"/>
                        </a:rPr>
                        <a:t> </a:t>
                      </a:r>
                      <a:r>
                        <a:rPr sz="1100" b="1" spc="-25" dirty="0">
                          <a:solidFill>
                            <a:srgbClr val="FFFFFF"/>
                          </a:solidFill>
                          <a:latin typeface="Trebuchet MS"/>
                          <a:cs typeface="Trebuchet MS"/>
                        </a:rPr>
                        <a:t>for</a:t>
                      </a:r>
                      <a:r>
                        <a:rPr sz="1100" b="1" spc="-50" dirty="0">
                          <a:solidFill>
                            <a:srgbClr val="FFFFFF"/>
                          </a:solidFill>
                          <a:latin typeface="Trebuchet MS"/>
                          <a:cs typeface="Trebuchet MS"/>
                        </a:rPr>
                        <a:t> </a:t>
                      </a:r>
                      <a:r>
                        <a:rPr sz="1100" b="1" dirty="0">
                          <a:solidFill>
                            <a:srgbClr val="FFFFFF"/>
                          </a:solidFill>
                          <a:latin typeface="Trebuchet MS"/>
                          <a:cs typeface="Trebuchet MS"/>
                        </a:rPr>
                        <a:t>emergency</a:t>
                      </a:r>
                      <a:r>
                        <a:rPr sz="1100" b="1" spc="-35" dirty="0">
                          <a:solidFill>
                            <a:srgbClr val="FFFFFF"/>
                          </a:solidFill>
                          <a:latin typeface="Trebuchet MS"/>
                          <a:cs typeface="Trebuchet MS"/>
                        </a:rPr>
                        <a:t> </a:t>
                      </a:r>
                      <a:r>
                        <a:rPr sz="1100" b="1" spc="-10" dirty="0">
                          <a:solidFill>
                            <a:srgbClr val="FFFFFF"/>
                          </a:solidFill>
                          <a:latin typeface="Trebuchet MS"/>
                          <a:cs typeface="Trebuchet MS"/>
                        </a:rPr>
                        <a:t>need?.</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tx2">
                        <a:lumMod val="60000"/>
                        <a:lumOff val="40000"/>
                      </a:schemeClr>
                    </a:solidFill>
                  </a:tcPr>
                </a:tc>
                <a:tc>
                  <a:txBody>
                    <a:bodyPr/>
                    <a:lstStyle/>
                    <a:p>
                      <a:pPr marL="347980">
                        <a:lnSpc>
                          <a:spcPts val="1280"/>
                        </a:lnSpc>
                      </a:pPr>
                      <a:r>
                        <a:rPr sz="1100" b="1" dirty="0">
                          <a:solidFill>
                            <a:srgbClr val="FFFFFF"/>
                          </a:solidFill>
                          <a:latin typeface="Trebuchet MS"/>
                          <a:cs typeface="Trebuchet MS"/>
                        </a:rPr>
                        <a:t>Count</a:t>
                      </a:r>
                      <a:r>
                        <a:rPr sz="1100" b="1" spc="-114" dirty="0">
                          <a:solidFill>
                            <a:srgbClr val="FFFFFF"/>
                          </a:solidFill>
                          <a:latin typeface="Trebuchet MS"/>
                          <a:cs typeface="Trebuchet MS"/>
                        </a:rPr>
                        <a:t> </a:t>
                      </a:r>
                      <a:r>
                        <a:rPr sz="1100" b="1" spc="-40" dirty="0">
                          <a:solidFill>
                            <a:srgbClr val="FFFFFF"/>
                          </a:solidFill>
                          <a:latin typeface="Trebuchet MS"/>
                          <a:cs typeface="Trebuchet MS"/>
                        </a:rPr>
                        <a:t>of</a:t>
                      </a:r>
                      <a:r>
                        <a:rPr sz="1100" b="1" spc="-85" dirty="0">
                          <a:solidFill>
                            <a:srgbClr val="FFFFFF"/>
                          </a:solidFill>
                          <a:latin typeface="Trebuchet MS"/>
                          <a:cs typeface="Trebuchet MS"/>
                        </a:rPr>
                        <a:t> </a:t>
                      </a:r>
                      <a:r>
                        <a:rPr sz="1100" b="1" spc="-25" dirty="0">
                          <a:solidFill>
                            <a:srgbClr val="FFFFFF"/>
                          </a:solidFill>
                          <a:latin typeface="Trebuchet MS"/>
                          <a:cs typeface="Trebuchet MS"/>
                        </a:rPr>
                        <a:t>22</a:t>
                      </a:r>
                      <a:endParaRPr sz="1100" dirty="0">
                        <a:latin typeface="Trebuchet MS"/>
                        <a:cs typeface="Trebuchet MS"/>
                      </a:endParaRPr>
                    </a:p>
                    <a:p>
                      <a:pPr marL="75565">
                        <a:lnSpc>
                          <a:spcPct val="100000"/>
                        </a:lnSpc>
                        <a:spcBef>
                          <a:spcPts val="30"/>
                        </a:spcBef>
                      </a:pPr>
                      <a:r>
                        <a:rPr sz="1100" b="1" spc="60" dirty="0">
                          <a:solidFill>
                            <a:srgbClr val="FFFFFF"/>
                          </a:solidFill>
                          <a:latin typeface="Trebuchet MS"/>
                          <a:cs typeface="Trebuchet MS"/>
                        </a:rPr>
                        <a:t>Do</a:t>
                      </a:r>
                      <a:r>
                        <a:rPr sz="1100" b="1" spc="-75" dirty="0">
                          <a:solidFill>
                            <a:srgbClr val="FFFFFF"/>
                          </a:solidFill>
                          <a:latin typeface="Trebuchet MS"/>
                          <a:cs typeface="Trebuchet MS"/>
                        </a:rPr>
                        <a:t> </a:t>
                      </a:r>
                      <a:r>
                        <a:rPr sz="1100" b="1" spc="-10" dirty="0">
                          <a:solidFill>
                            <a:srgbClr val="FFFFFF"/>
                          </a:solidFill>
                          <a:latin typeface="Trebuchet MS"/>
                          <a:cs typeface="Trebuchet MS"/>
                        </a:rPr>
                        <a:t>you</a:t>
                      </a:r>
                      <a:r>
                        <a:rPr sz="1100" b="1" spc="-80" dirty="0">
                          <a:solidFill>
                            <a:srgbClr val="FFFFFF"/>
                          </a:solidFill>
                          <a:latin typeface="Trebuchet MS"/>
                          <a:cs typeface="Trebuchet MS"/>
                        </a:rPr>
                        <a:t> </a:t>
                      </a:r>
                      <a:r>
                        <a:rPr sz="1100" b="1" spc="-20" dirty="0">
                          <a:solidFill>
                            <a:srgbClr val="FFFFFF"/>
                          </a:solidFill>
                          <a:latin typeface="Trebuchet MS"/>
                          <a:cs typeface="Trebuchet MS"/>
                        </a:rPr>
                        <a:t>keep</a:t>
                      </a:r>
                      <a:endParaRPr sz="1100" dirty="0">
                        <a:latin typeface="Trebuchet MS"/>
                        <a:cs typeface="Trebuchet MS"/>
                      </a:endParaRPr>
                    </a:p>
                    <a:p>
                      <a:pPr marL="75565">
                        <a:lnSpc>
                          <a:spcPct val="100000"/>
                        </a:lnSpc>
                        <a:spcBef>
                          <a:spcPts val="30"/>
                        </a:spcBef>
                      </a:pPr>
                      <a:r>
                        <a:rPr sz="1100" b="1" dirty="0">
                          <a:solidFill>
                            <a:srgbClr val="FFFFFF"/>
                          </a:solidFill>
                          <a:latin typeface="Trebuchet MS"/>
                          <a:cs typeface="Trebuchet MS"/>
                        </a:rPr>
                        <a:t>Antibiotics</a:t>
                      </a:r>
                      <a:r>
                        <a:rPr sz="1100" b="1" spc="25" dirty="0">
                          <a:solidFill>
                            <a:srgbClr val="FFFFFF"/>
                          </a:solidFill>
                          <a:latin typeface="Trebuchet MS"/>
                          <a:cs typeface="Trebuchet MS"/>
                        </a:rPr>
                        <a:t> </a:t>
                      </a:r>
                      <a:r>
                        <a:rPr sz="1100" b="1" spc="-25" dirty="0">
                          <a:solidFill>
                            <a:srgbClr val="FFFFFF"/>
                          </a:solidFill>
                          <a:latin typeface="Trebuchet MS"/>
                          <a:cs typeface="Trebuchet MS"/>
                        </a:rPr>
                        <a:t>at</a:t>
                      </a:r>
                      <a:endParaRPr sz="1100" dirty="0">
                        <a:latin typeface="Trebuchet MS"/>
                        <a:cs typeface="Trebuchet MS"/>
                      </a:endParaRPr>
                    </a:p>
                    <a:p>
                      <a:pPr marL="75565" marR="151130">
                        <a:lnSpc>
                          <a:spcPct val="102400"/>
                        </a:lnSpc>
                        <a:spcBef>
                          <a:spcPts val="55"/>
                        </a:spcBef>
                      </a:pPr>
                      <a:r>
                        <a:rPr sz="1100" b="1" dirty="0">
                          <a:solidFill>
                            <a:srgbClr val="FFFFFF"/>
                          </a:solidFill>
                          <a:latin typeface="Trebuchet MS"/>
                          <a:cs typeface="Trebuchet MS"/>
                        </a:rPr>
                        <a:t>home</a:t>
                      </a:r>
                      <a:r>
                        <a:rPr sz="1100" b="1" spc="5" dirty="0">
                          <a:solidFill>
                            <a:srgbClr val="FFFFFF"/>
                          </a:solidFill>
                          <a:latin typeface="Trebuchet MS"/>
                          <a:cs typeface="Trebuchet MS"/>
                        </a:rPr>
                        <a:t> </a:t>
                      </a:r>
                      <a:r>
                        <a:rPr sz="1100" b="1" spc="-25" dirty="0">
                          <a:solidFill>
                            <a:srgbClr val="FFFFFF"/>
                          </a:solidFill>
                          <a:latin typeface="Trebuchet MS"/>
                          <a:cs typeface="Trebuchet MS"/>
                        </a:rPr>
                        <a:t>for </a:t>
                      </a:r>
                      <a:r>
                        <a:rPr sz="1100" b="1" dirty="0">
                          <a:solidFill>
                            <a:srgbClr val="FFFFFF"/>
                          </a:solidFill>
                          <a:latin typeface="Trebuchet MS"/>
                          <a:cs typeface="Trebuchet MS"/>
                        </a:rPr>
                        <a:t>emergency</a:t>
                      </a:r>
                      <a:r>
                        <a:rPr sz="1100" b="1" spc="-70" dirty="0">
                          <a:solidFill>
                            <a:srgbClr val="FFFFFF"/>
                          </a:solidFill>
                          <a:latin typeface="Trebuchet MS"/>
                          <a:cs typeface="Trebuchet MS"/>
                        </a:rPr>
                        <a:t> </a:t>
                      </a:r>
                      <a:r>
                        <a:rPr sz="1100" b="1" spc="-20" dirty="0">
                          <a:solidFill>
                            <a:srgbClr val="FFFFFF"/>
                          </a:solidFill>
                          <a:latin typeface="Trebuchet MS"/>
                          <a:cs typeface="Trebuchet MS"/>
                        </a:rPr>
                        <a:t>need?</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tx2">
                        <a:lumMod val="60000"/>
                        <a:lumOff val="40000"/>
                      </a:schemeClr>
                    </a:solidFill>
                  </a:tcPr>
                </a:tc>
                <a:tc>
                  <a:txBody>
                    <a:bodyPr/>
                    <a:lstStyle/>
                    <a:p>
                      <a:pPr marL="197485">
                        <a:lnSpc>
                          <a:spcPts val="1280"/>
                        </a:lnSpc>
                      </a:pPr>
                      <a:r>
                        <a:rPr sz="1100" b="1" dirty="0">
                          <a:solidFill>
                            <a:srgbClr val="FFFFFF"/>
                          </a:solidFill>
                          <a:latin typeface="Trebuchet MS"/>
                          <a:cs typeface="Trebuchet MS"/>
                        </a:rPr>
                        <a:t>GT%</a:t>
                      </a:r>
                      <a:r>
                        <a:rPr sz="1100" b="1" spc="-100" dirty="0">
                          <a:solidFill>
                            <a:srgbClr val="FFFFFF"/>
                          </a:solidFill>
                          <a:latin typeface="Trebuchet MS"/>
                          <a:cs typeface="Trebuchet MS"/>
                        </a:rPr>
                        <a:t> </a:t>
                      </a:r>
                      <a:r>
                        <a:rPr sz="1100" b="1" dirty="0">
                          <a:solidFill>
                            <a:srgbClr val="FFFFFF"/>
                          </a:solidFill>
                          <a:latin typeface="Trebuchet MS"/>
                          <a:cs typeface="Trebuchet MS"/>
                        </a:rPr>
                        <a:t>Count</a:t>
                      </a:r>
                      <a:r>
                        <a:rPr sz="1100" b="1" spc="-65" dirty="0">
                          <a:solidFill>
                            <a:srgbClr val="FFFFFF"/>
                          </a:solidFill>
                          <a:latin typeface="Trebuchet MS"/>
                          <a:cs typeface="Trebuchet MS"/>
                        </a:rPr>
                        <a:t> </a:t>
                      </a:r>
                      <a:r>
                        <a:rPr sz="1100" b="1" spc="-40" dirty="0">
                          <a:solidFill>
                            <a:srgbClr val="FFFFFF"/>
                          </a:solidFill>
                          <a:latin typeface="Trebuchet MS"/>
                          <a:cs typeface="Trebuchet MS"/>
                        </a:rPr>
                        <a:t>of </a:t>
                      </a:r>
                      <a:r>
                        <a:rPr sz="1100" b="1" spc="-25" dirty="0">
                          <a:solidFill>
                            <a:srgbClr val="FFFFFF"/>
                          </a:solidFill>
                          <a:latin typeface="Trebuchet MS"/>
                          <a:cs typeface="Trebuchet MS"/>
                        </a:rPr>
                        <a:t>22</a:t>
                      </a:r>
                      <a:endParaRPr sz="1100" dirty="0">
                        <a:latin typeface="Trebuchet MS"/>
                        <a:cs typeface="Trebuchet MS"/>
                      </a:endParaRPr>
                    </a:p>
                    <a:p>
                      <a:pPr marL="76200">
                        <a:lnSpc>
                          <a:spcPct val="100000"/>
                        </a:lnSpc>
                        <a:spcBef>
                          <a:spcPts val="30"/>
                        </a:spcBef>
                      </a:pPr>
                      <a:r>
                        <a:rPr sz="1100" b="1" spc="60" dirty="0">
                          <a:solidFill>
                            <a:srgbClr val="FFFFFF"/>
                          </a:solidFill>
                          <a:latin typeface="Trebuchet MS"/>
                          <a:cs typeface="Trebuchet MS"/>
                        </a:rPr>
                        <a:t>Do</a:t>
                      </a:r>
                      <a:r>
                        <a:rPr sz="1100" b="1" spc="-75" dirty="0">
                          <a:solidFill>
                            <a:srgbClr val="FFFFFF"/>
                          </a:solidFill>
                          <a:latin typeface="Trebuchet MS"/>
                          <a:cs typeface="Trebuchet MS"/>
                        </a:rPr>
                        <a:t> </a:t>
                      </a:r>
                      <a:r>
                        <a:rPr sz="1100" b="1" spc="-10" dirty="0">
                          <a:solidFill>
                            <a:srgbClr val="FFFFFF"/>
                          </a:solidFill>
                          <a:latin typeface="Trebuchet MS"/>
                          <a:cs typeface="Trebuchet MS"/>
                        </a:rPr>
                        <a:t>you</a:t>
                      </a:r>
                      <a:r>
                        <a:rPr sz="1100" b="1" spc="-80" dirty="0">
                          <a:solidFill>
                            <a:srgbClr val="FFFFFF"/>
                          </a:solidFill>
                          <a:latin typeface="Trebuchet MS"/>
                          <a:cs typeface="Trebuchet MS"/>
                        </a:rPr>
                        <a:t> </a:t>
                      </a:r>
                      <a:r>
                        <a:rPr sz="1100" b="1" spc="-20" dirty="0">
                          <a:solidFill>
                            <a:srgbClr val="FFFFFF"/>
                          </a:solidFill>
                          <a:latin typeface="Trebuchet MS"/>
                          <a:cs typeface="Trebuchet MS"/>
                        </a:rPr>
                        <a:t>keep</a:t>
                      </a:r>
                      <a:endParaRPr sz="1100" dirty="0">
                        <a:latin typeface="Trebuchet MS"/>
                        <a:cs typeface="Trebuchet MS"/>
                      </a:endParaRPr>
                    </a:p>
                    <a:p>
                      <a:pPr marL="76200">
                        <a:lnSpc>
                          <a:spcPct val="100000"/>
                        </a:lnSpc>
                        <a:spcBef>
                          <a:spcPts val="30"/>
                        </a:spcBef>
                      </a:pPr>
                      <a:r>
                        <a:rPr sz="1100" b="1" dirty="0">
                          <a:solidFill>
                            <a:srgbClr val="FFFFFF"/>
                          </a:solidFill>
                          <a:latin typeface="Trebuchet MS"/>
                          <a:cs typeface="Trebuchet MS"/>
                        </a:rPr>
                        <a:t>Antibiotics</a:t>
                      </a:r>
                      <a:r>
                        <a:rPr sz="1100" b="1" spc="25" dirty="0">
                          <a:solidFill>
                            <a:srgbClr val="FFFFFF"/>
                          </a:solidFill>
                          <a:latin typeface="Trebuchet MS"/>
                          <a:cs typeface="Trebuchet MS"/>
                        </a:rPr>
                        <a:t> </a:t>
                      </a:r>
                      <a:r>
                        <a:rPr sz="1100" b="1" spc="-25" dirty="0">
                          <a:solidFill>
                            <a:srgbClr val="FFFFFF"/>
                          </a:solidFill>
                          <a:latin typeface="Trebuchet MS"/>
                          <a:cs typeface="Trebuchet MS"/>
                        </a:rPr>
                        <a:t>at</a:t>
                      </a:r>
                      <a:endParaRPr sz="1100" dirty="0">
                        <a:latin typeface="Trebuchet MS"/>
                        <a:cs typeface="Trebuchet MS"/>
                      </a:endParaRPr>
                    </a:p>
                    <a:p>
                      <a:pPr marL="76200" marR="160020">
                        <a:lnSpc>
                          <a:spcPct val="102400"/>
                        </a:lnSpc>
                        <a:spcBef>
                          <a:spcPts val="55"/>
                        </a:spcBef>
                      </a:pPr>
                      <a:r>
                        <a:rPr sz="1100" b="1" dirty="0">
                          <a:solidFill>
                            <a:srgbClr val="FFFFFF"/>
                          </a:solidFill>
                          <a:latin typeface="Trebuchet MS"/>
                          <a:cs typeface="Trebuchet MS"/>
                        </a:rPr>
                        <a:t>home</a:t>
                      </a:r>
                      <a:r>
                        <a:rPr sz="1100" b="1" spc="5" dirty="0">
                          <a:solidFill>
                            <a:srgbClr val="FFFFFF"/>
                          </a:solidFill>
                          <a:latin typeface="Trebuchet MS"/>
                          <a:cs typeface="Trebuchet MS"/>
                        </a:rPr>
                        <a:t> </a:t>
                      </a:r>
                      <a:r>
                        <a:rPr sz="1100" b="1" spc="-25" dirty="0">
                          <a:solidFill>
                            <a:srgbClr val="FFFFFF"/>
                          </a:solidFill>
                          <a:latin typeface="Trebuchet MS"/>
                          <a:cs typeface="Trebuchet MS"/>
                        </a:rPr>
                        <a:t>for </a:t>
                      </a:r>
                      <a:r>
                        <a:rPr sz="1100" b="1" dirty="0">
                          <a:solidFill>
                            <a:srgbClr val="FFFFFF"/>
                          </a:solidFill>
                          <a:latin typeface="Trebuchet MS"/>
                          <a:cs typeface="Trebuchet MS"/>
                        </a:rPr>
                        <a:t>emergency</a:t>
                      </a:r>
                      <a:r>
                        <a:rPr sz="1100" b="1" spc="-70" dirty="0">
                          <a:solidFill>
                            <a:srgbClr val="FFFFFF"/>
                          </a:solidFill>
                          <a:latin typeface="Trebuchet MS"/>
                          <a:cs typeface="Trebuchet MS"/>
                        </a:rPr>
                        <a:t> </a:t>
                      </a:r>
                      <a:r>
                        <a:rPr sz="1100" b="1" spc="-20" dirty="0">
                          <a:solidFill>
                            <a:srgbClr val="FFFFFF"/>
                          </a:solidFill>
                          <a:latin typeface="Trebuchet MS"/>
                          <a:cs typeface="Trebuchet MS"/>
                        </a:rPr>
                        <a:t>need?</a:t>
                      </a:r>
                      <a:endParaRPr sz="11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tx2">
                        <a:lumMod val="60000"/>
                        <a:lumOff val="40000"/>
                      </a:schemeClr>
                    </a:solidFill>
                  </a:tcPr>
                </a:tc>
                <a:extLst>
                  <a:ext uri="{0D108BD9-81ED-4DB2-BD59-A6C34878D82A}">
                    <a16:rowId xmlns:a16="http://schemas.microsoft.com/office/drawing/2014/main" val="10000"/>
                  </a:ext>
                </a:extLst>
              </a:tr>
              <a:tr h="222250">
                <a:tc>
                  <a:txBody>
                    <a:bodyPr/>
                    <a:lstStyle/>
                    <a:p>
                      <a:pPr marL="73660">
                        <a:lnSpc>
                          <a:spcPts val="1385"/>
                        </a:lnSpc>
                      </a:pPr>
                      <a:r>
                        <a:rPr sz="1200" b="1" spc="-25" dirty="0">
                          <a:solidFill>
                            <a:srgbClr val="FFFFFF"/>
                          </a:solidFill>
                          <a:latin typeface="Trebuchet MS"/>
                          <a:cs typeface="Trebuchet MS"/>
                        </a:rPr>
                        <a:t>Yes</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15240" algn="ctr">
                        <a:lnSpc>
                          <a:spcPts val="1385"/>
                        </a:lnSpc>
                      </a:pPr>
                      <a:r>
                        <a:rPr sz="1200" spc="-25" dirty="0">
                          <a:latin typeface="Trebuchet MS"/>
                          <a:cs typeface="Trebuchet MS"/>
                        </a:rPr>
                        <a:t>217</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tc>
                  <a:txBody>
                    <a:bodyPr/>
                    <a:lstStyle/>
                    <a:p>
                      <a:pPr marL="17145" algn="ctr">
                        <a:lnSpc>
                          <a:spcPts val="1385"/>
                        </a:lnSpc>
                      </a:pPr>
                      <a:r>
                        <a:rPr sz="1200" spc="-10" dirty="0">
                          <a:latin typeface="Trebuchet MS"/>
                          <a:cs typeface="Trebuchet MS"/>
                        </a:rPr>
                        <a:t>57.1%</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1"/>
                  </a:ext>
                </a:extLst>
              </a:tr>
              <a:tr h="222250">
                <a:tc>
                  <a:txBody>
                    <a:bodyPr/>
                    <a:lstStyle/>
                    <a:p>
                      <a:pPr marL="73660">
                        <a:lnSpc>
                          <a:spcPts val="1390"/>
                        </a:lnSpc>
                      </a:pPr>
                      <a:r>
                        <a:rPr sz="1200" b="1" spc="40" dirty="0">
                          <a:solidFill>
                            <a:srgbClr val="FFFFFF"/>
                          </a:solidFill>
                          <a:latin typeface="Trebuchet MS"/>
                          <a:cs typeface="Trebuchet MS"/>
                        </a:rPr>
                        <a:t>No</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24765" algn="ctr">
                        <a:lnSpc>
                          <a:spcPts val="1390"/>
                        </a:lnSpc>
                      </a:pPr>
                      <a:r>
                        <a:rPr sz="1200" spc="-25" dirty="0">
                          <a:latin typeface="Trebuchet MS"/>
                          <a:cs typeface="Trebuchet MS"/>
                        </a:rPr>
                        <a:t>84</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17145" algn="ctr">
                        <a:lnSpc>
                          <a:spcPts val="1390"/>
                        </a:lnSpc>
                      </a:pPr>
                      <a:r>
                        <a:rPr sz="1200" spc="-10" dirty="0">
                          <a:latin typeface="Trebuchet MS"/>
                          <a:cs typeface="Trebuchet MS"/>
                        </a:rPr>
                        <a:t>22.1%</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222250">
                <a:tc>
                  <a:txBody>
                    <a:bodyPr/>
                    <a:lstStyle/>
                    <a:p>
                      <a:pPr marL="73660">
                        <a:lnSpc>
                          <a:spcPts val="1390"/>
                        </a:lnSpc>
                      </a:pPr>
                      <a:r>
                        <a:rPr sz="1200" b="1" spc="-10" dirty="0">
                          <a:solidFill>
                            <a:srgbClr val="FFFFFF"/>
                          </a:solidFill>
                          <a:latin typeface="Trebuchet MS"/>
                          <a:cs typeface="Trebuchet MS"/>
                        </a:rPr>
                        <a:t>Sometimes</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24765" algn="ctr">
                        <a:lnSpc>
                          <a:spcPts val="1390"/>
                        </a:lnSpc>
                      </a:pPr>
                      <a:r>
                        <a:rPr sz="1200" spc="-25" dirty="0">
                          <a:latin typeface="Trebuchet MS"/>
                          <a:cs typeface="Trebuchet MS"/>
                        </a:rPr>
                        <a:t>79</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tc>
                  <a:txBody>
                    <a:bodyPr/>
                    <a:lstStyle/>
                    <a:p>
                      <a:pPr marL="17145" algn="ctr">
                        <a:lnSpc>
                          <a:spcPts val="1390"/>
                        </a:lnSpc>
                      </a:pPr>
                      <a:r>
                        <a:rPr sz="1200" spc="-10" dirty="0">
                          <a:latin typeface="Trebuchet MS"/>
                          <a:cs typeface="Trebuchet MS"/>
                        </a:rPr>
                        <a:t>20.8%</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D7"/>
                    </a:solidFill>
                  </a:tcPr>
                </a:tc>
                <a:extLst>
                  <a:ext uri="{0D108BD9-81ED-4DB2-BD59-A6C34878D82A}">
                    <a16:rowId xmlns:a16="http://schemas.microsoft.com/office/drawing/2014/main" val="10003"/>
                  </a:ext>
                </a:extLst>
              </a:tr>
              <a:tr h="222250">
                <a:tc>
                  <a:txBody>
                    <a:bodyPr/>
                    <a:lstStyle/>
                    <a:p>
                      <a:pPr marL="73660">
                        <a:lnSpc>
                          <a:spcPts val="1395"/>
                        </a:lnSpc>
                      </a:pPr>
                      <a:r>
                        <a:rPr sz="1200" b="1" spc="-10" dirty="0">
                          <a:solidFill>
                            <a:srgbClr val="FFFFFF"/>
                          </a:solidFill>
                          <a:latin typeface="Trebuchet MS"/>
                          <a:cs typeface="Trebuchet MS"/>
                        </a:rPr>
                        <a:t>Total</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chemeClr val="tx2">
                        <a:lumMod val="60000"/>
                        <a:lumOff val="40000"/>
                      </a:schemeClr>
                    </a:solidFill>
                  </a:tcPr>
                </a:tc>
                <a:tc>
                  <a:txBody>
                    <a:bodyPr/>
                    <a:lstStyle/>
                    <a:p>
                      <a:pPr marL="15240" algn="ctr">
                        <a:lnSpc>
                          <a:spcPts val="1395"/>
                        </a:lnSpc>
                      </a:pPr>
                      <a:r>
                        <a:rPr sz="1200" spc="-25" dirty="0">
                          <a:latin typeface="Trebuchet MS"/>
                          <a:cs typeface="Trebuchet MS"/>
                        </a:rPr>
                        <a:t>380</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22225" algn="ctr">
                        <a:lnSpc>
                          <a:spcPts val="1395"/>
                        </a:lnSpc>
                      </a:pPr>
                      <a:r>
                        <a:rPr sz="1200" spc="55" dirty="0">
                          <a:latin typeface="Trebuchet MS"/>
                          <a:cs typeface="Trebuchet MS"/>
                        </a:rPr>
                        <a:t>100%</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4"/>
                  </a:ext>
                </a:extLst>
              </a:tr>
            </a:tbl>
          </a:graphicData>
        </a:graphic>
      </p:graphicFrame>
      <p:grpSp>
        <p:nvGrpSpPr>
          <p:cNvPr id="23" name="object 23"/>
          <p:cNvGrpSpPr/>
          <p:nvPr/>
        </p:nvGrpSpPr>
        <p:grpSpPr>
          <a:xfrm>
            <a:off x="7210355" y="2762097"/>
            <a:ext cx="3757929" cy="1729105"/>
            <a:chOff x="7210355" y="2762097"/>
            <a:chExt cx="3757929" cy="1729105"/>
          </a:xfrm>
        </p:grpSpPr>
        <p:pic>
          <p:nvPicPr>
            <p:cNvPr id="24" name="object 24"/>
            <p:cNvPicPr/>
            <p:nvPr/>
          </p:nvPicPr>
          <p:blipFill>
            <a:blip r:embed="rId3" cstate="print"/>
            <a:stretch>
              <a:fillRect/>
            </a:stretch>
          </p:blipFill>
          <p:spPr>
            <a:xfrm>
              <a:off x="7210355" y="2762097"/>
              <a:ext cx="3757803" cy="1728927"/>
            </a:xfrm>
            <a:prstGeom prst="rect">
              <a:avLst/>
            </a:prstGeom>
          </p:spPr>
        </p:pic>
        <p:sp>
          <p:nvSpPr>
            <p:cNvPr id="25" name="object 25"/>
            <p:cNvSpPr/>
            <p:nvPr/>
          </p:nvSpPr>
          <p:spPr>
            <a:xfrm>
              <a:off x="10644250" y="3786251"/>
              <a:ext cx="295275" cy="695325"/>
            </a:xfrm>
            <a:custGeom>
              <a:avLst/>
              <a:gdLst/>
              <a:ahLst/>
              <a:cxnLst/>
              <a:rect l="l" t="t" r="r" b="b"/>
              <a:pathLst>
                <a:path w="295275" h="695325">
                  <a:moveTo>
                    <a:pt x="0" y="695325"/>
                  </a:moveTo>
                  <a:lnTo>
                    <a:pt x="38100" y="695325"/>
                  </a:lnTo>
                </a:path>
                <a:path w="295275" h="695325">
                  <a:moveTo>
                    <a:pt x="142875" y="295275"/>
                  </a:moveTo>
                  <a:lnTo>
                    <a:pt x="180975" y="295275"/>
                  </a:lnTo>
                </a:path>
                <a:path w="295275" h="695325">
                  <a:moveTo>
                    <a:pt x="247650" y="0"/>
                  </a:moveTo>
                  <a:lnTo>
                    <a:pt x="295275" y="0"/>
                  </a:lnTo>
                </a:path>
              </a:pathLst>
            </a:custGeom>
            <a:ln w="12700">
              <a:solidFill>
                <a:srgbClr val="888888"/>
              </a:solidFill>
            </a:ln>
          </p:spPr>
          <p:txBody>
            <a:bodyPr wrap="square" lIns="0" tIns="0" rIns="0" bIns="0" rtlCol="0"/>
            <a:lstStyle/>
            <a:p>
              <a:endParaRPr/>
            </a:p>
          </p:txBody>
        </p:sp>
      </p:grpSp>
      <p:sp>
        <p:nvSpPr>
          <p:cNvPr id="26" name="object 26"/>
          <p:cNvSpPr txBox="1"/>
          <p:nvPr/>
        </p:nvSpPr>
        <p:spPr>
          <a:xfrm>
            <a:off x="10820145" y="4177283"/>
            <a:ext cx="113030" cy="173990"/>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27" name="object 27"/>
          <p:cNvSpPr txBox="1"/>
          <p:nvPr/>
        </p:nvSpPr>
        <p:spPr>
          <a:xfrm>
            <a:off x="10942955" y="3836923"/>
            <a:ext cx="28003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28" name="object 28"/>
          <p:cNvSpPr/>
          <p:nvPr/>
        </p:nvSpPr>
        <p:spPr>
          <a:xfrm>
            <a:off x="7186676" y="3062351"/>
            <a:ext cx="114300" cy="981075"/>
          </a:xfrm>
          <a:custGeom>
            <a:avLst/>
            <a:gdLst/>
            <a:ahLst/>
            <a:cxnLst/>
            <a:rect l="l" t="t" r="r" b="b"/>
            <a:pathLst>
              <a:path w="114300" h="981075">
                <a:moveTo>
                  <a:pt x="114300" y="981075"/>
                </a:moveTo>
                <a:lnTo>
                  <a:pt x="76200" y="981075"/>
                </a:lnTo>
              </a:path>
              <a:path w="114300" h="981075">
                <a:moveTo>
                  <a:pt x="104775" y="790575"/>
                </a:moveTo>
                <a:lnTo>
                  <a:pt x="66675" y="790575"/>
                </a:lnTo>
              </a:path>
              <a:path w="114300" h="981075">
                <a:moveTo>
                  <a:pt x="85725" y="600075"/>
                </a:moveTo>
                <a:lnTo>
                  <a:pt x="47625" y="600075"/>
                </a:lnTo>
              </a:path>
              <a:path w="114300" h="981075">
                <a:moveTo>
                  <a:pt x="76200" y="409575"/>
                </a:moveTo>
                <a:lnTo>
                  <a:pt x="38100" y="409575"/>
                </a:lnTo>
              </a:path>
              <a:path w="114300" h="981075">
                <a:moveTo>
                  <a:pt x="57150" y="209550"/>
                </a:moveTo>
                <a:lnTo>
                  <a:pt x="19050" y="209550"/>
                </a:lnTo>
              </a:path>
              <a:path w="114300" h="981075">
                <a:moveTo>
                  <a:pt x="47625" y="0"/>
                </a:moveTo>
                <a:lnTo>
                  <a:pt x="0" y="0"/>
                </a:lnTo>
              </a:path>
            </a:pathLst>
          </a:custGeom>
          <a:ln w="12700">
            <a:solidFill>
              <a:srgbClr val="888888"/>
            </a:solidFill>
          </a:ln>
        </p:spPr>
        <p:txBody>
          <a:bodyPr wrap="square" lIns="0" tIns="0" rIns="0" bIns="0" rtlCol="0"/>
          <a:lstStyle/>
          <a:p>
            <a:endParaRPr/>
          </a:p>
        </p:txBody>
      </p:sp>
      <p:sp>
        <p:nvSpPr>
          <p:cNvPr id="29" name="object 29"/>
          <p:cNvSpPr txBox="1"/>
          <p:nvPr/>
        </p:nvSpPr>
        <p:spPr>
          <a:xfrm>
            <a:off x="6901815" y="2927170"/>
            <a:ext cx="299720" cy="1210310"/>
          </a:xfrm>
          <a:prstGeom prst="rect">
            <a:avLst/>
          </a:prstGeom>
        </p:spPr>
        <p:txBody>
          <a:bodyPr vert="horz" wrap="square" lIns="0" tIns="69215" rIns="0" bIns="0" rtlCol="0">
            <a:spAutoFit/>
          </a:bodyPr>
          <a:lstStyle/>
          <a:p>
            <a:pPr marR="78740" algn="r">
              <a:lnSpc>
                <a:spcPct val="100000"/>
              </a:lnSpc>
              <a:spcBef>
                <a:spcPts val="545"/>
              </a:spcBef>
            </a:pPr>
            <a:r>
              <a:rPr sz="950" spc="-25" dirty="0">
                <a:latin typeface="Trebuchet MS"/>
                <a:cs typeface="Trebuchet MS"/>
              </a:rPr>
              <a:t>250</a:t>
            </a:r>
            <a:endParaRPr sz="950">
              <a:latin typeface="Trebuchet MS"/>
              <a:cs typeface="Trebuchet MS"/>
            </a:endParaRPr>
          </a:p>
          <a:p>
            <a:pPr marR="63500" algn="r">
              <a:lnSpc>
                <a:spcPct val="100000"/>
              </a:lnSpc>
              <a:spcBef>
                <a:spcPts val="455"/>
              </a:spcBef>
            </a:pPr>
            <a:r>
              <a:rPr sz="950" spc="-25" dirty="0">
                <a:latin typeface="Trebuchet MS"/>
                <a:cs typeface="Trebuchet MS"/>
              </a:rPr>
              <a:t>200</a:t>
            </a:r>
            <a:endParaRPr sz="950">
              <a:latin typeface="Trebuchet MS"/>
              <a:cs typeface="Trebuchet MS"/>
            </a:endParaRPr>
          </a:p>
          <a:p>
            <a:pPr marR="48895" algn="r">
              <a:lnSpc>
                <a:spcPct val="100000"/>
              </a:lnSpc>
              <a:spcBef>
                <a:spcPts val="430"/>
              </a:spcBef>
            </a:pPr>
            <a:r>
              <a:rPr sz="950" spc="-25" dirty="0">
                <a:latin typeface="Trebuchet MS"/>
                <a:cs typeface="Trebuchet MS"/>
              </a:rPr>
              <a:t>150</a:t>
            </a:r>
            <a:endParaRPr sz="950">
              <a:latin typeface="Trebuchet MS"/>
              <a:cs typeface="Trebuchet MS"/>
            </a:endParaRPr>
          </a:p>
          <a:p>
            <a:pPr marR="34925" algn="r">
              <a:lnSpc>
                <a:spcPct val="100000"/>
              </a:lnSpc>
              <a:spcBef>
                <a:spcPts val="409"/>
              </a:spcBef>
            </a:pPr>
            <a:r>
              <a:rPr sz="950" spc="-25" dirty="0">
                <a:latin typeface="Trebuchet MS"/>
                <a:cs typeface="Trebuchet MS"/>
              </a:rPr>
              <a:t>100</a:t>
            </a:r>
            <a:endParaRPr sz="950">
              <a:latin typeface="Trebuchet MS"/>
              <a:cs typeface="Trebuchet MS"/>
            </a:endParaRPr>
          </a:p>
          <a:p>
            <a:pPr marR="19050" algn="r">
              <a:lnSpc>
                <a:spcPct val="100000"/>
              </a:lnSpc>
              <a:spcBef>
                <a:spcPts val="380"/>
              </a:spcBef>
            </a:pPr>
            <a:r>
              <a:rPr sz="950" spc="-25" dirty="0">
                <a:latin typeface="Trebuchet MS"/>
                <a:cs typeface="Trebuchet MS"/>
              </a:rPr>
              <a:t>50</a:t>
            </a:r>
            <a:endParaRPr sz="950">
              <a:latin typeface="Trebuchet MS"/>
              <a:cs typeface="Trebuchet MS"/>
            </a:endParaRPr>
          </a:p>
          <a:p>
            <a:pPr marR="5080" algn="r">
              <a:lnSpc>
                <a:spcPct val="100000"/>
              </a:lnSpc>
              <a:spcBef>
                <a:spcPts val="360"/>
              </a:spcBef>
            </a:pPr>
            <a:r>
              <a:rPr sz="950" spc="-50" dirty="0">
                <a:latin typeface="Trebuchet MS"/>
                <a:cs typeface="Trebuchet MS"/>
              </a:rPr>
              <a:t>0</a:t>
            </a:r>
            <a:endParaRPr sz="950">
              <a:latin typeface="Trebuchet MS"/>
              <a:cs typeface="Trebuchet MS"/>
            </a:endParaRPr>
          </a:p>
        </p:txBody>
      </p:sp>
      <p:sp>
        <p:nvSpPr>
          <p:cNvPr id="30" name="object 30"/>
          <p:cNvSpPr/>
          <p:nvPr/>
        </p:nvSpPr>
        <p:spPr>
          <a:xfrm>
            <a:off x="7300976" y="4043426"/>
            <a:ext cx="3343275" cy="476250"/>
          </a:xfrm>
          <a:custGeom>
            <a:avLst/>
            <a:gdLst/>
            <a:ahLst/>
            <a:cxnLst/>
            <a:rect l="l" t="t" r="r" b="b"/>
            <a:pathLst>
              <a:path w="3343275" h="476250">
                <a:moveTo>
                  <a:pt x="0" y="0"/>
                </a:moveTo>
                <a:lnTo>
                  <a:pt x="0" y="47625"/>
                </a:lnTo>
              </a:path>
              <a:path w="3343275" h="476250">
                <a:moveTo>
                  <a:pt x="990600" y="133350"/>
                </a:moveTo>
                <a:lnTo>
                  <a:pt x="990600" y="171450"/>
                </a:lnTo>
              </a:path>
              <a:path w="3343275" h="476250">
                <a:moveTo>
                  <a:pt x="2095500" y="276225"/>
                </a:moveTo>
                <a:lnTo>
                  <a:pt x="2095500" y="314325"/>
                </a:lnTo>
              </a:path>
              <a:path w="3343275" h="476250">
                <a:moveTo>
                  <a:pt x="3343275" y="438150"/>
                </a:moveTo>
                <a:lnTo>
                  <a:pt x="3343275" y="476250"/>
                </a:lnTo>
              </a:path>
            </a:pathLst>
          </a:custGeom>
          <a:ln w="12700">
            <a:solidFill>
              <a:srgbClr val="888888"/>
            </a:solidFill>
          </a:ln>
        </p:spPr>
        <p:txBody>
          <a:bodyPr wrap="square" lIns="0" tIns="0" rIns="0" bIns="0" rtlCol="0"/>
          <a:lstStyle/>
          <a:p>
            <a:endParaRPr/>
          </a:p>
        </p:txBody>
      </p:sp>
      <p:sp>
        <p:nvSpPr>
          <p:cNvPr id="31" name="object 31"/>
          <p:cNvSpPr txBox="1"/>
          <p:nvPr/>
        </p:nvSpPr>
        <p:spPr>
          <a:xfrm>
            <a:off x="7676260" y="4194492"/>
            <a:ext cx="21907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Yes</a:t>
            </a:r>
            <a:endParaRPr sz="950">
              <a:latin typeface="Trebuchet MS"/>
              <a:cs typeface="Trebuchet MS"/>
            </a:endParaRPr>
          </a:p>
        </p:txBody>
      </p:sp>
      <p:sp>
        <p:nvSpPr>
          <p:cNvPr id="32" name="object 32"/>
          <p:cNvSpPr txBox="1"/>
          <p:nvPr/>
        </p:nvSpPr>
        <p:spPr>
          <a:xfrm>
            <a:off x="8739251" y="4326191"/>
            <a:ext cx="178435" cy="174625"/>
          </a:xfrm>
          <a:prstGeom prst="rect">
            <a:avLst/>
          </a:prstGeom>
        </p:spPr>
        <p:txBody>
          <a:bodyPr vert="horz" wrap="square" lIns="0" tIns="15875" rIns="0" bIns="0" rtlCol="0">
            <a:spAutoFit/>
          </a:bodyPr>
          <a:lstStyle/>
          <a:p>
            <a:pPr marL="12700">
              <a:lnSpc>
                <a:spcPct val="100000"/>
              </a:lnSpc>
              <a:spcBef>
                <a:spcPts val="125"/>
              </a:spcBef>
            </a:pPr>
            <a:r>
              <a:rPr sz="950" spc="-25" dirty="0">
                <a:latin typeface="Trebuchet MS"/>
                <a:cs typeface="Trebuchet MS"/>
              </a:rPr>
              <a:t>No</a:t>
            </a:r>
            <a:endParaRPr sz="950">
              <a:latin typeface="Trebuchet MS"/>
              <a:cs typeface="Trebuchet MS"/>
            </a:endParaRPr>
          </a:p>
        </p:txBody>
      </p:sp>
      <p:sp>
        <p:nvSpPr>
          <p:cNvPr id="33" name="object 33"/>
          <p:cNvSpPr txBox="1"/>
          <p:nvPr/>
        </p:nvSpPr>
        <p:spPr>
          <a:xfrm>
            <a:off x="9682480" y="4507166"/>
            <a:ext cx="648335" cy="174625"/>
          </a:xfrm>
          <a:prstGeom prst="rect">
            <a:avLst/>
          </a:prstGeom>
        </p:spPr>
        <p:txBody>
          <a:bodyPr vert="horz" wrap="square" lIns="0" tIns="15875" rIns="0" bIns="0" rtlCol="0">
            <a:spAutoFit/>
          </a:bodyPr>
          <a:lstStyle/>
          <a:p>
            <a:pPr marL="12700">
              <a:lnSpc>
                <a:spcPct val="100000"/>
              </a:lnSpc>
              <a:spcBef>
                <a:spcPts val="125"/>
              </a:spcBef>
            </a:pPr>
            <a:r>
              <a:rPr sz="950" spc="-10" dirty="0">
                <a:latin typeface="Trebuchet MS"/>
                <a:cs typeface="Trebuchet MS"/>
              </a:rPr>
              <a:t>Sometimes</a:t>
            </a:r>
            <a:endParaRPr sz="950">
              <a:latin typeface="Trebuchet MS"/>
              <a:cs typeface="Trebuchet MS"/>
            </a:endParaRPr>
          </a:p>
        </p:txBody>
      </p:sp>
      <p:sp>
        <p:nvSpPr>
          <p:cNvPr id="34" name="object 34"/>
          <p:cNvSpPr/>
          <p:nvPr/>
        </p:nvSpPr>
        <p:spPr>
          <a:xfrm>
            <a:off x="11496675" y="35718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155F82"/>
          </a:solidFill>
        </p:spPr>
        <p:txBody>
          <a:bodyPr wrap="square" lIns="0" tIns="0" rIns="0" bIns="0" rtlCol="0"/>
          <a:lstStyle/>
          <a:p>
            <a:endParaRPr/>
          </a:p>
        </p:txBody>
      </p:sp>
      <p:sp>
        <p:nvSpPr>
          <p:cNvPr id="35" name="object 35"/>
          <p:cNvSpPr txBox="1"/>
          <p:nvPr/>
        </p:nvSpPr>
        <p:spPr>
          <a:xfrm>
            <a:off x="11595100" y="3513708"/>
            <a:ext cx="113030" cy="173990"/>
          </a:xfrm>
          <a:prstGeom prst="rect">
            <a:avLst/>
          </a:prstGeom>
        </p:spPr>
        <p:txBody>
          <a:bodyPr vert="horz" wrap="square" lIns="0" tIns="15875" rIns="0" bIns="0" rtlCol="0">
            <a:spAutoFit/>
          </a:bodyPr>
          <a:lstStyle/>
          <a:p>
            <a:pPr marL="12700">
              <a:lnSpc>
                <a:spcPct val="100000"/>
              </a:lnSpc>
              <a:spcBef>
                <a:spcPts val="125"/>
              </a:spcBef>
            </a:pPr>
            <a:r>
              <a:rPr sz="950" spc="20" dirty="0">
                <a:latin typeface="Trebuchet MS"/>
                <a:cs typeface="Trebuchet MS"/>
              </a:rPr>
              <a:t>N</a:t>
            </a:r>
            <a:endParaRPr sz="950">
              <a:latin typeface="Trebuchet MS"/>
              <a:cs typeface="Trebuchet MS"/>
            </a:endParaRPr>
          </a:p>
        </p:txBody>
      </p:sp>
      <p:sp>
        <p:nvSpPr>
          <p:cNvPr id="36" name="object 36"/>
          <p:cNvSpPr/>
          <p:nvPr/>
        </p:nvSpPr>
        <p:spPr>
          <a:xfrm>
            <a:off x="11496675" y="3800475"/>
            <a:ext cx="76200" cy="66675"/>
          </a:xfrm>
          <a:custGeom>
            <a:avLst/>
            <a:gdLst/>
            <a:ahLst/>
            <a:cxnLst/>
            <a:rect l="l" t="t" r="r" b="b"/>
            <a:pathLst>
              <a:path w="76200" h="66675">
                <a:moveTo>
                  <a:pt x="76200" y="0"/>
                </a:moveTo>
                <a:lnTo>
                  <a:pt x="0" y="0"/>
                </a:lnTo>
                <a:lnTo>
                  <a:pt x="0" y="66675"/>
                </a:lnTo>
                <a:lnTo>
                  <a:pt x="76200" y="66675"/>
                </a:lnTo>
                <a:lnTo>
                  <a:pt x="76200" y="0"/>
                </a:lnTo>
                <a:close/>
              </a:path>
            </a:pathLst>
          </a:custGeom>
          <a:solidFill>
            <a:srgbClr val="E97031"/>
          </a:solidFill>
        </p:spPr>
        <p:txBody>
          <a:bodyPr wrap="square" lIns="0" tIns="0" rIns="0" bIns="0" rtlCol="0"/>
          <a:lstStyle/>
          <a:p>
            <a:endParaRPr/>
          </a:p>
        </p:txBody>
      </p:sp>
      <p:sp>
        <p:nvSpPr>
          <p:cNvPr id="37" name="object 37"/>
          <p:cNvSpPr txBox="1"/>
          <p:nvPr/>
        </p:nvSpPr>
        <p:spPr>
          <a:xfrm>
            <a:off x="11595100" y="3743388"/>
            <a:ext cx="280670" cy="174625"/>
          </a:xfrm>
          <a:prstGeom prst="rect">
            <a:avLst/>
          </a:prstGeom>
        </p:spPr>
        <p:txBody>
          <a:bodyPr vert="horz" wrap="square" lIns="0" tIns="15875" rIns="0" bIns="0" rtlCol="0">
            <a:spAutoFit/>
          </a:bodyPr>
          <a:lstStyle/>
          <a:p>
            <a:pPr marL="12700">
              <a:lnSpc>
                <a:spcPct val="100000"/>
              </a:lnSpc>
              <a:spcBef>
                <a:spcPts val="125"/>
              </a:spcBef>
            </a:pPr>
            <a:r>
              <a:rPr sz="950" spc="50" dirty="0">
                <a:latin typeface="Trebuchet MS"/>
                <a:cs typeface="Trebuchet MS"/>
              </a:rPr>
              <a:t>GT%</a:t>
            </a:r>
            <a:endParaRPr sz="950">
              <a:latin typeface="Trebuchet MS"/>
              <a:cs typeface="Trebuchet MS"/>
            </a:endParaRPr>
          </a:p>
        </p:txBody>
      </p:sp>
      <p:sp>
        <p:nvSpPr>
          <p:cNvPr id="38" name="object 38"/>
          <p:cNvSpPr txBox="1"/>
          <p:nvPr/>
        </p:nvSpPr>
        <p:spPr>
          <a:xfrm>
            <a:off x="6753606" y="4863782"/>
            <a:ext cx="5366385" cy="1668145"/>
          </a:xfrm>
          <a:prstGeom prst="rect">
            <a:avLst/>
          </a:prstGeom>
        </p:spPr>
        <p:txBody>
          <a:bodyPr vert="horz" wrap="square" lIns="0" tIns="15875" rIns="0" bIns="0" rtlCol="0">
            <a:spAutoFit/>
          </a:bodyPr>
          <a:lstStyle/>
          <a:p>
            <a:pPr marL="298450" indent="-285750">
              <a:lnSpc>
                <a:spcPts val="1830"/>
              </a:lnSpc>
              <a:spcBef>
                <a:spcPts val="125"/>
              </a:spcBef>
              <a:buFont typeface="Arial MT"/>
              <a:buChar char="•"/>
              <a:tabLst>
                <a:tab pos="298450" algn="l"/>
              </a:tabLst>
            </a:pPr>
            <a:r>
              <a:rPr sz="1550" spc="-20" dirty="0">
                <a:latin typeface="Times New Roman"/>
                <a:cs typeface="Times New Roman"/>
              </a:rPr>
              <a:t>Yes</a:t>
            </a:r>
            <a:r>
              <a:rPr sz="1550" spc="25" dirty="0">
                <a:latin typeface="Times New Roman"/>
                <a:cs typeface="Times New Roman"/>
              </a:rPr>
              <a:t> </a:t>
            </a:r>
            <a:r>
              <a:rPr sz="1550" dirty="0">
                <a:latin typeface="Times New Roman"/>
                <a:cs typeface="Times New Roman"/>
              </a:rPr>
              <a:t>217</a:t>
            </a:r>
            <a:r>
              <a:rPr sz="1550" spc="90" dirty="0">
                <a:latin typeface="Times New Roman"/>
                <a:cs typeface="Times New Roman"/>
              </a:rPr>
              <a:t> </a:t>
            </a:r>
            <a:r>
              <a:rPr sz="1550" dirty="0">
                <a:latin typeface="Times New Roman"/>
                <a:cs typeface="Times New Roman"/>
              </a:rPr>
              <a:t>(57.1%);</a:t>
            </a:r>
            <a:r>
              <a:rPr sz="1550" spc="145" dirty="0">
                <a:latin typeface="Times New Roman"/>
                <a:cs typeface="Times New Roman"/>
              </a:rPr>
              <a:t> </a:t>
            </a:r>
            <a:r>
              <a:rPr sz="1550" dirty="0">
                <a:latin typeface="Times New Roman"/>
                <a:cs typeface="Times New Roman"/>
              </a:rPr>
              <a:t>Sometimes</a:t>
            </a:r>
            <a:r>
              <a:rPr sz="1550" spc="114" dirty="0">
                <a:latin typeface="Times New Roman"/>
                <a:cs typeface="Times New Roman"/>
              </a:rPr>
              <a:t> </a:t>
            </a:r>
            <a:r>
              <a:rPr sz="1550" dirty="0">
                <a:latin typeface="Times New Roman"/>
                <a:cs typeface="Times New Roman"/>
              </a:rPr>
              <a:t>79</a:t>
            </a:r>
            <a:r>
              <a:rPr sz="1550" spc="90" dirty="0">
                <a:latin typeface="Times New Roman"/>
                <a:cs typeface="Times New Roman"/>
              </a:rPr>
              <a:t> </a:t>
            </a:r>
            <a:r>
              <a:rPr sz="1550" dirty="0">
                <a:latin typeface="Times New Roman"/>
                <a:cs typeface="Times New Roman"/>
              </a:rPr>
              <a:t>(20.8%);</a:t>
            </a:r>
            <a:r>
              <a:rPr sz="1550" spc="145" dirty="0">
                <a:latin typeface="Times New Roman"/>
                <a:cs typeface="Times New Roman"/>
              </a:rPr>
              <a:t> </a:t>
            </a:r>
            <a:r>
              <a:rPr sz="1550" dirty="0">
                <a:latin typeface="Times New Roman"/>
                <a:cs typeface="Times New Roman"/>
              </a:rPr>
              <a:t>No</a:t>
            </a:r>
            <a:r>
              <a:rPr sz="1550" spc="85" dirty="0">
                <a:latin typeface="Times New Roman"/>
                <a:cs typeface="Times New Roman"/>
              </a:rPr>
              <a:t> </a:t>
            </a:r>
            <a:r>
              <a:rPr sz="1550" spc="-25" dirty="0">
                <a:latin typeface="Times New Roman"/>
                <a:cs typeface="Times New Roman"/>
              </a:rPr>
              <a:t>83</a:t>
            </a:r>
            <a:endParaRPr sz="1550">
              <a:latin typeface="Times New Roman"/>
              <a:cs typeface="Times New Roman"/>
            </a:endParaRPr>
          </a:p>
          <a:p>
            <a:pPr marL="298450">
              <a:lnSpc>
                <a:spcPts val="1830"/>
              </a:lnSpc>
            </a:pPr>
            <a:r>
              <a:rPr sz="1550" dirty="0">
                <a:latin typeface="Times New Roman"/>
                <a:cs typeface="Times New Roman"/>
              </a:rPr>
              <a:t>(21.8%);</a:t>
            </a:r>
            <a:r>
              <a:rPr sz="1550" spc="375" dirty="0">
                <a:latin typeface="Times New Roman"/>
                <a:cs typeface="Times New Roman"/>
              </a:rPr>
              <a:t> </a:t>
            </a:r>
            <a:r>
              <a:rPr sz="1550" dirty="0">
                <a:latin typeface="Times New Roman"/>
                <a:cs typeface="Times New Roman"/>
              </a:rPr>
              <a:t>N=380.Data-</a:t>
            </a:r>
            <a:r>
              <a:rPr sz="1550" spc="-10" dirty="0">
                <a:latin typeface="Times New Roman"/>
                <a:cs typeface="Times New Roman"/>
              </a:rPr>
              <a:t>Analysis</a:t>
            </a:r>
            <a:endParaRPr sz="1550">
              <a:latin typeface="Times New Roman"/>
              <a:cs typeface="Times New Roman"/>
            </a:endParaRPr>
          </a:p>
          <a:p>
            <a:pPr marL="298450" marR="5080" indent="-286385">
              <a:lnSpc>
                <a:spcPct val="100600"/>
              </a:lnSpc>
              <a:spcBef>
                <a:spcPts val="790"/>
              </a:spcBef>
              <a:buFont typeface="Arial MT"/>
              <a:buChar char="•"/>
              <a:tabLst>
                <a:tab pos="298450" algn="l"/>
              </a:tabLst>
            </a:pPr>
            <a:r>
              <a:rPr sz="1400" spc="-10" dirty="0">
                <a:latin typeface="Trebuchet MS"/>
                <a:cs typeface="Trebuchet MS"/>
              </a:rPr>
              <a:t>Around</a:t>
            </a:r>
            <a:r>
              <a:rPr sz="1400" spc="-155" dirty="0">
                <a:latin typeface="Trebuchet MS"/>
                <a:cs typeface="Trebuchet MS"/>
              </a:rPr>
              <a:t> </a:t>
            </a:r>
            <a:r>
              <a:rPr sz="1400" spc="114" dirty="0">
                <a:latin typeface="Trebuchet MS"/>
                <a:cs typeface="Trebuchet MS"/>
              </a:rPr>
              <a:t>80%</a:t>
            </a:r>
            <a:r>
              <a:rPr sz="1400" spc="-70" dirty="0">
                <a:latin typeface="Trebuchet MS"/>
                <a:cs typeface="Trebuchet MS"/>
              </a:rPr>
              <a:t> </a:t>
            </a:r>
            <a:r>
              <a:rPr sz="1400" spc="-50" dirty="0">
                <a:latin typeface="Trebuchet MS"/>
                <a:cs typeface="Trebuchet MS"/>
              </a:rPr>
              <a:t>of</a:t>
            </a:r>
            <a:r>
              <a:rPr sz="1400" spc="-80" dirty="0">
                <a:latin typeface="Trebuchet MS"/>
                <a:cs typeface="Trebuchet MS"/>
              </a:rPr>
              <a:t> </a:t>
            </a:r>
            <a:r>
              <a:rPr sz="1400" spc="-20" dirty="0">
                <a:latin typeface="Trebuchet MS"/>
                <a:cs typeface="Trebuchet MS"/>
              </a:rPr>
              <a:t>people</a:t>
            </a:r>
            <a:r>
              <a:rPr sz="1400" spc="-180" dirty="0">
                <a:latin typeface="Trebuchet MS"/>
                <a:cs typeface="Trebuchet MS"/>
              </a:rPr>
              <a:t> </a:t>
            </a:r>
            <a:r>
              <a:rPr sz="1400" spc="-10" dirty="0">
                <a:latin typeface="Trebuchet MS"/>
                <a:cs typeface="Trebuchet MS"/>
              </a:rPr>
              <a:t>keep</a:t>
            </a:r>
            <a:r>
              <a:rPr sz="1400" spc="-150" dirty="0">
                <a:latin typeface="Trebuchet MS"/>
                <a:cs typeface="Trebuchet MS"/>
              </a:rPr>
              <a:t> </a:t>
            </a:r>
            <a:r>
              <a:rPr sz="1400" spc="-30" dirty="0">
                <a:latin typeface="Trebuchet MS"/>
                <a:cs typeface="Trebuchet MS"/>
              </a:rPr>
              <a:t>antibiotics</a:t>
            </a:r>
            <a:r>
              <a:rPr sz="1400" spc="-114" dirty="0">
                <a:latin typeface="Trebuchet MS"/>
                <a:cs typeface="Trebuchet MS"/>
              </a:rPr>
              <a:t> </a:t>
            </a:r>
            <a:r>
              <a:rPr sz="1400" spc="-50" dirty="0">
                <a:latin typeface="Trebuchet MS"/>
                <a:cs typeface="Trebuchet MS"/>
              </a:rPr>
              <a:t>at</a:t>
            </a:r>
            <a:r>
              <a:rPr sz="1400" spc="-114" dirty="0">
                <a:latin typeface="Trebuchet MS"/>
                <a:cs typeface="Trebuchet MS"/>
              </a:rPr>
              <a:t> </a:t>
            </a:r>
            <a:r>
              <a:rPr sz="1400" dirty="0">
                <a:latin typeface="Trebuchet MS"/>
                <a:cs typeface="Trebuchet MS"/>
              </a:rPr>
              <a:t>home</a:t>
            </a:r>
            <a:r>
              <a:rPr sz="1400" spc="-180" dirty="0">
                <a:latin typeface="Trebuchet MS"/>
                <a:cs typeface="Trebuchet MS"/>
              </a:rPr>
              <a:t> </a:t>
            </a:r>
            <a:r>
              <a:rPr sz="1400" spc="-50" dirty="0">
                <a:latin typeface="Trebuchet MS"/>
                <a:cs typeface="Trebuchet MS"/>
              </a:rPr>
              <a:t>at</a:t>
            </a:r>
            <a:r>
              <a:rPr sz="1400" spc="-114" dirty="0">
                <a:latin typeface="Trebuchet MS"/>
                <a:cs typeface="Trebuchet MS"/>
              </a:rPr>
              <a:t> </a:t>
            </a:r>
            <a:r>
              <a:rPr sz="1400" spc="-10" dirty="0">
                <a:latin typeface="Trebuchet MS"/>
                <a:cs typeface="Trebuchet MS"/>
              </a:rPr>
              <a:t>least sometimes.</a:t>
            </a:r>
            <a:r>
              <a:rPr sz="1400" spc="-130" dirty="0">
                <a:latin typeface="Trebuchet MS"/>
                <a:cs typeface="Trebuchet MS"/>
              </a:rPr>
              <a:t> </a:t>
            </a:r>
            <a:r>
              <a:rPr sz="1400" spc="-20" dirty="0">
                <a:latin typeface="Trebuchet MS"/>
                <a:cs typeface="Trebuchet MS"/>
              </a:rPr>
              <a:t>This</a:t>
            </a:r>
            <a:r>
              <a:rPr sz="1400" spc="-110" dirty="0">
                <a:latin typeface="Trebuchet MS"/>
                <a:cs typeface="Trebuchet MS"/>
              </a:rPr>
              <a:t> </a:t>
            </a:r>
            <a:r>
              <a:rPr sz="1400" dirty="0">
                <a:latin typeface="Trebuchet MS"/>
                <a:cs typeface="Trebuchet MS"/>
              </a:rPr>
              <a:t>makes</a:t>
            </a:r>
            <a:r>
              <a:rPr sz="1400" spc="-200" dirty="0">
                <a:latin typeface="Trebuchet MS"/>
                <a:cs typeface="Trebuchet MS"/>
              </a:rPr>
              <a:t> </a:t>
            </a:r>
            <a:r>
              <a:rPr sz="1400" spc="-70" dirty="0">
                <a:latin typeface="Trebuchet MS"/>
                <a:cs typeface="Trebuchet MS"/>
              </a:rPr>
              <a:t>it</a:t>
            </a:r>
            <a:r>
              <a:rPr sz="1400" spc="-105" dirty="0">
                <a:latin typeface="Trebuchet MS"/>
                <a:cs typeface="Trebuchet MS"/>
              </a:rPr>
              <a:t> </a:t>
            </a:r>
            <a:r>
              <a:rPr sz="1400" spc="-10" dirty="0">
                <a:latin typeface="Trebuchet MS"/>
                <a:cs typeface="Trebuchet MS"/>
              </a:rPr>
              <a:t>easy</a:t>
            </a:r>
            <a:r>
              <a:rPr sz="1400" spc="-60" dirty="0">
                <a:latin typeface="Trebuchet MS"/>
                <a:cs typeface="Trebuchet MS"/>
              </a:rPr>
              <a:t> </a:t>
            </a:r>
            <a:r>
              <a:rPr sz="1400" spc="-55" dirty="0">
                <a:latin typeface="Trebuchet MS"/>
                <a:cs typeface="Trebuchet MS"/>
              </a:rPr>
              <a:t>for</a:t>
            </a:r>
            <a:r>
              <a:rPr sz="1400" spc="-120" dirty="0">
                <a:latin typeface="Trebuchet MS"/>
                <a:cs typeface="Trebuchet MS"/>
              </a:rPr>
              <a:t> </a:t>
            </a:r>
            <a:r>
              <a:rPr sz="1400" spc="-30" dirty="0">
                <a:latin typeface="Trebuchet MS"/>
                <a:cs typeface="Trebuchet MS"/>
              </a:rPr>
              <a:t>them</a:t>
            </a:r>
            <a:r>
              <a:rPr sz="1400" spc="-114" dirty="0">
                <a:latin typeface="Trebuchet MS"/>
                <a:cs typeface="Trebuchet MS"/>
              </a:rPr>
              <a:t> </a:t>
            </a:r>
            <a:r>
              <a:rPr sz="1400" spc="-80" dirty="0">
                <a:latin typeface="Trebuchet MS"/>
                <a:cs typeface="Trebuchet MS"/>
              </a:rPr>
              <a:t>to</a:t>
            </a:r>
            <a:r>
              <a:rPr sz="1400" spc="-50" dirty="0">
                <a:latin typeface="Trebuchet MS"/>
                <a:cs typeface="Trebuchet MS"/>
              </a:rPr>
              <a:t> </a:t>
            </a:r>
            <a:r>
              <a:rPr sz="1400" spc="-45" dirty="0">
                <a:latin typeface="Trebuchet MS"/>
                <a:cs typeface="Trebuchet MS"/>
              </a:rPr>
              <a:t>start</a:t>
            </a:r>
            <a:r>
              <a:rPr sz="1400" spc="-185" dirty="0">
                <a:latin typeface="Trebuchet MS"/>
                <a:cs typeface="Trebuchet MS"/>
              </a:rPr>
              <a:t> </a:t>
            </a:r>
            <a:r>
              <a:rPr sz="1400" spc="-40" dirty="0">
                <a:latin typeface="Trebuchet MS"/>
                <a:cs typeface="Trebuchet MS"/>
              </a:rPr>
              <a:t>taking</a:t>
            </a:r>
            <a:r>
              <a:rPr sz="1400" spc="-105" dirty="0">
                <a:latin typeface="Trebuchet MS"/>
                <a:cs typeface="Trebuchet MS"/>
              </a:rPr>
              <a:t> </a:t>
            </a:r>
            <a:r>
              <a:rPr sz="1400" spc="-10" dirty="0">
                <a:latin typeface="Trebuchet MS"/>
                <a:cs typeface="Trebuchet MS"/>
              </a:rPr>
              <a:t>antibiotics </a:t>
            </a:r>
            <a:r>
              <a:rPr sz="1400" dirty="0">
                <a:latin typeface="Trebuchet MS"/>
                <a:cs typeface="Trebuchet MS"/>
              </a:rPr>
              <a:t>on</a:t>
            </a:r>
            <a:r>
              <a:rPr sz="1400" spc="-30" dirty="0">
                <a:latin typeface="Trebuchet MS"/>
                <a:cs typeface="Trebuchet MS"/>
              </a:rPr>
              <a:t> </a:t>
            </a:r>
            <a:r>
              <a:rPr sz="1400" spc="-70" dirty="0">
                <a:latin typeface="Trebuchet MS"/>
                <a:cs typeface="Trebuchet MS"/>
              </a:rPr>
              <a:t>their</a:t>
            </a:r>
            <a:r>
              <a:rPr sz="1400" spc="-110" dirty="0">
                <a:latin typeface="Trebuchet MS"/>
                <a:cs typeface="Trebuchet MS"/>
              </a:rPr>
              <a:t> </a:t>
            </a:r>
            <a:r>
              <a:rPr sz="1400" spc="-35" dirty="0">
                <a:latin typeface="Trebuchet MS"/>
                <a:cs typeface="Trebuchet MS"/>
              </a:rPr>
              <a:t>own,</a:t>
            </a:r>
            <a:r>
              <a:rPr sz="1400" spc="-110" dirty="0">
                <a:latin typeface="Trebuchet MS"/>
                <a:cs typeface="Trebuchet MS"/>
              </a:rPr>
              <a:t> </a:t>
            </a:r>
            <a:r>
              <a:rPr sz="1400" dirty="0">
                <a:latin typeface="Trebuchet MS"/>
                <a:cs typeface="Trebuchet MS"/>
              </a:rPr>
              <a:t>share</a:t>
            </a:r>
            <a:r>
              <a:rPr sz="1400" spc="-165" dirty="0">
                <a:latin typeface="Trebuchet MS"/>
                <a:cs typeface="Trebuchet MS"/>
              </a:rPr>
              <a:t> </a:t>
            </a:r>
            <a:r>
              <a:rPr sz="1400" spc="-30" dirty="0">
                <a:latin typeface="Trebuchet MS"/>
                <a:cs typeface="Trebuchet MS"/>
              </a:rPr>
              <a:t>them</a:t>
            </a:r>
            <a:r>
              <a:rPr sz="1400" spc="-95" dirty="0">
                <a:latin typeface="Trebuchet MS"/>
                <a:cs typeface="Trebuchet MS"/>
              </a:rPr>
              <a:t> </a:t>
            </a:r>
            <a:r>
              <a:rPr sz="1400" spc="-55" dirty="0">
                <a:latin typeface="Trebuchet MS"/>
                <a:cs typeface="Trebuchet MS"/>
              </a:rPr>
              <a:t>with</a:t>
            </a:r>
            <a:r>
              <a:rPr sz="1400" spc="-114" dirty="0">
                <a:latin typeface="Trebuchet MS"/>
                <a:cs typeface="Trebuchet MS"/>
              </a:rPr>
              <a:t> </a:t>
            </a:r>
            <a:r>
              <a:rPr sz="1400" spc="-35" dirty="0">
                <a:latin typeface="Trebuchet MS"/>
                <a:cs typeface="Trebuchet MS"/>
              </a:rPr>
              <a:t>others,</a:t>
            </a:r>
            <a:r>
              <a:rPr sz="1400" spc="-110" dirty="0">
                <a:latin typeface="Trebuchet MS"/>
                <a:cs typeface="Trebuchet MS"/>
              </a:rPr>
              <a:t> </a:t>
            </a:r>
            <a:r>
              <a:rPr sz="1400" spc="-45" dirty="0">
                <a:latin typeface="Trebuchet MS"/>
                <a:cs typeface="Trebuchet MS"/>
              </a:rPr>
              <a:t>or</a:t>
            </a:r>
            <a:r>
              <a:rPr sz="1400" spc="-105" dirty="0">
                <a:latin typeface="Trebuchet MS"/>
                <a:cs typeface="Trebuchet MS"/>
              </a:rPr>
              <a:t> </a:t>
            </a:r>
            <a:r>
              <a:rPr sz="1400" dirty="0">
                <a:latin typeface="Trebuchet MS"/>
                <a:cs typeface="Trebuchet MS"/>
              </a:rPr>
              <a:t>use</a:t>
            </a:r>
            <a:r>
              <a:rPr sz="1400" spc="-170" dirty="0">
                <a:latin typeface="Trebuchet MS"/>
                <a:cs typeface="Trebuchet MS"/>
              </a:rPr>
              <a:t> </a:t>
            </a:r>
            <a:r>
              <a:rPr sz="1400" spc="-45" dirty="0">
                <a:latin typeface="Trebuchet MS"/>
                <a:cs typeface="Trebuchet MS"/>
              </a:rPr>
              <a:t>leftovers</a:t>
            </a:r>
            <a:r>
              <a:rPr sz="1400" spc="-90" dirty="0">
                <a:latin typeface="Trebuchet MS"/>
                <a:cs typeface="Trebuchet MS"/>
              </a:rPr>
              <a:t> </a:t>
            </a:r>
            <a:r>
              <a:rPr sz="1400" spc="-20" dirty="0">
                <a:latin typeface="Trebuchet MS"/>
                <a:cs typeface="Trebuchet MS"/>
              </a:rPr>
              <a:t>from </a:t>
            </a:r>
            <a:r>
              <a:rPr sz="1400" spc="-25" dirty="0">
                <a:latin typeface="Trebuchet MS"/>
                <a:cs typeface="Trebuchet MS"/>
              </a:rPr>
              <a:t>incomplete</a:t>
            </a:r>
            <a:r>
              <a:rPr sz="1400" spc="-100" dirty="0">
                <a:latin typeface="Trebuchet MS"/>
                <a:cs typeface="Trebuchet MS"/>
              </a:rPr>
              <a:t> </a:t>
            </a:r>
            <a:r>
              <a:rPr sz="1400" dirty="0">
                <a:latin typeface="Trebuchet MS"/>
                <a:cs typeface="Trebuchet MS"/>
              </a:rPr>
              <a:t>courses.</a:t>
            </a:r>
            <a:r>
              <a:rPr sz="1400" spc="-130" dirty="0">
                <a:latin typeface="Trebuchet MS"/>
                <a:cs typeface="Trebuchet MS"/>
              </a:rPr>
              <a:t> </a:t>
            </a:r>
            <a:r>
              <a:rPr sz="1400" spc="-95" dirty="0">
                <a:latin typeface="Trebuchet MS"/>
                <a:cs typeface="Trebuchet MS"/>
              </a:rPr>
              <a:t>To</a:t>
            </a:r>
            <a:r>
              <a:rPr sz="1400" spc="-140" dirty="0">
                <a:latin typeface="Trebuchet MS"/>
                <a:cs typeface="Trebuchet MS"/>
              </a:rPr>
              <a:t> </a:t>
            </a:r>
            <a:r>
              <a:rPr sz="1400" spc="-55" dirty="0">
                <a:latin typeface="Trebuchet MS"/>
                <a:cs typeface="Trebuchet MS"/>
              </a:rPr>
              <a:t>prevent</a:t>
            </a:r>
            <a:r>
              <a:rPr sz="1400" spc="-190" dirty="0">
                <a:latin typeface="Trebuchet MS"/>
                <a:cs typeface="Trebuchet MS"/>
              </a:rPr>
              <a:t> </a:t>
            </a:r>
            <a:r>
              <a:rPr sz="1400" spc="-10" dirty="0">
                <a:latin typeface="Trebuchet MS"/>
                <a:cs typeface="Trebuchet MS"/>
              </a:rPr>
              <a:t>this</a:t>
            </a:r>
            <a:r>
              <a:rPr sz="1400" spc="-114" dirty="0">
                <a:latin typeface="Trebuchet MS"/>
                <a:cs typeface="Trebuchet MS"/>
              </a:rPr>
              <a:t> </a:t>
            </a:r>
            <a:r>
              <a:rPr sz="1400" spc="-20" dirty="0">
                <a:latin typeface="Trebuchet MS"/>
                <a:cs typeface="Trebuchet MS"/>
              </a:rPr>
              <a:t>kind</a:t>
            </a:r>
            <a:r>
              <a:rPr sz="1400" spc="-150" dirty="0">
                <a:latin typeface="Trebuchet MS"/>
                <a:cs typeface="Trebuchet MS"/>
              </a:rPr>
              <a:t> </a:t>
            </a:r>
            <a:r>
              <a:rPr sz="1400" spc="-10" dirty="0">
                <a:latin typeface="Trebuchet MS"/>
                <a:cs typeface="Trebuchet MS"/>
              </a:rPr>
              <a:t>of</a:t>
            </a:r>
            <a:r>
              <a:rPr sz="1400" spc="-155" dirty="0">
                <a:latin typeface="Trebuchet MS"/>
                <a:cs typeface="Trebuchet MS"/>
              </a:rPr>
              <a:t> </a:t>
            </a:r>
            <a:r>
              <a:rPr sz="1400" dirty="0">
                <a:latin typeface="Trebuchet MS"/>
                <a:cs typeface="Trebuchet MS"/>
              </a:rPr>
              <a:t>misuse,</a:t>
            </a:r>
            <a:r>
              <a:rPr sz="1400" spc="-55" dirty="0">
                <a:latin typeface="Trebuchet MS"/>
                <a:cs typeface="Trebuchet MS"/>
              </a:rPr>
              <a:t> </a:t>
            </a:r>
            <a:r>
              <a:rPr sz="1400" spc="-40" dirty="0">
                <a:latin typeface="Trebuchet MS"/>
                <a:cs typeface="Trebuchet MS"/>
              </a:rPr>
              <a:t>proper</a:t>
            </a:r>
            <a:r>
              <a:rPr sz="1400" spc="-125" dirty="0">
                <a:latin typeface="Trebuchet MS"/>
                <a:cs typeface="Trebuchet MS"/>
              </a:rPr>
              <a:t> </a:t>
            </a:r>
            <a:r>
              <a:rPr sz="1400" spc="-10" dirty="0">
                <a:latin typeface="Trebuchet MS"/>
                <a:cs typeface="Trebuchet MS"/>
              </a:rPr>
              <a:t>storage </a:t>
            </a:r>
            <a:r>
              <a:rPr sz="1400" dirty="0">
                <a:latin typeface="Trebuchet MS"/>
                <a:cs typeface="Trebuchet MS"/>
              </a:rPr>
              <a:t>and</a:t>
            </a:r>
            <a:r>
              <a:rPr sz="1400" spc="-55" dirty="0">
                <a:latin typeface="Trebuchet MS"/>
                <a:cs typeface="Trebuchet MS"/>
              </a:rPr>
              <a:t> </a:t>
            </a:r>
            <a:r>
              <a:rPr sz="1400" spc="-20" dirty="0">
                <a:latin typeface="Trebuchet MS"/>
                <a:cs typeface="Trebuchet MS"/>
              </a:rPr>
              <a:t>safe</a:t>
            </a:r>
            <a:r>
              <a:rPr sz="1400" spc="-80" dirty="0">
                <a:latin typeface="Trebuchet MS"/>
                <a:cs typeface="Trebuchet MS"/>
              </a:rPr>
              <a:t> </a:t>
            </a:r>
            <a:r>
              <a:rPr sz="1400" dirty="0">
                <a:latin typeface="Trebuchet MS"/>
                <a:cs typeface="Trebuchet MS"/>
              </a:rPr>
              <a:t>disposal</a:t>
            </a:r>
            <a:r>
              <a:rPr sz="1400" spc="-165" dirty="0">
                <a:latin typeface="Trebuchet MS"/>
                <a:cs typeface="Trebuchet MS"/>
              </a:rPr>
              <a:t> </a:t>
            </a:r>
            <a:r>
              <a:rPr sz="1400" spc="-20" dirty="0">
                <a:latin typeface="Trebuchet MS"/>
                <a:cs typeface="Trebuchet MS"/>
              </a:rPr>
              <a:t>practices</a:t>
            </a:r>
            <a:r>
              <a:rPr sz="1400" spc="-95" dirty="0">
                <a:latin typeface="Trebuchet MS"/>
                <a:cs typeface="Trebuchet MS"/>
              </a:rPr>
              <a:t> </a:t>
            </a:r>
            <a:r>
              <a:rPr sz="1400" spc="-10" dirty="0">
                <a:latin typeface="Trebuchet MS"/>
                <a:cs typeface="Trebuchet MS"/>
              </a:rPr>
              <a:t>need</a:t>
            </a:r>
            <a:r>
              <a:rPr sz="1400" spc="-55" dirty="0">
                <a:latin typeface="Trebuchet MS"/>
                <a:cs typeface="Trebuchet MS"/>
              </a:rPr>
              <a:t> </a:t>
            </a:r>
            <a:r>
              <a:rPr sz="1400" spc="-85" dirty="0">
                <a:latin typeface="Trebuchet MS"/>
                <a:cs typeface="Trebuchet MS"/>
              </a:rPr>
              <a:t>to</a:t>
            </a:r>
            <a:r>
              <a:rPr sz="1400" spc="-40" dirty="0">
                <a:latin typeface="Trebuchet MS"/>
                <a:cs typeface="Trebuchet MS"/>
              </a:rPr>
              <a:t> </a:t>
            </a:r>
            <a:r>
              <a:rPr sz="1400" spc="-30" dirty="0">
                <a:latin typeface="Trebuchet MS"/>
                <a:cs typeface="Trebuchet MS"/>
              </a:rPr>
              <a:t>be</a:t>
            </a:r>
            <a:r>
              <a:rPr sz="1400" spc="-80" dirty="0">
                <a:latin typeface="Trebuchet MS"/>
                <a:cs typeface="Trebuchet MS"/>
              </a:rPr>
              <a:t> </a:t>
            </a:r>
            <a:r>
              <a:rPr sz="1400" spc="-10" dirty="0">
                <a:latin typeface="Trebuchet MS"/>
                <a:cs typeface="Trebuchet MS"/>
              </a:rPr>
              <a:t>promoted.</a:t>
            </a:r>
            <a:endParaRPr sz="1400">
              <a:latin typeface="Trebuchet MS"/>
              <a:cs typeface="Trebuchet MS"/>
            </a:endParaRPr>
          </a:p>
        </p:txBody>
      </p:sp>
      <p:grpSp>
        <p:nvGrpSpPr>
          <p:cNvPr id="39" name="object 39"/>
          <p:cNvGrpSpPr/>
          <p:nvPr/>
        </p:nvGrpSpPr>
        <p:grpSpPr>
          <a:xfrm>
            <a:off x="0" y="29041"/>
            <a:ext cx="4978398" cy="855615"/>
            <a:chOff x="10477" y="96265"/>
            <a:chExt cx="3141980" cy="683895"/>
          </a:xfrm>
        </p:grpSpPr>
        <p:sp>
          <p:nvSpPr>
            <p:cNvPr id="40" name="object 40"/>
            <p:cNvSpPr/>
            <p:nvPr/>
          </p:nvSpPr>
          <p:spPr>
            <a:xfrm>
              <a:off x="14287" y="100075"/>
              <a:ext cx="3134360" cy="676275"/>
            </a:xfrm>
            <a:custGeom>
              <a:avLst/>
              <a:gdLst/>
              <a:ahLst/>
              <a:cxnLst/>
              <a:rect l="l" t="t" r="r" b="b"/>
              <a:pathLst>
                <a:path w="3134360" h="676275">
                  <a:moveTo>
                    <a:pt x="2826702" y="0"/>
                  </a:moveTo>
                  <a:lnTo>
                    <a:pt x="307060" y="0"/>
                  </a:lnTo>
                  <a:lnTo>
                    <a:pt x="261685" y="3327"/>
                  </a:lnTo>
                  <a:lnTo>
                    <a:pt x="218378" y="12995"/>
                  </a:lnTo>
                  <a:lnTo>
                    <a:pt x="177612" y="28526"/>
                  </a:lnTo>
                  <a:lnTo>
                    <a:pt x="139863" y="49448"/>
                  </a:lnTo>
                  <a:lnTo>
                    <a:pt x="105607" y="75286"/>
                  </a:lnTo>
                  <a:lnTo>
                    <a:pt x="75317" y="105564"/>
                  </a:lnTo>
                  <a:lnTo>
                    <a:pt x="49469" y="139809"/>
                  </a:lnTo>
                  <a:lnTo>
                    <a:pt x="28539" y="177545"/>
                  </a:lnTo>
                  <a:lnTo>
                    <a:pt x="13000" y="218299"/>
                  </a:lnTo>
                  <a:lnTo>
                    <a:pt x="3329" y="261595"/>
                  </a:lnTo>
                  <a:lnTo>
                    <a:pt x="0" y="306959"/>
                  </a:lnTo>
                  <a:lnTo>
                    <a:pt x="0" y="369188"/>
                  </a:lnTo>
                  <a:lnTo>
                    <a:pt x="3329" y="414555"/>
                  </a:lnTo>
                  <a:lnTo>
                    <a:pt x="13000" y="457859"/>
                  </a:lnTo>
                  <a:lnTo>
                    <a:pt x="28539" y="498625"/>
                  </a:lnTo>
                  <a:lnTo>
                    <a:pt x="49469" y="536376"/>
                  </a:lnTo>
                  <a:lnTo>
                    <a:pt x="75317" y="570638"/>
                  </a:lnTo>
                  <a:lnTo>
                    <a:pt x="105607" y="600933"/>
                  </a:lnTo>
                  <a:lnTo>
                    <a:pt x="139863" y="626787"/>
                  </a:lnTo>
                  <a:lnTo>
                    <a:pt x="177612" y="647724"/>
                  </a:lnTo>
                  <a:lnTo>
                    <a:pt x="218378" y="663268"/>
                  </a:lnTo>
                  <a:lnTo>
                    <a:pt x="261685" y="672944"/>
                  </a:lnTo>
                  <a:lnTo>
                    <a:pt x="307060" y="676275"/>
                  </a:lnTo>
                  <a:lnTo>
                    <a:pt x="2826702" y="676275"/>
                  </a:lnTo>
                  <a:lnTo>
                    <a:pt x="2872069" y="672944"/>
                  </a:lnTo>
                  <a:lnTo>
                    <a:pt x="2915373" y="663268"/>
                  </a:lnTo>
                  <a:lnTo>
                    <a:pt x="2956138" y="647724"/>
                  </a:lnTo>
                  <a:lnTo>
                    <a:pt x="2993890" y="626787"/>
                  </a:lnTo>
                  <a:lnTo>
                    <a:pt x="3028151" y="600933"/>
                  </a:lnTo>
                  <a:lnTo>
                    <a:pt x="3058447" y="570638"/>
                  </a:lnTo>
                  <a:lnTo>
                    <a:pt x="3084301" y="536376"/>
                  </a:lnTo>
                  <a:lnTo>
                    <a:pt x="3105238" y="498625"/>
                  </a:lnTo>
                  <a:lnTo>
                    <a:pt x="3120782" y="457859"/>
                  </a:lnTo>
                  <a:lnTo>
                    <a:pt x="3130457" y="414555"/>
                  </a:lnTo>
                  <a:lnTo>
                    <a:pt x="3133788" y="369188"/>
                  </a:lnTo>
                  <a:lnTo>
                    <a:pt x="3133788" y="306959"/>
                  </a:lnTo>
                  <a:lnTo>
                    <a:pt x="3130457" y="261595"/>
                  </a:lnTo>
                  <a:lnTo>
                    <a:pt x="3120782" y="218299"/>
                  </a:lnTo>
                  <a:lnTo>
                    <a:pt x="3105238" y="177545"/>
                  </a:lnTo>
                  <a:lnTo>
                    <a:pt x="3084301" y="139809"/>
                  </a:lnTo>
                  <a:lnTo>
                    <a:pt x="3058447" y="105564"/>
                  </a:lnTo>
                  <a:lnTo>
                    <a:pt x="3028151" y="75286"/>
                  </a:lnTo>
                  <a:lnTo>
                    <a:pt x="2993890" y="49448"/>
                  </a:lnTo>
                  <a:lnTo>
                    <a:pt x="2956138" y="28526"/>
                  </a:lnTo>
                  <a:lnTo>
                    <a:pt x="2915373" y="12995"/>
                  </a:lnTo>
                  <a:lnTo>
                    <a:pt x="2872069" y="3327"/>
                  </a:lnTo>
                  <a:lnTo>
                    <a:pt x="2826702" y="0"/>
                  </a:lnTo>
                  <a:close/>
                </a:path>
              </a:pathLst>
            </a:custGeom>
            <a:solidFill>
              <a:srgbClr val="C1E4F5"/>
            </a:solidFill>
          </p:spPr>
          <p:txBody>
            <a:bodyPr wrap="square" lIns="0" tIns="0" rIns="0" bIns="0" rtlCol="0"/>
            <a:lstStyle/>
            <a:p>
              <a:endParaRPr/>
            </a:p>
          </p:txBody>
        </p:sp>
        <p:sp>
          <p:nvSpPr>
            <p:cNvPr id="41" name="object 41"/>
            <p:cNvSpPr/>
            <p:nvPr/>
          </p:nvSpPr>
          <p:spPr>
            <a:xfrm>
              <a:off x="14287" y="100075"/>
              <a:ext cx="3134360" cy="676275"/>
            </a:xfrm>
            <a:custGeom>
              <a:avLst/>
              <a:gdLst/>
              <a:ahLst/>
              <a:cxnLst/>
              <a:rect l="l" t="t" r="r" b="b"/>
              <a:pathLst>
                <a:path w="3134360" h="676275">
                  <a:moveTo>
                    <a:pt x="0" y="306959"/>
                  </a:moveTo>
                  <a:lnTo>
                    <a:pt x="3329" y="261595"/>
                  </a:lnTo>
                  <a:lnTo>
                    <a:pt x="13000" y="218299"/>
                  </a:lnTo>
                  <a:lnTo>
                    <a:pt x="28539" y="177545"/>
                  </a:lnTo>
                  <a:lnTo>
                    <a:pt x="49469" y="139809"/>
                  </a:lnTo>
                  <a:lnTo>
                    <a:pt x="75317" y="105564"/>
                  </a:lnTo>
                  <a:lnTo>
                    <a:pt x="105607" y="75286"/>
                  </a:lnTo>
                  <a:lnTo>
                    <a:pt x="139863" y="49448"/>
                  </a:lnTo>
                  <a:lnTo>
                    <a:pt x="177612" y="28526"/>
                  </a:lnTo>
                  <a:lnTo>
                    <a:pt x="218378" y="12995"/>
                  </a:lnTo>
                  <a:lnTo>
                    <a:pt x="261685" y="3327"/>
                  </a:lnTo>
                  <a:lnTo>
                    <a:pt x="307060" y="0"/>
                  </a:lnTo>
                  <a:lnTo>
                    <a:pt x="2826702" y="0"/>
                  </a:lnTo>
                  <a:lnTo>
                    <a:pt x="2872069" y="3327"/>
                  </a:lnTo>
                  <a:lnTo>
                    <a:pt x="2915373" y="12995"/>
                  </a:lnTo>
                  <a:lnTo>
                    <a:pt x="2956138" y="28526"/>
                  </a:lnTo>
                  <a:lnTo>
                    <a:pt x="2993890" y="49448"/>
                  </a:lnTo>
                  <a:lnTo>
                    <a:pt x="3028151" y="75286"/>
                  </a:lnTo>
                  <a:lnTo>
                    <a:pt x="3058447" y="105564"/>
                  </a:lnTo>
                  <a:lnTo>
                    <a:pt x="3084301" y="139809"/>
                  </a:lnTo>
                  <a:lnTo>
                    <a:pt x="3105238" y="177545"/>
                  </a:lnTo>
                  <a:lnTo>
                    <a:pt x="3120782" y="218299"/>
                  </a:lnTo>
                  <a:lnTo>
                    <a:pt x="3130457" y="261595"/>
                  </a:lnTo>
                  <a:lnTo>
                    <a:pt x="3133788" y="306959"/>
                  </a:lnTo>
                  <a:lnTo>
                    <a:pt x="3133788" y="369188"/>
                  </a:lnTo>
                  <a:lnTo>
                    <a:pt x="3130457" y="414555"/>
                  </a:lnTo>
                  <a:lnTo>
                    <a:pt x="3120782" y="457859"/>
                  </a:lnTo>
                  <a:lnTo>
                    <a:pt x="3105238" y="498625"/>
                  </a:lnTo>
                  <a:lnTo>
                    <a:pt x="3084301" y="536376"/>
                  </a:lnTo>
                  <a:lnTo>
                    <a:pt x="3058447" y="570638"/>
                  </a:lnTo>
                  <a:lnTo>
                    <a:pt x="3028151" y="600933"/>
                  </a:lnTo>
                  <a:lnTo>
                    <a:pt x="2993890" y="626787"/>
                  </a:lnTo>
                  <a:lnTo>
                    <a:pt x="2956138" y="647724"/>
                  </a:lnTo>
                  <a:lnTo>
                    <a:pt x="2915373" y="663268"/>
                  </a:lnTo>
                  <a:lnTo>
                    <a:pt x="2872069" y="672944"/>
                  </a:lnTo>
                  <a:lnTo>
                    <a:pt x="2826702" y="676275"/>
                  </a:lnTo>
                  <a:lnTo>
                    <a:pt x="307060" y="676275"/>
                  </a:lnTo>
                  <a:lnTo>
                    <a:pt x="261685" y="672944"/>
                  </a:lnTo>
                  <a:lnTo>
                    <a:pt x="218378" y="663268"/>
                  </a:lnTo>
                  <a:lnTo>
                    <a:pt x="177612" y="647724"/>
                  </a:lnTo>
                  <a:lnTo>
                    <a:pt x="139863" y="626787"/>
                  </a:lnTo>
                  <a:lnTo>
                    <a:pt x="105607" y="600933"/>
                  </a:lnTo>
                  <a:lnTo>
                    <a:pt x="75317" y="570638"/>
                  </a:lnTo>
                  <a:lnTo>
                    <a:pt x="49469" y="536376"/>
                  </a:lnTo>
                  <a:lnTo>
                    <a:pt x="28539" y="498625"/>
                  </a:lnTo>
                  <a:lnTo>
                    <a:pt x="13000" y="457859"/>
                  </a:lnTo>
                  <a:lnTo>
                    <a:pt x="3329" y="414555"/>
                  </a:lnTo>
                  <a:lnTo>
                    <a:pt x="0" y="369188"/>
                  </a:lnTo>
                  <a:lnTo>
                    <a:pt x="0" y="306959"/>
                  </a:lnTo>
                  <a:close/>
                </a:path>
              </a:pathLst>
            </a:custGeom>
            <a:ln w="7620">
              <a:solidFill>
                <a:srgbClr val="BED2D7"/>
              </a:solidFill>
            </a:ln>
          </p:spPr>
          <p:txBody>
            <a:bodyPr wrap="square" lIns="0" tIns="0" rIns="0" bIns="0" rtlCol="0"/>
            <a:lstStyle/>
            <a:p>
              <a:endParaRPr/>
            </a:p>
          </p:txBody>
        </p:sp>
      </p:grpSp>
      <p:sp>
        <p:nvSpPr>
          <p:cNvPr id="42" name="object 42"/>
          <p:cNvSpPr txBox="1">
            <a:spLocks noGrp="1"/>
          </p:cNvSpPr>
          <p:nvPr>
            <p:ph type="title"/>
          </p:nvPr>
        </p:nvSpPr>
        <p:spPr>
          <a:xfrm>
            <a:off x="61128" y="63273"/>
            <a:ext cx="5083641" cy="567206"/>
          </a:xfrm>
          <a:prstGeom prst="rect">
            <a:avLst/>
          </a:prstGeom>
        </p:spPr>
        <p:txBody>
          <a:bodyPr vert="horz" wrap="square" lIns="0" tIns="195960" rIns="0" bIns="0" rtlCol="0">
            <a:spAutoFit/>
          </a:bodyPr>
          <a:lstStyle/>
          <a:p>
            <a:pPr marL="111125">
              <a:lnSpc>
                <a:spcPct val="100000"/>
              </a:lnSpc>
              <a:spcBef>
                <a:spcPts val="105"/>
              </a:spcBef>
            </a:pPr>
            <a:r>
              <a:rPr spc="-10" dirty="0"/>
              <a:t>PRACTICE</a:t>
            </a:r>
            <a:r>
              <a:rPr lang="en-US" spc="-10" dirty="0"/>
              <a:t> AND BEHAVIOURS</a:t>
            </a:r>
            <a:r>
              <a:rPr spc="-1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013D9E0-C0ED-5667-1301-3648D96EC4DF}"/>
              </a:ext>
            </a:extLst>
          </p:cNvPr>
          <p:cNvGraphicFramePr>
            <a:graphicFrameLocks noGrp="1"/>
          </p:cNvGraphicFramePr>
          <p:nvPr>
            <p:extLst>
              <p:ext uri="{D42A27DB-BD31-4B8C-83A1-F6EECF244321}">
                <p14:modId xmlns:p14="http://schemas.microsoft.com/office/powerpoint/2010/main" val="3304812976"/>
              </p:ext>
            </p:extLst>
          </p:nvPr>
        </p:nvGraphicFramePr>
        <p:xfrm>
          <a:off x="0" y="0"/>
          <a:ext cx="5262563" cy="1932637"/>
        </p:xfrm>
        <a:graphic>
          <a:graphicData uri="http://schemas.openxmlformats.org/drawingml/2006/table">
            <a:tbl>
              <a:tblPr firstRow="1" firstCol="1" bandRow="1">
                <a:tableStyleId>{5C22544A-7EE6-4342-B048-85BDC9FD1C3A}</a:tableStyleId>
              </a:tblPr>
              <a:tblGrid>
                <a:gridCol w="2482901">
                  <a:extLst>
                    <a:ext uri="{9D8B030D-6E8A-4147-A177-3AD203B41FA5}">
                      <a16:colId xmlns:a16="http://schemas.microsoft.com/office/drawing/2014/main" val="2860302727"/>
                    </a:ext>
                  </a:extLst>
                </a:gridCol>
                <a:gridCol w="1434345">
                  <a:extLst>
                    <a:ext uri="{9D8B030D-6E8A-4147-A177-3AD203B41FA5}">
                      <a16:colId xmlns:a16="http://schemas.microsoft.com/office/drawing/2014/main" val="3865749203"/>
                    </a:ext>
                  </a:extLst>
                </a:gridCol>
                <a:gridCol w="1345317">
                  <a:extLst>
                    <a:ext uri="{9D8B030D-6E8A-4147-A177-3AD203B41FA5}">
                      <a16:colId xmlns:a16="http://schemas.microsoft.com/office/drawing/2014/main" val="1966401913"/>
                    </a:ext>
                  </a:extLst>
                </a:gridCol>
              </a:tblGrid>
              <a:tr h="628077">
                <a:tc>
                  <a:txBody>
                    <a:bodyPr/>
                    <a:lstStyle/>
                    <a:p>
                      <a:pPr marL="228600">
                        <a:buNone/>
                      </a:pPr>
                      <a:r>
                        <a:rPr lang="en-IN" sz="1000" kern="100" dirty="0">
                          <a:effectLst/>
                        </a:rPr>
                        <a:t>Have you taken more doses of Antibiotic than prescribed ever?</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N</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GT% </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502779951"/>
                  </a:ext>
                </a:extLst>
              </a:tr>
              <a:tr h="326140">
                <a:tc>
                  <a:txBody>
                    <a:bodyPr/>
                    <a:lstStyle/>
                    <a:p>
                      <a:pPr marL="228600">
                        <a:buNone/>
                      </a:pPr>
                      <a:r>
                        <a:rPr lang="en-IN" sz="1000" kern="100">
                          <a:effectLst/>
                        </a:rPr>
                        <a:t>Yes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11.6%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328332638"/>
                  </a:ext>
                </a:extLst>
              </a:tr>
              <a:tr h="326140">
                <a:tc>
                  <a:txBody>
                    <a:bodyPr/>
                    <a:lstStyle/>
                    <a:p>
                      <a:pPr marL="228600">
                        <a:buNone/>
                      </a:pPr>
                      <a:r>
                        <a:rPr lang="en-IN" sz="1000" kern="100">
                          <a:effectLst/>
                        </a:rPr>
                        <a:t>No</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303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79.7%</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220019963"/>
                  </a:ext>
                </a:extLst>
              </a:tr>
              <a:tr h="326140">
                <a:tc>
                  <a:txBody>
                    <a:bodyPr/>
                    <a:lstStyle/>
                    <a:p>
                      <a:pPr marL="228600">
                        <a:buNone/>
                      </a:pPr>
                      <a:r>
                        <a:rPr lang="en-IN" sz="1000" kern="100">
                          <a:effectLst/>
                        </a:rPr>
                        <a:t>Sometimes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33</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8.7%</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553773531"/>
                  </a:ext>
                </a:extLst>
              </a:tr>
              <a:tr h="326140">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380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217641784"/>
                  </a:ext>
                </a:extLst>
              </a:tr>
            </a:tbl>
          </a:graphicData>
        </a:graphic>
      </p:graphicFrame>
      <p:graphicFrame>
        <p:nvGraphicFramePr>
          <p:cNvPr id="5" name="Chart 4">
            <a:extLst>
              <a:ext uri="{FF2B5EF4-FFF2-40B4-BE49-F238E27FC236}">
                <a16:creationId xmlns:a16="http://schemas.microsoft.com/office/drawing/2014/main" id="{60BA0508-6E80-1644-EC23-8184150939D9}"/>
              </a:ext>
            </a:extLst>
          </p:cNvPr>
          <p:cNvGraphicFramePr/>
          <p:nvPr>
            <p:extLst>
              <p:ext uri="{D42A27DB-BD31-4B8C-83A1-F6EECF244321}">
                <p14:modId xmlns:p14="http://schemas.microsoft.com/office/powerpoint/2010/main" val="3919884800"/>
              </p:ext>
            </p:extLst>
          </p:nvPr>
        </p:nvGraphicFramePr>
        <p:xfrm>
          <a:off x="76200" y="2057400"/>
          <a:ext cx="5486400" cy="30099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817118A-7B49-91DF-082C-DD9426AF4D4C}"/>
              </a:ext>
            </a:extLst>
          </p:cNvPr>
          <p:cNvSpPr txBox="1"/>
          <p:nvPr/>
        </p:nvSpPr>
        <p:spPr>
          <a:xfrm>
            <a:off x="0" y="5105400"/>
            <a:ext cx="6099348" cy="1477328"/>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Most students (79.7%) followed prescribed doses, but 11.6% admitted to taking more, and 8.7% sometimes did. This risky practice may come from thinking higher doses speed recovery but can cause harm and increase antibiotic resistance</a:t>
            </a:r>
          </a:p>
        </p:txBody>
      </p:sp>
      <p:graphicFrame>
        <p:nvGraphicFramePr>
          <p:cNvPr id="8" name="Table 7">
            <a:extLst>
              <a:ext uri="{FF2B5EF4-FFF2-40B4-BE49-F238E27FC236}">
                <a16:creationId xmlns:a16="http://schemas.microsoft.com/office/drawing/2014/main" id="{C2C65DFF-2897-D2CB-8F62-3E21753A8408}"/>
              </a:ext>
            </a:extLst>
          </p:cNvPr>
          <p:cNvGraphicFramePr>
            <a:graphicFrameLocks noGrp="1"/>
          </p:cNvGraphicFramePr>
          <p:nvPr>
            <p:extLst>
              <p:ext uri="{D42A27DB-BD31-4B8C-83A1-F6EECF244321}">
                <p14:modId xmlns:p14="http://schemas.microsoft.com/office/powerpoint/2010/main" val="2942432131"/>
              </p:ext>
            </p:extLst>
          </p:nvPr>
        </p:nvGraphicFramePr>
        <p:xfrm>
          <a:off x="6096000" y="46423"/>
          <a:ext cx="5262563" cy="1889560"/>
        </p:xfrm>
        <a:graphic>
          <a:graphicData uri="http://schemas.openxmlformats.org/drawingml/2006/table">
            <a:tbl>
              <a:tblPr firstRow="1" firstCol="1" bandRow="1">
                <a:tableStyleId>{5C22544A-7EE6-4342-B048-85BDC9FD1C3A}</a:tableStyleId>
              </a:tblPr>
              <a:tblGrid>
                <a:gridCol w="2383981">
                  <a:extLst>
                    <a:ext uri="{9D8B030D-6E8A-4147-A177-3AD203B41FA5}">
                      <a16:colId xmlns:a16="http://schemas.microsoft.com/office/drawing/2014/main" val="3023943988"/>
                    </a:ext>
                  </a:extLst>
                </a:gridCol>
                <a:gridCol w="1434345">
                  <a:extLst>
                    <a:ext uri="{9D8B030D-6E8A-4147-A177-3AD203B41FA5}">
                      <a16:colId xmlns:a16="http://schemas.microsoft.com/office/drawing/2014/main" val="3147693066"/>
                    </a:ext>
                  </a:extLst>
                </a:gridCol>
                <a:gridCol w="1444237">
                  <a:extLst>
                    <a:ext uri="{9D8B030D-6E8A-4147-A177-3AD203B41FA5}">
                      <a16:colId xmlns:a16="http://schemas.microsoft.com/office/drawing/2014/main" val="260675783"/>
                    </a:ext>
                  </a:extLst>
                </a:gridCol>
              </a:tblGrid>
              <a:tr h="614076">
                <a:tc>
                  <a:txBody>
                    <a:bodyPr/>
                    <a:lstStyle/>
                    <a:p>
                      <a:pPr marL="228600">
                        <a:buNone/>
                      </a:pPr>
                      <a:r>
                        <a:rPr lang="en-IN" sz="1000" kern="100" dirty="0">
                          <a:effectLst/>
                        </a:rPr>
                        <a:t>Have you used leftover Antibiotics ever for the same cases?</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GT% </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538627397"/>
                  </a:ext>
                </a:extLst>
              </a:tr>
              <a:tr h="318871">
                <a:tc>
                  <a:txBody>
                    <a:bodyPr/>
                    <a:lstStyle/>
                    <a:p>
                      <a:pPr marL="228600">
                        <a:buNone/>
                      </a:pPr>
                      <a:r>
                        <a:rPr lang="en-IN" sz="1000" kern="100" dirty="0">
                          <a:effectLst/>
                        </a:rPr>
                        <a:t>Yes</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71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18.7%</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860019951"/>
                  </a:ext>
                </a:extLst>
              </a:tr>
              <a:tr h="318871">
                <a:tc>
                  <a:txBody>
                    <a:bodyPr/>
                    <a:lstStyle/>
                    <a:p>
                      <a:pPr marL="228600">
                        <a:buNone/>
                      </a:pPr>
                      <a:r>
                        <a:rPr lang="en-IN" sz="1000" kern="100">
                          <a:effectLst/>
                        </a:rPr>
                        <a:t>No</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254</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66.8%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167544808"/>
                  </a:ext>
                </a:extLst>
              </a:tr>
              <a:tr h="318871">
                <a:tc>
                  <a:txBody>
                    <a:bodyPr/>
                    <a:lstStyle/>
                    <a:p>
                      <a:pPr marL="228600">
                        <a:buNone/>
                      </a:pPr>
                      <a:r>
                        <a:rPr lang="en-IN" sz="1000" kern="100" dirty="0">
                          <a:effectLst/>
                        </a:rPr>
                        <a:t>Sometimes</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55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14.5%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435538460"/>
                  </a:ext>
                </a:extLst>
              </a:tr>
              <a:tr h="318871">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290731176"/>
                  </a:ext>
                </a:extLst>
              </a:tr>
            </a:tbl>
          </a:graphicData>
        </a:graphic>
      </p:graphicFrame>
      <p:graphicFrame>
        <p:nvGraphicFramePr>
          <p:cNvPr id="9" name="Chart 8">
            <a:extLst>
              <a:ext uri="{FF2B5EF4-FFF2-40B4-BE49-F238E27FC236}">
                <a16:creationId xmlns:a16="http://schemas.microsoft.com/office/drawing/2014/main" id="{2C1B3734-1CD5-56C5-5114-EF650EAFA674}"/>
              </a:ext>
            </a:extLst>
          </p:cNvPr>
          <p:cNvGraphicFramePr/>
          <p:nvPr>
            <p:extLst>
              <p:ext uri="{D42A27DB-BD31-4B8C-83A1-F6EECF244321}">
                <p14:modId xmlns:p14="http://schemas.microsoft.com/office/powerpoint/2010/main" val="2475179405"/>
              </p:ext>
            </p:extLst>
          </p:nvPr>
        </p:nvGraphicFramePr>
        <p:xfrm>
          <a:off x="5984081" y="1984131"/>
          <a:ext cx="5486400" cy="2937887"/>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4996C332-B999-899C-3B6B-4CCBE559FD5B}"/>
              </a:ext>
            </a:extLst>
          </p:cNvPr>
          <p:cNvSpPr txBox="1"/>
          <p:nvPr/>
        </p:nvSpPr>
        <p:spPr>
          <a:xfrm>
            <a:off x="6041022" y="4828401"/>
            <a:ext cx="6190622" cy="2031325"/>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About one-third of students reused leftover antibiotics, with 18.7% admitting regular reuse and 14.5% sometimes doing so. This shows poor adherence to prescriptions and fragmented care, leading to incomplete treatments and increased risk of resistance. Leftover use reflects and worsens the problem of shortened antibiotic courses and stockpiling.</a:t>
            </a:r>
            <a:endParaRPr lang="en-IN" dirty="0"/>
          </a:p>
        </p:txBody>
      </p:sp>
    </p:spTree>
    <p:extLst>
      <p:ext uri="{BB962C8B-B14F-4D97-AF65-F5344CB8AC3E}">
        <p14:creationId xmlns:p14="http://schemas.microsoft.com/office/powerpoint/2010/main" val="1279157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3EB9CB-130C-9D78-1DD8-5144288FB26C}"/>
              </a:ext>
            </a:extLst>
          </p:cNvPr>
          <p:cNvGraphicFramePr>
            <a:graphicFrameLocks noGrp="1"/>
          </p:cNvGraphicFramePr>
          <p:nvPr>
            <p:extLst>
              <p:ext uri="{D42A27DB-BD31-4B8C-83A1-F6EECF244321}">
                <p14:modId xmlns:p14="http://schemas.microsoft.com/office/powerpoint/2010/main" val="4042688983"/>
              </p:ext>
            </p:extLst>
          </p:nvPr>
        </p:nvGraphicFramePr>
        <p:xfrm>
          <a:off x="0" y="0"/>
          <a:ext cx="5414963" cy="1789225"/>
        </p:xfrm>
        <a:graphic>
          <a:graphicData uri="http://schemas.openxmlformats.org/drawingml/2006/table">
            <a:tbl>
              <a:tblPr firstRow="1" firstCol="1" bandRow="1">
                <a:tableStyleId>{5C22544A-7EE6-4342-B048-85BDC9FD1C3A}</a:tableStyleId>
              </a:tblPr>
              <a:tblGrid>
                <a:gridCol w="2453019">
                  <a:extLst>
                    <a:ext uri="{9D8B030D-6E8A-4147-A177-3AD203B41FA5}">
                      <a16:colId xmlns:a16="http://schemas.microsoft.com/office/drawing/2014/main" val="3264802526"/>
                    </a:ext>
                  </a:extLst>
                </a:gridCol>
                <a:gridCol w="1475883">
                  <a:extLst>
                    <a:ext uri="{9D8B030D-6E8A-4147-A177-3AD203B41FA5}">
                      <a16:colId xmlns:a16="http://schemas.microsoft.com/office/drawing/2014/main" val="810490903"/>
                    </a:ext>
                  </a:extLst>
                </a:gridCol>
                <a:gridCol w="1486061">
                  <a:extLst>
                    <a:ext uri="{9D8B030D-6E8A-4147-A177-3AD203B41FA5}">
                      <a16:colId xmlns:a16="http://schemas.microsoft.com/office/drawing/2014/main" val="3457782423"/>
                    </a:ext>
                  </a:extLst>
                </a:gridCol>
              </a:tblGrid>
              <a:tr h="750289">
                <a:tc>
                  <a:txBody>
                    <a:bodyPr/>
                    <a:lstStyle/>
                    <a:p>
                      <a:pPr marL="228600">
                        <a:buNone/>
                      </a:pPr>
                      <a:r>
                        <a:rPr lang="en-IN" sz="1000" kern="100" dirty="0">
                          <a:effectLst/>
                        </a:rPr>
                        <a:t> Have you consumed peer's/other's Antibiotics for similar symptoms/illness?</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N</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GT%</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919194576"/>
                  </a:ext>
                </a:extLst>
              </a:tr>
              <a:tr h="259734">
                <a:tc>
                  <a:txBody>
                    <a:bodyPr/>
                    <a:lstStyle/>
                    <a:p>
                      <a:pPr marL="228600">
                        <a:buNone/>
                      </a:pPr>
                      <a:r>
                        <a:rPr lang="en-IN" sz="1000" kern="100">
                          <a:effectLst/>
                        </a:rPr>
                        <a:t>Yes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66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17.4%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966234200"/>
                  </a:ext>
                </a:extLst>
              </a:tr>
              <a:tr h="259734">
                <a:tc>
                  <a:txBody>
                    <a:bodyPr/>
                    <a:lstStyle/>
                    <a:p>
                      <a:pPr marL="228600">
                        <a:buNone/>
                      </a:pPr>
                      <a:r>
                        <a:rPr lang="en-IN" sz="1000" kern="100">
                          <a:effectLst/>
                        </a:rPr>
                        <a:t>No</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234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61.6%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339796791"/>
                  </a:ext>
                </a:extLst>
              </a:tr>
              <a:tr h="259734">
                <a:tc>
                  <a:txBody>
                    <a:bodyPr/>
                    <a:lstStyle/>
                    <a:p>
                      <a:pPr marL="228600">
                        <a:buNone/>
                      </a:pPr>
                      <a:r>
                        <a:rPr lang="en-IN" sz="1000" kern="100">
                          <a:effectLst/>
                        </a:rPr>
                        <a:t>Sometimes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21.1%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66479874"/>
                  </a:ext>
                </a:extLst>
              </a:tr>
              <a:tr h="259734">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060092917"/>
                  </a:ext>
                </a:extLst>
              </a:tr>
            </a:tbl>
          </a:graphicData>
        </a:graphic>
      </p:graphicFrame>
      <p:graphicFrame>
        <p:nvGraphicFramePr>
          <p:cNvPr id="5" name="Chart 4">
            <a:extLst>
              <a:ext uri="{FF2B5EF4-FFF2-40B4-BE49-F238E27FC236}">
                <a16:creationId xmlns:a16="http://schemas.microsoft.com/office/drawing/2014/main" id="{43AB6D89-B276-C1D7-8418-4999528561EC}"/>
              </a:ext>
            </a:extLst>
          </p:cNvPr>
          <p:cNvGraphicFramePr/>
          <p:nvPr>
            <p:extLst>
              <p:ext uri="{D42A27DB-BD31-4B8C-83A1-F6EECF244321}">
                <p14:modId xmlns:p14="http://schemas.microsoft.com/office/powerpoint/2010/main" val="1634920632"/>
              </p:ext>
            </p:extLst>
          </p:nvPr>
        </p:nvGraphicFramePr>
        <p:xfrm>
          <a:off x="0" y="1755903"/>
          <a:ext cx="5486400" cy="32004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ECC76693-CE07-64AE-3BB9-AE87F6AE690B}"/>
              </a:ext>
            </a:extLst>
          </p:cNvPr>
          <p:cNvSpPr txBox="1"/>
          <p:nvPr/>
        </p:nvSpPr>
        <p:spPr>
          <a:xfrm>
            <a:off x="1676" y="4963840"/>
            <a:ext cx="6094324" cy="1754326"/>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Nearly 40% of students have used antibiotics prescribed for others, with 17.4% admitting regular use and 21.1% sometimes doing so. This risky behavior bypasses proper diagnosis and promotes symptom-based treatment instead of individualized care, highlighting misuse outside medical supervision</a:t>
            </a:r>
            <a:endParaRPr lang="en-IN" dirty="0"/>
          </a:p>
        </p:txBody>
      </p:sp>
      <p:graphicFrame>
        <p:nvGraphicFramePr>
          <p:cNvPr id="8" name="Table 7">
            <a:extLst>
              <a:ext uri="{FF2B5EF4-FFF2-40B4-BE49-F238E27FC236}">
                <a16:creationId xmlns:a16="http://schemas.microsoft.com/office/drawing/2014/main" id="{F00A466F-4B77-E0D6-E37F-6F55ADBF0A5F}"/>
              </a:ext>
            </a:extLst>
          </p:cNvPr>
          <p:cNvGraphicFramePr>
            <a:graphicFrameLocks noGrp="1"/>
          </p:cNvGraphicFramePr>
          <p:nvPr>
            <p:extLst>
              <p:ext uri="{D42A27DB-BD31-4B8C-83A1-F6EECF244321}">
                <p14:modId xmlns:p14="http://schemas.microsoft.com/office/powerpoint/2010/main" val="3335099207"/>
              </p:ext>
            </p:extLst>
          </p:nvPr>
        </p:nvGraphicFramePr>
        <p:xfrm>
          <a:off x="6096000" y="0"/>
          <a:ext cx="5715000" cy="2057398"/>
        </p:xfrm>
        <a:graphic>
          <a:graphicData uri="http://schemas.openxmlformats.org/drawingml/2006/table">
            <a:tbl>
              <a:tblPr firstRow="1" firstCol="1" bandRow="1">
                <a:tableStyleId>{5C22544A-7EE6-4342-B048-85BDC9FD1C3A}</a:tableStyleId>
              </a:tblPr>
              <a:tblGrid>
                <a:gridCol w="2588938">
                  <a:extLst>
                    <a:ext uri="{9D8B030D-6E8A-4147-A177-3AD203B41FA5}">
                      <a16:colId xmlns:a16="http://schemas.microsoft.com/office/drawing/2014/main" val="2014466461"/>
                    </a:ext>
                  </a:extLst>
                </a:gridCol>
                <a:gridCol w="1557660">
                  <a:extLst>
                    <a:ext uri="{9D8B030D-6E8A-4147-A177-3AD203B41FA5}">
                      <a16:colId xmlns:a16="http://schemas.microsoft.com/office/drawing/2014/main" val="371544308"/>
                    </a:ext>
                  </a:extLst>
                </a:gridCol>
                <a:gridCol w="1568402">
                  <a:extLst>
                    <a:ext uri="{9D8B030D-6E8A-4147-A177-3AD203B41FA5}">
                      <a16:colId xmlns:a16="http://schemas.microsoft.com/office/drawing/2014/main" val="4182448962"/>
                    </a:ext>
                  </a:extLst>
                </a:gridCol>
              </a:tblGrid>
              <a:tr h="736890">
                <a:tc>
                  <a:txBody>
                    <a:bodyPr/>
                    <a:lstStyle/>
                    <a:p>
                      <a:pPr marL="228600">
                        <a:buNone/>
                      </a:pPr>
                      <a:r>
                        <a:rPr lang="en-IN" sz="1000" kern="100" dirty="0">
                          <a:effectLst/>
                        </a:rPr>
                        <a:t>Which of the following Antibiotics you have consumed till now?</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N</a:t>
                      </a:r>
                    </a:p>
                    <a:p>
                      <a:pPr marL="228600">
                        <a:buNone/>
                      </a:pPr>
                      <a:r>
                        <a:rPr lang="en-IN" sz="1000" kern="100">
                          <a:effectLst/>
                        </a:rPr>
                        <a:t> </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GT% </a:t>
                      </a:r>
                    </a:p>
                    <a:p>
                      <a:pPr marL="228600">
                        <a:buNone/>
                      </a:pPr>
                      <a:r>
                        <a:rPr lang="en-IN" sz="1000" kern="100" dirty="0">
                          <a:effectLst/>
                        </a:rPr>
                        <a:t> </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extLst>
                  <a:ext uri="{0D108BD9-81ED-4DB2-BD59-A6C34878D82A}">
                    <a16:rowId xmlns:a16="http://schemas.microsoft.com/office/drawing/2014/main" val="2316504960"/>
                  </a:ext>
                </a:extLst>
              </a:tr>
              <a:tr h="188644">
                <a:tc>
                  <a:txBody>
                    <a:bodyPr/>
                    <a:lstStyle/>
                    <a:p>
                      <a:pPr marL="228600">
                        <a:buNone/>
                      </a:pPr>
                      <a:r>
                        <a:rPr lang="en-IN" sz="1000" kern="100">
                          <a:effectLst/>
                        </a:rPr>
                        <a:t>Azithromycin</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179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47.1%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131387013"/>
                  </a:ext>
                </a:extLst>
              </a:tr>
              <a:tr h="188644">
                <a:tc>
                  <a:txBody>
                    <a:bodyPr/>
                    <a:lstStyle/>
                    <a:p>
                      <a:pPr marL="228600">
                        <a:buNone/>
                      </a:pPr>
                      <a:r>
                        <a:rPr lang="en-IN" sz="1000" kern="100">
                          <a:effectLst/>
                        </a:rPr>
                        <a:t>Ofloxacin</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74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19.5%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031887748"/>
                  </a:ext>
                </a:extLst>
              </a:tr>
              <a:tr h="188644">
                <a:tc>
                  <a:txBody>
                    <a:bodyPr/>
                    <a:lstStyle/>
                    <a:p>
                      <a:pPr marL="228600">
                        <a:buNone/>
                      </a:pPr>
                      <a:r>
                        <a:rPr lang="en-IN" sz="1000" kern="100">
                          <a:effectLst/>
                        </a:rPr>
                        <a:t>Cefixime</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66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17.4%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763319156"/>
                  </a:ext>
                </a:extLst>
              </a:tr>
              <a:tr h="188644">
                <a:tc>
                  <a:txBody>
                    <a:bodyPr/>
                    <a:lstStyle/>
                    <a:p>
                      <a:pPr marL="228600">
                        <a:buNone/>
                      </a:pPr>
                      <a:r>
                        <a:rPr lang="en-IN" sz="1000" kern="100">
                          <a:effectLst/>
                        </a:rPr>
                        <a:t>Norfloxacin</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34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8.9%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200716778"/>
                  </a:ext>
                </a:extLst>
              </a:tr>
              <a:tr h="188644">
                <a:tc>
                  <a:txBody>
                    <a:bodyPr/>
                    <a:lstStyle/>
                    <a:p>
                      <a:pPr marL="228600">
                        <a:buNone/>
                      </a:pPr>
                      <a:r>
                        <a:rPr lang="en-IN" sz="1000" kern="100">
                          <a:effectLst/>
                        </a:rPr>
                        <a:t>Amoxycillin</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129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33.9%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62400755"/>
                  </a:ext>
                </a:extLst>
              </a:tr>
              <a:tr h="188644">
                <a:tc>
                  <a:txBody>
                    <a:bodyPr/>
                    <a:lstStyle/>
                    <a:p>
                      <a:pPr marL="228600">
                        <a:buNone/>
                      </a:pPr>
                      <a:r>
                        <a:rPr lang="en-IN" sz="1000" kern="100">
                          <a:effectLst/>
                        </a:rPr>
                        <a:t>All of the above</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54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14.2%</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33729885"/>
                  </a:ext>
                </a:extLst>
              </a:tr>
              <a:tr h="188644">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536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141%</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074286044"/>
                  </a:ext>
                </a:extLst>
              </a:tr>
            </a:tbl>
          </a:graphicData>
        </a:graphic>
      </p:graphicFrame>
      <p:graphicFrame>
        <p:nvGraphicFramePr>
          <p:cNvPr id="9" name="Chart 8">
            <a:extLst>
              <a:ext uri="{FF2B5EF4-FFF2-40B4-BE49-F238E27FC236}">
                <a16:creationId xmlns:a16="http://schemas.microsoft.com/office/drawing/2014/main" id="{59981349-0E12-4973-E95B-D41A02BCF727}"/>
              </a:ext>
            </a:extLst>
          </p:cNvPr>
          <p:cNvGraphicFramePr/>
          <p:nvPr>
            <p:extLst>
              <p:ext uri="{D42A27DB-BD31-4B8C-83A1-F6EECF244321}">
                <p14:modId xmlns:p14="http://schemas.microsoft.com/office/powerpoint/2010/main" val="4218195657"/>
              </p:ext>
            </p:extLst>
          </p:nvPr>
        </p:nvGraphicFramePr>
        <p:xfrm>
          <a:off x="6060281" y="1930167"/>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B5F08662-6E97-20DD-1CB9-D6A7B2396183}"/>
              </a:ext>
            </a:extLst>
          </p:cNvPr>
          <p:cNvSpPr txBox="1"/>
          <p:nvPr/>
        </p:nvSpPr>
        <p:spPr>
          <a:xfrm>
            <a:off x="6025949" y="4963840"/>
            <a:ext cx="6114422" cy="1754326"/>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Azithromycin was the most used antibiotic (47.1%), followed by Amoxicillin (33.9%), Ofloxacin (19.5%), Cefixime (17.4%), and Norfloxacin (8.9%). Some students (14.2%) used all these antibiotic types, showing wide exposure and frequent use. This broad antibiotic use raises concerns about overuse and resistance risk in the community</a:t>
            </a:r>
            <a:endParaRPr lang="en-IN" dirty="0"/>
          </a:p>
        </p:txBody>
      </p:sp>
    </p:spTree>
    <p:extLst>
      <p:ext uri="{BB962C8B-B14F-4D97-AF65-F5344CB8AC3E}">
        <p14:creationId xmlns:p14="http://schemas.microsoft.com/office/powerpoint/2010/main" val="3113258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E6C74BE-5277-2921-52C2-F94652DD5734}"/>
              </a:ext>
            </a:extLst>
          </p:cNvPr>
          <p:cNvGraphicFramePr>
            <a:graphicFrameLocks noGrp="1"/>
          </p:cNvGraphicFramePr>
          <p:nvPr>
            <p:extLst>
              <p:ext uri="{D42A27DB-BD31-4B8C-83A1-F6EECF244321}">
                <p14:modId xmlns:p14="http://schemas.microsoft.com/office/powerpoint/2010/main" val="2092490602"/>
              </p:ext>
            </p:extLst>
          </p:nvPr>
        </p:nvGraphicFramePr>
        <p:xfrm>
          <a:off x="8374" y="0"/>
          <a:ext cx="5406589" cy="1600198"/>
        </p:xfrm>
        <a:graphic>
          <a:graphicData uri="http://schemas.openxmlformats.org/drawingml/2006/table">
            <a:tbl>
              <a:tblPr firstRow="1" firstCol="1" bandRow="1">
                <a:tableStyleId>{5C22544A-7EE6-4342-B048-85BDC9FD1C3A}</a:tableStyleId>
              </a:tblPr>
              <a:tblGrid>
                <a:gridCol w="2449226">
                  <a:extLst>
                    <a:ext uri="{9D8B030D-6E8A-4147-A177-3AD203B41FA5}">
                      <a16:colId xmlns:a16="http://schemas.microsoft.com/office/drawing/2014/main" val="1717451383"/>
                    </a:ext>
                  </a:extLst>
                </a:gridCol>
                <a:gridCol w="1473600">
                  <a:extLst>
                    <a:ext uri="{9D8B030D-6E8A-4147-A177-3AD203B41FA5}">
                      <a16:colId xmlns:a16="http://schemas.microsoft.com/office/drawing/2014/main" val="2721381528"/>
                    </a:ext>
                  </a:extLst>
                </a:gridCol>
                <a:gridCol w="1483763">
                  <a:extLst>
                    <a:ext uri="{9D8B030D-6E8A-4147-A177-3AD203B41FA5}">
                      <a16:colId xmlns:a16="http://schemas.microsoft.com/office/drawing/2014/main" val="1553459242"/>
                    </a:ext>
                  </a:extLst>
                </a:gridCol>
              </a:tblGrid>
              <a:tr h="671022">
                <a:tc>
                  <a:txBody>
                    <a:bodyPr/>
                    <a:lstStyle/>
                    <a:p>
                      <a:pPr marL="228600">
                        <a:buNone/>
                      </a:pPr>
                      <a:r>
                        <a:rPr lang="en-IN" sz="1000" kern="100" dirty="0">
                          <a:effectLst/>
                        </a:rPr>
                        <a:t>Have you discontinued Antibiotics before the completion of prescribed duration of course?</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N</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GT% </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542126210"/>
                  </a:ext>
                </a:extLst>
              </a:tr>
              <a:tr h="232294">
                <a:tc>
                  <a:txBody>
                    <a:bodyPr/>
                    <a:lstStyle/>
                    <a:p>
                      <a:pPr marL="228600">
                        <a:buNone/>
                      </a:pPr>
                      <a:r>
                        <a:rPr lang="en-IN" sz="1000" kern="100">
                          <a:effectLst/>
                        </a:rPr>
                        <a:t>Yes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116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30.5%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546439114"/>
                  </a:ext>
                </a:extLst>
              </a:tr>
              <a:tr h="232294">
                <a:tc>
                  <a:txBody>
                    <a:bodyPr/>
                    <a:lstStyle/>
                    <a:p>
                      <a:pPr marL="228600">
                        <a:buNone/>
                      </a:pPr>
                      <a:r>
                        <a:rPr lang="en-IN" sz="1000" kern="100">
                          <a:effectLst/>
                        </a:rPr>
                        <a:t>No</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184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48.4%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70313246"/>
                  </a:ext>
                </a:extLst>
              </a:tr>
              <a:tr h="232294">
                <a:tc>
                  <a:txBody>
                    <a:bodyPr/>
                    <a:lstStyle/>
                    <a:p>
                      <a:pPr marL="228600">
                        <a:buNone/>
                      </a:pPr>
                      <a:r>
                        <a:rPr lang="en-IN" sz="1000" kern="100">
                          <a:effectLst/>
                        </a:rPr>
                        <a:t>Sometimes</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21.1%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579140121"/>
                  </a:ext>
                </a:extLst>
              </a:tr>
              <a:tr h="232294">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380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100%</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831008186"/>
                  </a:ext>
                </a:extLst>
              </a:tr>
            </a:tbl>
          </a:graphicData>
        </a:graphic>
      </p:graphicFrame>
      <p:graphicFrame>
        <p:nvGraphicFramePr>
          <p:cNvPr id="5" name="Chart 4">
            <a:extLst>
              <a:ext uri="{FF2B5EF4-FFF2-40B4-BE49-F238E27FC236}">
                <a16:creationId xmlns:a16="http://schemas.microsoft.com/office/drawing/2014/main" id="{AA2A3624-2DF4-F3C0-4181-6EEDC9131C03}"/>
              </a:ext>
            </a:extLst>
          </p:cNvPr>
          <p:cNvGraphicFramePr/>
          <p:nvPr>
            <p:extLst>
              <p:ext uri="{D42A27DB-BD31-4B8C-83A1-F6EECF244321}">
                <p14:modId xmlns:p14="http://schemas.microsoft.com/office/powerpoint/2010/main" val="322527238"/>
              </p:ext>
            </p:extLst>
          </p:nvPr>
        </p:nvGraphicFramePr>
        <p:xfrm>
          <a:off x="8374" y="1620295"/>
          <a:ext cx="5486400" cy="32004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3CA76218-907C-FBA9-3CB1-A0AFEB9CC3E7}"/>
              </a:ext>
            </a:extLst>
          </p:cNvPr>
          <p:cNvSpPr txBox="1"/>
          <p:nvPr/>
        </p:nvSpPr>
        <p:spPr>
          <a:xfrm>
            <a:off x="145701" y="5029200"/>
            <a:ext cx="6094324" cy="1754326"/>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Out of 380 students, 48.4% always completed their antibiotic course, while 30.5% stopped early and 21.1% sometimes did. This means over half didn’t fully finish treatment, risking incomplete infection clearance and increased resistance due to symptom-based stopping rather than following guidelines</a:t>
            </a:r>
            <a:endParaRPr lang="en-IN" dirty="0"/>
          </a:p>
        </p:txBody>
      </p:sp>
      <p:graphicFrame>
        <p:nvGraphicFramePr>
          <p:cNvPr id="10" name="Table 9">
            <a:extLst>
              <a:ext uri="{FF2B5EF4-FFF2-40B4-BE49-F238E27FC236}">
                <a16:creationId xmlns:a16="http://schemas.microsoft.com/office/drawing/2014/main" id="{9952A905-5018-4FE1-C84E-0BDA1CB2429B}"/>
              </a:ext>
            </a:extLst>
          </p:cNvPr>
          <p:cNvGraphicFramePr>
            <a:graphicFrameLocks noGrp="1"/>
          </p:cNvGraphicFramePr>
          <p:nvPr>
            <p:extLst>
              <p:ext uri="{D42A27DB-BD31-4B8C-83A1-F6EECF244321}">
                <p14:modId xmlns:p14="http://schemas.microsoft.com/office/powerpoint/2010/main" val="707926534"/>
              </p:ext>
            </p:extLst>
          </p:nvPr>
        </p:nvGraphicFramePr>
        <p:xfrm>
          <a:off x="6100187" y="0"/>
          <a:ext cx="5634613" cy="1800330"/>
        </p:xfrm>
        <a:graphic>
          <a:graphicData uri="http://schemas.openxmlformats.org/drawingml/2006/table">
            <a:tbl>
              <a:tblPr firstRow="1" firstCol="1" bandRow="1">
                <a:tableStyleId>{5C22544A-7EE6-4342-B048-85BDC9FD1C3A}</a:tableStyleId>
              </a:tblPr>
              <a:tblGrid>
                <a:gridCol w="2552522">
                  <a:extLst>
                    <a:ext uri="{9D8B030D-6E8A-4147-A177-3AD203B41FA5}">
                      <a16:colId xmlns:a16="http://schemas.microsoft.com/office/drawing/2014/main" val="4103094270"/>
                    </a:ext>
                  </a:extLst>
                </a:gridCol>
                <a:gridCol w="1535750">
                  <a:extLst>
                    <a:ext uri="{9D8B030D-6E8A-4147-A177-3AD203B41FA5}">
                      <a16:colId xmlns:a16="http://schemas.microsoft.com/office/drawing/2014/main" val="12075788"/>
                    </a:ext>
                  </a:extLst>
                </a:gridCol>
                <a:gridCol w="1546341">
                  <a:extLst>
                    <a:ext uri="{9D8B030D-6E8A-4147-A177-3AD203B41FA5}">
                      <a16:colId xmlns:a16="http://schemas.microsoft.com/office/drawing/2014/main" val="4018903980"/>
                    </a:ext>
                  </a:extLst>
                </a:gridCol>
              </a:tblGrid>
              <a:tr h="585078">
                <a:tc>
                  <a:txBody>
                    <a:bodyPr/>
                    <a:lstStyle/>
                    <a:p>
                      <a:pPr marL="228600">
                        <a:buNone/>
                      </a:pPr>
                      <a:r>
                        <a:rPr lang="en-IN" sz="1000" kern="100" dirty="0">
                          <a:effectLst/>
                        </a:rPr>
                        <a:t> For which of the following illness you usually consume Antibiotics without consulting a doctor?</a:t>
                      </a:r>
                      <a:endParaRPr lang="en-IN" sz="10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N</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GT% </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4065225035"/>
                  </a:ext>
                </a:extLst>
              </a:tr>
              <a:tr h="202542">
                <a:tc>
                  <a:txBody>
                    <a:bodyPr/>
                    <a:lstStyle/>
                    <a:p>
                      <a:pPr marL="228600">
                        <a:buNone/>
                      </a:pPr>
                      <a:r>
                        <a:rPr lang="en-IN" sz="1000" kern="100">
                          <a:effectLst/>
                        </a:rPr>
                        <a:t>Common cold</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buNone/>
                      </a:pPr>
                      <a:r>
                        <a:rPr lang="en-IN" sz="1000" kern="100">
                          <a:effectLst/>
                        </a:rPr>
                        <a:t>                  188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49.5%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466926383"/>
                  </a:ext>
                </a:extLst>
              </a:tr>
              <a:tr h="202542">
                <a:tc>
                  <a:txBody>
                    <a:bodyPr/>
                    <a:lstStyle/>
                    <a:p>
                      <a:pPr marL="228600">
                        <a:buNone/>
                      </a:pPr>
                      <a:r>
                        <a:rPr lang="en-IN" sz="1000" kern="100">
                          <a:effectLst/>
                        </a:rPr>
                        <a:t>Throat Infection</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buNone/>
                      </a:pPr>
                      <a:r>
                        <a:rPr lang="en-IN" sz="1000" kern="100">
                          <a:effectLst/>
                        </a:rPr>
                        <a:t>                  148</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38.9%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315806276"/>
                  </a:ext>
                </a:extLst>
              </a:tr>
              <a:tr h="202542">
                <a:tc>
                  <a:txBody>
                    <a:bodyPr/>
                    <a:lstStyle/>
                    <a:p>
                      <a:pPr marL="228600">
                        <a:buNone/>
                      </a:pPr>
                      <a:r>
                        <a:rPr lang="en-IN" sz="1000" kern="100">
                          <a:effectLst/>
                        </a:rPr>
                        <a:t>Stomach Infection</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51</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13.4%</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3272704063"/>
                  </a:ext>
                </a:extLst>
              </a:tr>
              <a:tr h="202542">
                <a:tc>
                  <a:txBody>
                    <a:bodyPr/>
                    <a:lstStyle/>
                    <a:p>
                      <a:pPr marL="228600">
                        <a:buNone/>
                      </a:pPr>
                      <a:r>
                        <a:rPr lang="en-IN" sz="1000" kern="100">
                          <a:effectLst/>
                        </a:rPr>
                        <a:t>Diarrhoea/Dysentry</a:t>
                      </a:r>
                      <a:endParaRPr lang="en-IN" sz="1000" kern="10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9352" marR="59352" marT="0" marB="0"/>
                </a:tc>
                <a:tc>
                  <a:txBody>
                    <a:bodyPr/>
                    <a:lstStyle/>
                    <a:p>
                      <a:pPr marL="228600" algn="ctr">
                        <a:buNone/>
                      </a:pPr>
                      <a:r>
                        <a:rPr lang="en-IN" sz="1000" kern="100">
                          <a:effectLst/>
                        </a:rPr>
                        <a:t>40</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10.5%</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707963514"/>
                  </a:ext>
                </a:extLst>
              </a:tr>
              <a:tr h="202542">
                <a:tc>
                  <a:txBody>
                    <a:bodyPr/>
                    <a:lstStyle/>
                    <a:p>
                      <a:pPr marL="228600">
                        <a:buNone/>
                      </a:pPr>
                      <a:r>
                        <a:rPr lang="en-IN" sz="1000" kern="100">
                          <a:effectLst/>
                        </a:rPr>
                        <a:t>I don’t</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59</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15.6%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1729572344"/>
                  </a:ext>
                </a:extLst>
              </a:tr>
              <a:tr h="202542">
                <a:tc>
                  <a:txBody>
                    <a:bodyPr/>
                    <a:lstStyle/>
                    <a:p>
                      <a:pPr marL="228600">
                        <a:buNone/>
                      </a:pPr>
                      <a:r>
                        <a:rPr lang="en-IN" sz="1000" kern="100">
                          <a:effectLst/>
                        </a:rPr>
                        <a:t>Total</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a:effectLst/>
                        </a:rPr>
                        <a:t>486</a:t>
                      </a:r>
                      <a:endParaRPr lang="en-IN" sz="10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tc>
                  <a:txBody>
                    <a:bodyPr/>
                    <a:lstStyle/>
                    <a:p>
                      <a:pPr marL="228600" algn="ctr">
                        <a:buNone/>
                      </a:pPr>
                      <a:r>
                        <a:rPr lang="en-IN" sz="1000" kern="100" dirty="0">
                          <a:effectLst/>
                        </a:rPr>
                        <a:t>127.9%</a:t>
                      </a:r>
                      <a:endParaRPr lang="en-IN" sz="1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352" marR="59352" marT="0" marB="0"/>
                </a:tc>
                <a:extLst>
                  <a:ext uri="{0D108BD9-81ED-4DB2-BD59-A6C34878D82A}">
                    <a16:rowId xmlns:a16="http://schemas.microsoft.com/office/drawing/2014/main" val="2482458396"/>
                  </a:ext>
                </a:extLst>
              </a:tr>
            </a:tbl>
          </a:graphicData>
        </a:graphic>
      </p:graphicFrame>
      <p:graphicFrame>
        <p:nvGraphicFramePr>
          <p:cNvPr id="11" name="Chart 10">
            <a:extLst>
              <a:ext uri="{FF2B5EF4-FFF2-40B4-BE49-F238E27FC236}">
                <a16:creationId xmlns:a16="http://schemas.microsoft.com/office/drawing/2014/main" id="{855FA72B-D1DD-22EA-FF03-B48B1B90F275}"/>
              </a:ext>
            </a:extLst>
          </p:cNvPr>
          <p:cNvGraphicFramePr/>
          <p:nvPr>
            <p:extLst>
              <p:ext uri="{D42A27DB-BD31-4B8C-83A1-F6EECF244321}">
                <p14:modId xmlns:p14="http://schemas.microsoft.com/office/powerpoint/2010/main" val="1990009578"/>
              </p:ext>
            </p:extLst>
          </p:nvPr>
        </p:nvGraphicFramePr>
        <p:xfrm>
          <a:off x="6110235" y="1800330"/>
          <a:ext cx="5486400" cy="307647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FFDD2C8E-E65E-69BE-F2FA-CB92A5284740}"/>
              </a:ext>
            </a:extLst>
          </p:cNvPr>
          <p:cNvSpPr txBox="1"/>
          <p:nvPr/>
        </p:nvSpPr>
        <p:spPr>
          <a:xfrm>
            <a:off x="6110235" y="4876800"/>
            <a:ext cx="6094324" cy="1754326"/>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fkGroteskNeue"/>
              </a:rPr>
              <a:t>Most common self-medicated illnesses were common cold (49.5%) and throat infections (38.9%), followed by stomach infections (13.4%) and diarrhea (10.5%). About 15.6% never self-medicated. This shows many use antibiotics wrongly, especially for viral illnesses, contributing to resistance.</a:t>
            </a:r>
          </a:p>
          <a:p>
            <a:endParaRPr lang="en-IN" dirty="0"/>
          </a:p>
        </p:txBody>
      </p:sp>
    </p:spTree>
    <p:extLst>
      <p:ext uri="{BB962C8B-B14F-4D97-AF65-F5344CB8AC3E}">
        <p14:creationId xmlns:p14="http://schemas.microsoft.com/office/powerpoint/2010/main" val="2734886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1973897"/>
            <a:ext cx="11795125" cy="4154170"/>
          </a:xfrm>
          <a:prstGeom prst="rect">
            <a:avLst/>
          </a:prstGeom>
        </p:spPr>
        <p:txBody>
          <a:bodyPr vert="horz" wrap="square" lIns="0" tIns="12700" rIns="0" bIns="0" rtlCol="0">
            <a:spAutoFit/>
          </a:bodyPr>
          <a:lstStyle/>
          <a:p>
            <a:pPr marL="91440" indent="-88900">
              <a:lnSpc>
                <a:spcPct val="100000"/>
              </a:lnSpc>
              <a:spcBef>
                <a:spcPts val="100"/>
              </a:spcBef>
              <a:buSzPct val="94444"/>
              <a:buFont typeface="Arial MT"/>
              <a:buChar char="•"/>
              <a:tabLst>
                <a:tab pos="91440" algn="l"/>
              </a:tabLst>
            </a:pPr>
            <a:r>
              <a:rPr sz="1800" b="1" dirty="0">
                <a:latin typeface="Arial"/>
                <a:cs typeface="Arial"/>
              </a:rPr>
              <a:t>High</a:t>
            </a:r>
            <a:r>
              <a:rPr sz="1800" b="1" spc="-114" dirty="0">
                <a:latin typeface="Arial"/>
                <a:cs typeface="Arial"/>
              </a:rPr>
              <a:t> </a:t>
            </a:r>
            <a:r>
              <a:rPr sz="1800" b="1" dirty="0">
                <a:latin typeface="Arial"/>
                <a:cs typeface="Arial"/>
              </a:rPr>
              <a:t>Awareness,</a:t>
            </a:r>
            <a:r>
              <a:rPr sz="1800" b="1" spc="30" dirty="0">
                <a:latin typeface="Arial"/>
                <a:cs typeface="Arial"/>
              </a:rPr>
              <a:t> </a:t>
            </a:r>
            <a:r>
              <a:rPr sz="1800" b="1" dirty="0">
                <a:latin typeface="Arial"/>
                <a:cs typeface="Arial"/>
              </a:rPr>
              <a:t>Low</a:t>
            </a:r>
            <a:r>
              <a:rPr sz="1800" b="1" spc="-45" dirty="0">
                <a:latin typeface="Arial"/>
                <a:cs typeface="Arial"/>
              </a:rPr>
              <a:t> </a:t>
            </a:r>
            <a:r>
              <a:rPr sz="1800" b="1" dirty="0">
                <a:latin typeface="Arial"/>
                <a:cs typeface="Arial"/>
              </a:rPr>
              <a:t>Understanding:</a:t>
            </a:r>
            <a:r>
              <a:rPr sz="1800" b="1" spc="-75" dirty="0">
                <a:latin typeface="Arial"/>
                <a:cs typeface="Arial"/>
              </a:rPr>
              <a:t> </a:t>
            </a:r>
            <a:r>
              <a:rPr sz="1800" dirty="0">
                <a:latin typeface="Arial MT"/>
                <a:cs typeface="Arial MT"/>
              </a:rPr>
              <a:t>While</a:t>
            </a:r>
            <a:r>
              <a:rPr sz="1800" spc="-20" dirty="0">
                <a:latin typeface="Arial MT"/>
                <a:cs typeface="Arial MT"/>
              </a:rPr>
              <a:t> </a:t>
            </a:r>
            <a:r>
              <a:rPr sz="1800" dirty="0">
                <a:latin typeface="Arial MT"/>
                <a:cs typeface="Arial MT"/>
              </a:rPr>
              <a:t>nearly</a:t>
            </a:r>
            <a:r>
              <a:rPr sz="1800" spc="-10" dirty="0">
                <a:latin typeface="Arial MT"/>
                <a:cs typeface="Arial MT"/>
              </a:rPr>
              <a:t> </a:t>
            </a:r>
            <a:r>
              <a:rPr sz="1800" b="1" dirty="0">
                <a:latin typeface="Arial"/>
                <a:cs typeface="Arial"/>
              </a:rPr>
              <a:t>99%</a:t>
            </a:r>
            <a:r>
              <a:rPr sz="1800" b="1" spc="-40" dirty="0">
                <a:latin typeface="Arial"/>
                <a:cs typeface="Arial"/>
              </a:rPr>
              <a:t> </a:t>
            </a:r>
            <a:r>
              <a:rPr sz="1800" dirty="0">
                <a:latin typeface="Arial MT"/>
                <a:cs typeface="Arial MT"/>
              </a:rPr>
              <a:t>of</a:t>
            </a:r>
            <a:r>
              <a:rPr sz="1800" spc="20" dirty="0">
                <a:latin typeface="Arial MT"/>
                <a:cs typeface="Arial MT"/>
              </a:rPr>
              <a:t> </a:t>
            </a:r>
            <a:r>
              <a:rPr sz="1800" dirty="0">
                <a:latin typeface="Arial MT"/>
                <a:cs typeface="Arial MT"/>
              </a:rPr>
              <a:t>Indian</a:t>
            </a:r>
            <a:r>
              <a:rPr sz="1800" spc="-20" dirty="0">
                <a:latin typeface="Arial MT"/>
                <a:cs typeface="Arial MT"/>
              </a:rPr>
              <a:t> </a:t>
            </a:r>
            <a:r>
              <a:rPr sz="1800" dirty="0">
                <a:latin typeface="Arial MT"/>
                <a:cs typeface="Arial MT"/>
              </a:rPr>
              <a:t>students were</a:t>
            </a:r>
            <a:r>
              <a:rPr sz="1800" spc="-25" dirty="0">
                <a:latin typeface="Arial MT"/>
                <a:cs typeface="Arial MT"/>
              </a:rPr>
              <a:t> </a:t>
            </a:r>
            <a:r>
              <a:rPr sz="1800" dirty="0">
                <a:latin typeface="Arial MT"/>
                <a:cs typeface="Arial MT"/>
              </a:rPr>
              <a:t>aware</a:t>
            </a:r>
            <a:r>
              <a:rPr sz="1800" spc="-20" dirty="0">
                <a:latin typeface="Arial MT"/>
                <a:cs typeface="Arial MT"/>
              </a:rPr>
              <a:t> </a:t>
            </a:r>
            <a:r>
              <a:rPr sz="1800" dirty="0">
                <a:latin typeface="Arial MT"/>
                <a:cs typeface="Arial MT"/>
              </a:rPr>
              <a:t>of</a:t>
            </a:r>
            <a:r>
              <a:rPr sz="1800" spc="-45" dirty="0">
                <a:latin typeface="Arial MT"/>
                <a:cs typeface="Arial MT"/>
              </a:rPr>
              <a:t> </a:t>
            </a:r>
            <a:r>
              <a:rPr sz="1800" dirty="0">
                <a:latin typeface="Arial MT"/>
                <a:cs typeface="Arial MT"/>
              </a:rPr>
              <a:t>antibiotics,</a:t>
            </a:r>
            <a:r>
              <a:rPr sz="1800" spc="-50" dirty="0">
                <a:latin typeface="Arial MT"/>
                <a:cs typeface="Arial MT"/>
              </a:rPr>
              <a:t> </a:t>
            </a:r>
            <a:r>
              <a:rPr sz="1800" dirty="0">
                <a:latin typeface="Arial MT"/>
                <a:cs typeface="Arial MT"/>
              </a:rPr>
              <a:t>over</a:t>
            </a:r>
            <a:r>
              <a:rPr sz="1800" spc="30" dirty="0">
                <a:latin typeface="Arial MT"/>
                <a:cs typeface="Arial MT"/>
              </a:rPr>
              <a:t> </a:t>
            </a:r>
            <a:r>
              <a:rPr sz="1800" b="1" spc="-25" dirty="0">
                <a:latin typeface="Arial"/>
                <a:cs typeface="Arial"/>
              </a:rPr>
              <a:t>70%</a:t>
            </a:r>
            <a:endParaRPr sz="1800">
              <a:latin typeface="Arial"/>
              <a:cs typeface="Arial"/>
            </a:endParaRPr>
          </a:p>
          <a:p>
            <a:pPr marL="12700">
              <a:lnSpc>
                <a:spcPct val="100000"/>
              </a:lnSpc>
              <a:spcBef>
                <a:spcPts val="20"/>
              </a:spcBef>
            </a:pPr>
            <a:r>
              <a:rPr sz="1800" dirty="0">
                <a:latin typeface="Arial MT"/>
                <a:cs typeface="Arial MT"/>
              </a:rPr>
              <a:t>incorrectly</a:t>
            </a:r>
            <a:r>
              <a:rPr sz="1800" spc="-15" dirty="0">
                <a:latin typeface="Arial MT"/>
                <a:cs typeface="Arial MT"/>
              </a:rPr>
              <a:t> </a:t>
            </a:r>
            <a:r>
              <a:rPr sz="1800" dirty="0">
                <a:latin typeface="Arial MT"/>
                <a:cs typeface="Arial MT"/>
              </a:rPr>
              <a:t>believed</a:t>
            </a:r>
            <a:r>
              <a:rPr sz="1800" spc="-30" dirty="0">
                <a:latin typeface="Arial MT"/>
                <a:cs typeface="Arial MT"/>
              </a:rPr>
              <a:t> </a:t>
            </a:r>
            <a:r>
              <a:rPr sz="1800" dirty="0">
                <a:latin typeface="Arial MT"/>
                <a:cs typeface="Arial MT"/>
              </a:rPr>
              <a:t>they</a:t>
            </a:r>
            <a:r>
              <a:rPr sz="1800" spc="-5" dirty="0">
                <a:latin typeface="Arial MT"/>
                <a:cs typeface="Arial MT"/>
              </a:rPr>
              <a:t> </a:t>
            </a:r>
            <a:r>
              <a:rPr sz="1800" dirty="0">
                <a:latin typeface="Arial MT"/>
                <a:cs typeface="Arial MT"/>
              </a:rPr>
              <a:t>could</a:t>
            </a:r>
            <a:r>
              <a:rPr sz="1800" spc="-25" dirty="0">
                <a:latin typeface="Arial MT"/>
                <a:cs typeface="Arial MT"/>
              </a:rPr>
              <a:t> </a:t>
            </a:r>
            <a:r>
              <a:rPr sz="1800" dirty="0">
                <a:latin typeface="Arial MT"/>
                <a:cs typeface="Arial MT"/>
              </a:rPr>
              <a:t>be</a:t>
            </a:r>
            <a:r>
              <a:rPr sz="1800" spc="-30" dirty="0">
                <a:latin typeface="Arial MT"/>
                <a:cs typeface="Arial MT"/>
              </a:rPr>
              <a:t> </a:t>
            </a:r>
            <a:r>
              <a:rPr sz="1800" dirty="0">
                <a:latin typeface="Arial MT"/>
                <a:cs typeface="Arial MT"/>
              </a:rPr>
              <a:t>used</a:t>
            </a:r>
            <a:r>
              <a:rPr sz="1800" spc="-25" dirty="0">
                <a:latin typeface="Arial MT"/>
                <a:cs typeface="Arial MT"/>
              </a:rPr>
              <a:t> </a:t>
            </a:r>
            <a:r>
              <a:rPr sz="1800" dirty="0">
                <a:latin typeface="Arial MT"/>
                <a:cs typeface="Arial MT"/>
              </a:rPr>
              <a:t>for</a:t>
            </a:r>
            <a:r>
              <a:rPr sz="1800" spc="-35" dirty="0">
                <a:latin typeface="Arial MT"/>
                <a:cs typeface="Arial MT"/>
              </a:rPr>
              <a:t> </a:t>
            </a:r>
            <a:r>
              <a:rPr sz="1800" b="1" dirty="0">
                <a:latin typeface="Arial"/>
                <a:cs typeface="Arial"/>
              </a:rPr>
              <a:t>viral</a:t>
            </a:r>
            <a:r>
              <a:rPr sz="1800" b="1" spc="-50" dirty="0">
                <a:latin typeface="Arial"/>
                <a:cs typeface="Arial"/>
              </a:rPr>
              <a:t> </a:t>
            </a:r>
            <a:r>
              <a:rPr sz="1800" b="1" dirty="0">
                <a:latin typeface="Arial"/>
                <a:cs typeface="Arial"/>
              </a:rPr>
              <a:t>infections</a:t>
            </a:r>
            <a:r>
              <a:rPr sz="1800" b="1" spc="-10" dirty="0">
                <a:latin typeface="Arial"/>
                <a:cs typeface="Arial"/>
              </a:rPr>
              <a:t> </a:t>
            </a:r>
            <a:r>
              <a:rPr sz="1800" dirty="0">
                <a:latin typeface="Arial MT"/>
                <a:cs typeface="Arial MT"/>
              </a:rPr>
              <a:t>(a</a:t>
            </a:r>
            <a:r>
              <a:rPr sz="1800" spc="-30" dirty="0">
                <a:latin typeface="Arial MT"/>
                <a:cs typeface="Arial MT"/>
              </a:rPr>
              <a:t> </a:t>
            </a:r>
            <a:r>
              <a:rPr sz="1800" dirty="0">
                <a:latin typeface="Arial MT"/>
                <a:cs typeface="Arial MT"/>
              </a:rPr>
              <a:t>key </a:t>
            </a:r>
            <a:r>
              <a:rPr sz="1800" spc="-10" dirty="0">
                <a:latin typeface="Arial MT"/>
                <a:cs typeface="Arial MT"/>
              </a:rPr>
              <a:t>misconception).</a:t>
            </a:r>
            <a:endParaRPr sz="1800">
              <a:latin typeface="Arial MT"/>
              <a:cs typeface="Arial MT"/>
            </a:endParaRPr>
          </a:p>
          <a:p>
            <a:pPr>
              <a:lnSpc>
                <a:spcPct val="100000"/>
              </a:lnSpc>
              <a:spcBef>
                <a:spcPts val="145"/>
              </a:spcBef>
            </a:pPr>
            <a:endParaRPr sz="1800">
              <a:latin typeface="Arial MT"/>
              <a:cs typeface="Arial MT"/>
            </a:endParaRPr>
          </a:p>
          <a:p>
            <a:pPr marL="12700" marR="64769" indent="-10160">
              <a:lnSpc>
                <a:spcPct val="99100"/>
              </a:lnSpc>
              <a:buSzPct val="94444"/>
              <a:buFont typeface="Arial MT"/>
              <a:buChar char="•"/>
              <a:tabLst>
                <a:tab pos="91440" algn="l"/>
              </a:tabLst>
            </a:pPr>
            <a:r>
              <a:rPr sz="1800" b="1" dirty="0">
                <a:latin typeface="Arial"/>
                <a:cs typeface="Arial"/>
              </a:rPr>
              <a:t>	Rampant</a:t>
            </a:r>
            <a:r>
              <a:rPr sz="1800" b="1" spc="-70" dirty="0">
                <a:latin typeface="Arial"/>
                <a:cs typeface="Arial"/>
              </a:rPr>
              <a:t> </a:t>
            </a:r>
            <a:r>
              <a:rPr sz="1800" b="1" dirty="0">
                <a:latin typeface="Arial"/>
                <a:cs typeface="Arial"/>
              </a:rPr>
              <a:t>Misuse</a:t>
            </a:r>
            <a:r>
              <a:rPr sz="1800" b="1" spc="-20" dirty="0">
                <a:latin typeface="Arial"/>
                <a:cs typeface="Arial"/>
              </a:rPr>
              <a:t> </a:t>
            </a:r>
            <a:r>
              <a:rPr sz="1800" b="1" dirty="0">
                <a:latin typeface="Arial"/>
                <a:cs typeface="Arial"/>
              </a:rPr>
              <a:t>Practices:</a:t>
            </a:r>
            <a:r>
              <a:rPr sz="1800" b="1" spc="-45" dirty="0">
                <a:latin typeface="Arial"/>
                <a:cs typeface="Arial"/>
              </a:rPr>
              <a:t> </a:t>
            </a:r>
            <a:r>
              <a:rPr sz="1800" dirty="0">
                <a:latin typeface="Arial MT"/>
                <a:cs typeface="Arial MT"/>
              </a:rPr>
              <a:t>Inappropriate</a:t>
            </a:r>
            <a:r>
              <a:rPr sz="1800" spc="-25" dirty="0">
                <a:latin typeface="Arial MT"/>
                <a:cs typeface="Arial MT"/>
              </a:rPr>
              <a:t> </a:t>
            </a:r>
            <a:r>
              <a:rPr sz="1800" dirty="0">
                <a:latin typeface="Arial MT"/>
                <a:cs typeface="Arial MT"/>
              </a:rPr>
              <a:t>practices</a:t>
            </a:r>
            <a:r>
              <a:rPr sz="1800" spc="-5" dirty="0">
                <a:latin typeface="Arial MT"/>
                <a:cs typeface="Arial MT"/>
              </a:rPr>
              <a:t> </a:t>
            </a:r>
            <a:r>
              <a:rPr sz="1800" dirty="0">
                <a:latin typeface="Arial MT"/>
                <a:cs typeface="Arial MT"/>
              </a:rPr>
              <a:t>were</a:t>
            </a:r>
            <a:r>
              <a:rPr sz="1800" spc="-25" dirty="0">
                <a:latin typeface="Arial MT"/>
                <a:cs typeface="Arial MT"/>
              </a:rPr>
              <a:t> </a:t>
            </a:r>
            <a:r>
              <a:rPr sz="1800" dirty="0">
                <a:latin typeface="Arial MT"/>
                <a:cs typeface="Arial MT"/>
              </a:rPr>
              <a:t>common:</a:t>
            </a:r>
            <a:r>
              <a:rPr sz="1800" spc="20" dirty="0">
                <a:latin typeface="Arial MT"/>
                <a:cs typeface="Arial MT"/>
              </a:rPr>
              <a:t> </a:t>
            </a:r>
            <a:r>
              <a:rPr sz="1800" dirty="0">
                <a:latin typeface="Arial MT"/>
                <a:cs typeface="Arial MT"/>
              </a:rPr>
              <a:t>nearly</a:t>
            </a:r>
            <a:r>
              <a:rPr sz="1800" spc="20" dirty="0">
                <a:latin typeface="Arial MT"/>
                <a:cs typeface="Arial MT"/>
              </a:rPr>
              <a:t> </a:t>
            </a:r>
            <a:r>
              <a:rPr sz="1800" b="1" dirty="0">
                <a:latin typeface="Arial"/>
                <a:cs typeface="Arial"/>
              </a:rPr>
              <a:t>half</a:t>
            </a:r>
            <a:r>
              <a:rPr sz="1800" b="1" spc="-70" dirty="0">
                <a:latin typeface="Arial"/>
                <a:cs typeface="Arial"/>
              </a:rPr>
              <a:t> </a:t>
            </a:r>
            <a:r>
              <a:rPr sz="1800" b="1" dirty="0">
                <a:latin typeface="Arial"/>
                <a:cs typeface="Arial"/>
              </a:rPr>
              <a:t>admitted</a:t>
            </a:r>
            <a:r>
              <a:rPr sz="1800" b="1" spc="-50" dirty="0">
                <a:latin typeface="Arial"/>
                <a:cs typeface="Arial"/>
              </a:rPr>
              <a:t> </a:t>
            </a:r>
            <a:r>
              <a:rPr sz="1800" b="1" dirty="0">
                <a:latin typeface="Arial"/>
                <a:cs typeface="Arial"/>
              </a:rPr>
              <a:t>to</a:t>
            </a:r>
            <a:r>
              <a:rPr sz="1800" b="1" spc="-50" dirty="0">
                <a:latin typeface="Arial"/>
                <a:cs typeface="Arial"/>
              </a:rPr>
              <a:t> </a:t>
            </a:r>
            <a:r>
              <a:rPr sz="1800" b="1" dirty="0">
                <a:latin typeface="Arial"/>
                <a:cs typeface="Arial"/>
              </a:rPr>
              <a:t>self-medicating</a:t>
            </a:r>
            <a:r>
              <a:rPr sz="1800" dirty="0">
                <a:latin typeface="Arial MT"/>
                <a:cs typeface="Arial MT"/>
              </a:rPr>
              <a:t>,</a:t>
            </a:r>
            <a:r>
              <a:rPr sz="1800" spc="-40" dirty="0">
                <a:latin typeface="Arial MT"/>
                <a:cs typeface="Arial MT"/>
              </a:rPr>
              <a:t> </a:t>
            </a:r>
            <a:r>
              <a:rPr sz="1800" spc="-25" dirty="0">
                <a:latin typeface="Arial MT"/>
                <a:cs typeface="Arial MT"/>
              </a:rPr>
              <a:t>and </a:t>
            </a:r>
            <a:r>
              <a:rPr sz="1800" dirty="0">
                <a:latin typeface="Arial MT"/>
                <a:cs typeface="Arial MT"/>
              </a:rPr>
              <a:t>over</a:t>
            </a:r>
            <a:r>
              <a:rPr sz="1800" spc="-50" dirty="0">
                <a:latin typeface="Arial MT"/>
                <a:cs typeface="Arial MT"/>
              </a:rPr>
              <a:t> </a:t>
            </a:r>
            <a:r>
              <a:rPr sz="1800" b="1" dirty="0">
                <a:latin typeface="Arial"/>
                <a:cs typeface="Arial"/>
              </a:rPr>
              <a:t>50%</a:t>
            </a:r>
            <a:r>
              <a:rPr sz="1800" b="1" spc="-20" dirty="0">
                <a:latin typeface="Arial"/>
                <a:cs typeface="Arial"/>
              </a:rPr>
              <a:t> </a:t>
            </a:r>
            <a:r>
              <a:rPr sz="1800" b="1" dirty="0">
                <a:latin typeface="Arial"/>
                <a:cs typeface="Arial"/>
              </a:rPr>
              <a:t>discontinued</a:t>
            </a:r>
            <a:r>
              <a:rPr sz="1800" b="1" spc="30" dirty="0">
                <a:latin typeface="Arial"/>
                <a:cs typeface="Arial"/>
              </a:rPr>
              <a:t> </a:t>
            </a:r>
            <a:r>
              <a:rPr sz="1800" b="1" dirty="0">
                <a:latin typeface="Arial"/>
                <a:cs typeface="Arial"/>
              </a:rPr>
              <a:t>courses</a:t>
            </a:r>
            <a:r>
              <a:rPr sz="1800" b="1" spc="-20" dirty="0">
                <a:latin typeface="Arial"/>
                <a:cs typeface="Arial"/>
              </a:rPr>
              <a:t> </a:t>
            </a:r>
            <a:r>
              <a:rPr sz="1800" b="1" dirty="0">
                <a:latin typeface="Arial"/>
                <a:cs typeface="Arial"/>
              </a:rPr>
              <a:t>prematurely</a:t>
            </a:r>
            <a:r>
              <a:rPr sz="1800" dirty="0">
                <a:latin typeface="Arial MT"/>
                <a:cs typeface="Arial MT"/>
              </a:rPr>
              <a:t>.</a:t>
            </a:r>
            <a:r>
              <a:rPr sz="1800" spc="-50" dirty="0">
                <a:latin typeface="Arial MT"/>
                <a:cs typeface="Arial MT"/>
              </a:rPr>
              <a:t> </a:t>
            </a:r>
            <a:r>
              <a:rPr sz="1800" dirty="0">
                <a:latin typeface="Arial MT"/>
                <a:cs typeface="Arial MT"/>
              </a:rPr>
              <a:t>These</a:t>
            </a:r>
            <a:r>
              <a:rPr sz="1800" spc="-25" dirty="0">
                <a:latin typeface="Arial MT"/>
                <a:cs typeface="Arial MT"/>
              </a:rPr>
              <a:t> </a:t>
            </a:r>
            <a:r>
              <a:rPr sz="1800" dirty="0">
                <a:latin typeface="Arial MT"/>
                <a:cs typeface="Arial MT"/>
              </a:rPr>
              <a:t>rates</a:t>
            </a:r>
            <a:r>
              <a:rPr sz="1800" spc="-70" dirty="0">
                <a:latin typeface="Arial MT"/>
                <a:cs typeface="Arial MT"/>
              </a:rPr>
              <a:t> </a:t>
            </a:r>
            <a:r>
              <a:rPr sz="1800" dirty="0">
                <a:latin typeface="Arial MT"/>
                <a:cs typeface="Arial MT"/>
              </a:rPr>
              <a:t>were</a:t>
            </a:r>
            <a:r>
              <a:rPr sz="1800" spc="-25" dirty="0">
                <a:latin typeface="Arial MT"/>
                <a:cs typeface="Arial MT"/>
              </a:rPr>
              <a:t> </a:t>
            </a:r>
            <a:r>
              <a:rPr sz="1800" dirty="0">
                <a:latin typeface="Arial MT"/>
                <a:cs typeface="Arial MT"/>
              </a:rPr>
              <a:t>notably higher</a:t>
            </a:r>
            <a:r>
              <a:rPr sz="1800" spc="-70" dirty="0">
                <a:latin typeface="Arial MT"/>
                <a:cs typeface="Arial MT"/>
              </a:rPr>
              <a:t> </a:t>
            </a:r>
            <a:r>
              <a:rPr sz="1800" dirty="0">
                <a:latin typeface="Arial MT"/>
                <a:cs typeface="Arial MT"/>
              </a:rPr>
              <a:t>than</a:t>
            </a:r>
            <a:r>
              <a:rPr sz="1800" spc="-25" dirty="0">
                <a:latin typeface="Arial MT"/>
                <a:cs typeface="Arial MT"/>
              </a:rPr>
              <a:t> </a:t>
            </a:r>
            <a:r>
              <a:rPr sz="1800" dirty="0">
                <a:latin typeface="Arial MT"/>
                <a:cs typeface="Arial MT"/>
              </a:rPr>
              <a:t>those</a:t>
            </a:r>
            <a:r>
              <a:rPr sz="1800" spc="-30" dirty="0">
                <a:latin typeface="Arial MT"/>
                <a:cs typeface="Arial MT"/>
              </a:rPr>
              <a:t> </a:t>
            </a:r>
            <a:r>
              <a:rPr sz="1800" dirty="0">
                <a:latin typeface="Arial MT"/>
                <a:cs typeface="Arial MT"/>
              </a:rPr>
              <a:t>reported</a:t>
            </a:r>
            <a:r>
              <a:rPr sz="1800" spc="-25" dirty="0">
                <a:latin typeface="Arial MT"/>
                <a:cs typeface="Arial MT"/>
              </a:rPr>
              <a:t> </a:t>
            </a:r>
            <a:r>
              <a:rPr sz="1800" dirty="0">
                <a:latin typeface="Arial MT"/>
                <a:cs typeface="Arial MT"/>
              </a:rPr>
              <a:t>among</a:t>
            </a:r>
            <a:r>
              <a:rPr sz="1800" spc="-20" dirty="0">
                <a:latin typeface="Arial MT"/>
                <a:cs typeface="Arial MT"/>
              </a:rPr>
              <a:t> </a:t>
            </a:r>
            <a:r>
              <a:rPr sz="1800" spc="-10" dirty="0">
                <a:latin typeface="Arial MT"/>
                <a:cs typeface="Arial MT"/>
              </a:rPr>
              <a:t>Italian </a:t>
            </a:r>
            <a:r>
              <a:rPr sz="1800" dirty="0">
                <a:latin typeface="Arial MT"/>
                <a:cs typeface="Arial MT"/>
              </a:rPr>
              <a:t>medical</a:t>
            </a:r>
            <a:r>
              <a:rPr sz="1800" spc="-50" dirty="0">
                <a:latin typeface="Arial MT"/>
                <a:cs typeface="Arial MT"/>
              </a:rPr>
              <a:t> </a:t>
            </a:r>
            <a:r>
              <a:rPr sz="1800" spc="-10" dirty="0">
                <a:latin typeface="Arial MT"/>
                <a:cs typeface="Arial MT"/>
              </a:rPr>
              <a:t>students.</a:t>
            </a:r>
            <a:endParaRPr sz="1800">
              <a:latin typeface="Arial MT"/>
              <a:cs typeface="Arial MT"/>
            </a:endParaRPr>
          </a:p>
          <a:p>
            <a:pPr>
              <a:lnSpc>
                <a:spcPct val="100000"/>
              </a:lnSpc>
              <a:spcBef>
                <a:spcPts val="110"/>
              </a:spcBef>
              <a:buFont typeface="Arial MT"/>
              <a:buChar char="•"/>
            </a:pPr>
            <a:endParaRPr sz="1800">
              <a:latin typeface="Arial MT"/>
              <a:cs typeface="Arial MT"/>
            </a:endParaRPr>
          </a:p>
          <a:p>
            <a:pPr marL="12700" marR="5080" indent="-10160">
              <a:lnSpc>
                <a:spcPct val="100800"/>
              </a:lnSpc>
              <a:buSzPct val="94444"/>
              <a:buFont typeface="Arial MT"/>
              <a:buChar char="•"/>
              <a:tabLst>
                <a:tab pos="91440" algn="l"/>
              </a:tabLst>
            </a:pPr>
            <a:r>
              <a:rPr sz="1800" b="1" dirty="0">
                <a:latin typeface="Arial"/>
                <a:cs typeface="Arial"/>
              </a:rPr>
              <a:t>	Strong</a:t>
            </a:r>
            <a:r>
              <a:rPr sz="1800" b="1" spc="-45" dirty="0">
                <a:latin typeface="Arial"/>
                <a:cs typeface="Arial"/>
              </a:rPr>
              <a:t> </a:t>
            </a:r>
            <a:r>
              <a:rPr sz="1800" b="1" dirty="0">
                <a:latin typeface="Arial"/>
                <a:cs typeface="Arial"/>
              </a:rPr>
              <a:t>Demand</a:t>
            </a:r>
            <a:r>
              <a:rPr sz="1800" b="1" spc="-35" dirty="0">
                <a:latin typeface="Arial"/>
                <a:cs typeface="Arial"/>
              </a:rPr>
              <a:t> </a:t>
            </a:r>
            <a:r>
              <a:rPr sz="1800" b="1" dirty="0">
                <a:latin typeface="Arial"/>
                <a:cs typeface="Arial"/>
              </a:rPr>
              <a:t>for</a:t>
            </a:r>
            <a:r>
              <a:rPr sz="1800" b="1" spc="-5" dirty="0">
                <a:latin typeface="Arial"/>
                <a:cs typeface="Arial"/>
              </a:rPr>
              <a:t> </a:t>
            </a:r>
            <a:r>
              <a:rPr sz="1800" b="1" spc="-10" dirty="0">
                <a:latin typeface="Arial"/>
                <a:cs typeface="Arial"/>
              </a:rPr>
              <a:t>Prescription:</a:t>
            </a:r>
            <a:r>
              <a:rPr sz="1800" b="1" spc="-135" dirty="0">
                <a:latin typeface="Arial"/>
                <a:cs typeface="Arial"/>
              </a:rPr>
              <a:t> </a:t>
            </a:r>
            <a:r>
              <a:rPr sz="1800" dirty="0">
                <a:latin typeface="Arial MT"/>
                <a:cs typeface="Arial MT"/>
              </a:rPr>
              <a:t>Almost</a:t>
            </a:r>
            <a:r>
              <a:rPr sz="1800" spc="-40" dirty="0">
                <a:latin typeface="Arial MT"/>
                <a:cs typeface="Arial MT"/>
              </a:rPr>
              <a:t> </a:t>
            </a:r>
            <a:r>
              <a:rPr sz="1800" b="1" dirty="0">
                <a:latin typeface="Arial"/>
                <a:cs typeface="Arial"/>
              </a:rPr>
              <a:t>half</a:t>
            </a:r>
            <a:r>
              <a:rPr sz="1800" b="1" spc="-35" dirty="0">
                <a:latin typeface="Arial"/>
                <a:cs typeface="Arial"/>
              </a:rPr>
              <a:t> </a:t>
            </a:r>
            <a:r>
              <a:rPr sz="1800" dirty="0">
                <a:latin typeface="Arial MT"/>
                <a:cs typeface="Arial MT"/>
              </a:rPr>
              <a:t>of</a:t>
            </a:r>
            <a:r>
              <a:rPr sz="1800" spc="40"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Indian</a:t>
            </a:r>
            <a:r>
              <a:rPr sz="1800" spc="-10" dirty="0">
                <a:latin typeface="Arial MT"/>
                <a:cs typeface="Arial MT"/>
              </a:rPr>
              <a:t> </a:t>
            </a:r>
            <a:r>
              <a:rPr sz="1800" dirty="0">
                <a:latin typeface="Arial MT"/>
                <a:cs typeface="Arial MT"/>
              </a:rPr>
              <a:t>students</a:t>
            </a:r>
            <a:r>
              <a:rPr sz="1800" spc="15" dirty="0">
                <a:latin typeface="Arial MT"/>
                <a:cs typeface="Arial MT"/>
              </a:rPr>
              <a:t> </a:t>
            </a:r>
            <a:r>
              <a:rPr sz="1800" dirty="0">
                <a:latin typeface="Arial MT"/>
                <a:cs typeface="Arial MT"/>
              </a:rPr>
              <a:t>desired</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doctor</a:t>
            </a:r>
            <a:r>
              <a:rPr sz="1800" spc="15"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prescribe</a:t>
            </a:r>
            <a:r>
              <a:rPr sz="1800" spc="-5" dirty="0">
                <a:latin typeface="Arial MT"/>
                <a:cs typeface="Arial MT"/>
              </a:rPr>
              <a:t> </a:t>
            </a:r>
            <a:r>
              <a:rPr sz="1800" dirty="0">
                <a:latin typeface="Arial MT"/>
                <a:cs typeface="Arial MT"/>
              </a:rPr>
              <a:t>antibiotics</a:t>
            </a:r>
            <a:r>
              <a:rPr sz="1800" spc="15" dirty="0">
                <a:latin typeface="Arial MT"/>
                <a:cs typeface="Arial MT"/>
              </a:rPr>
              <a:t> </a:t>
            </a:r>
            <a:r>
              <a:rPr sz="1800" spc="-10" dirty="0">
                <a:latin typeface="Arial MT"/>
                <a:cs typeface="Arial MT"/>
              </a:rPr>
              <a:t>every </a:t>
            </a:r>
            <a:r>
              <a:rPr sz="1800" dirty="0">
                <a:latin typeface="Arial MT"/>
                <a:cs typeface="Arial MT"/>
              </a:rPr>
              <a:t>time</a:t>
            </a:r>
            <a:r>
              <a:rPr sz="1800" spc="-35" dirty="0">
                <a:latin typeface="Arial MT"/>
                <a:cs typeface="Arial MT"/>
              </a:rPr>
              <a:t> </a:t>
            </a:r>
            <a:r>
              <a:rPr sz="1800" dirty="0">
                <a:latin typeface="Arial MT"/>
                <a:cs typeface="Arial MT"/>
              </a:rPr>
              <a:t>they</a:t>
            </a:r>
            <a:r>
              <a:rPr sz="1800" spc="5" dirty="0">
                <a:latin typeface="Arial MT"/>
                <a:cs typeface="Arial MT"/>
              </a:rPr>
              <a:t> </a:t>
            </a:r>
            <a:r>
              <a:rPr sz="1800" dirty="0">
                <a:latin typeface="Arial MT"/>
                <a:cs typeface="Arial MT"/>
              </a:rPr>
              <a:t>were</a:t>
            </a:r>
            <a:r>
              <a:rPr sz="1800" spc="-20" dirty="0">
                <a:latin typeface="Arial MT"/>
                <a:cs typeface="Arial MT"/>
              </a:rPr>
              <a:t> </a:t>
            </a:r>
            <a:r>
              <a:rPr sz="1800" dirty="0">
                <a:latin typeface="Arial MT"/>
                <a:cs typeface="Arial MT"/>
              </a:rPr>
              <a:t>sick,</a:t>
            </a:r>
            <a:r>
              <a:rPr sz="1800" spc="-40" dirty="0">
                <a:latin typeface="Arial MT"/>
                <a:cs typeface="Arial MT"/>
              </a:rPr>
              <a:t> </a:t>
            </a:r>
            <a:r>
              <a:rPr sz="1800" dirty="0">
                <a:latin typeface="Arial MT"/>
                <a:cs typeface="Arial MT"/>
              </a:rPr>
              <a:t>showing</a:t>
            </a:r>
            <a:r>
              <a:rPr sz="1800" spc="-20"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strong,</a:t>
            </a:r>
            <a:r>
              <a:rPr sz="1800" spc="-45" dirty="0">
                <a:latin typeface="Arial MT"/>
                <a:cs typeface="Arial MT"/>
              </a:rPr>
              <a:t> </a:t>
            </a:r>
            <a:r>
              <a:rPr sz="1800" b="1" spc="-10" dirty="0">
                <a:latin typeface="Arial"/>
                <a:cs typeface="Arial"/>
              </a:rPr>
              <a:t>expectation-</a:t>
            </a:r>
            <a:r>
              <a:rPr sz="1800" b="1" dirty="0">
                <a:latin typeface="Arial"/>
                <a:cs typeface="Arial"/>
              </a:rPr>
              <a:t>driven</a:t>
            </a:r>
            <a:r>
              <a:rPr sz="1800" b="1" spc="25" dirty="0">
                <a:latin typeface="Arial"/>
                <a:cs typeface="Arial"/>
              </a:rPr>
              <a:t> </a:t>
            </a:r>
            <a:r>
              <a:rPr sz="1800" b="1" dirty="0">
                <a:latin typeface="Arial"/>
                <a:cs typeface="Arial"/>
              </a:rPr>
              <a:t>demand </a:t>
            </a:r>
            <a:r>
              <a:rPr sz="1800" dirty="0">
                <a:latin typeface="Arial MT"/>
                <a:cs typeface="Arial MT"/>
              </a:rPr>
              <a:t>that</a:t>
            </a:r>
            <a:r>
              <a:rPr sz="1800" spc="20" dirty="0">
                <a:latin typeface="Arial MT"/>
                <a:cs typeface="Arial MT"/>
              </a:rPr>
              <a:t> </a:t>
            </a:r>
            <a:r>
              <a:rPr sz="1800" dirty="0">
                <a:latin typeface="Arial MT"/>
                <a:cs typeface="Arial MT"/>
              </a:rPr>
              <a:t>influences</a:t>
            </a:r>
            <a:r>
              <a:rPr sz="1800" spc="-65" dirty="0">
                <a:latin typeface="Arial MT"/>
                <a:cs typeface="Arial MT"/>
              </a:rPr>
              <a:t> </a:t>
            </a:r>
            <a:r>
              <a:rPr sz="1800" spc="-10" dirty="0">
                <a:latin typeface="Arial MT"/>
                <a:cs typeface="Arial MT"/>
              </a:rPr>
              <a:t>prescribing.</a:t>
            </a:r>
            <a:endParaRPr sz="1800">
              <a:latin typeface="Arial MT"/>
              <a:cs typeface="Arial MT"/>
            </a:endParaRPr>
          </a:p>
          <a:p>
            <a:pPr>
              <a:lnSpc>
                <a:spcPct val="100000"/>
              </a:lnSpc>
              <a:spcBef>
                <a:spcPts val="30"/>
              </a:spcBef>
              <a:buFont typeface="Arial MT"/>
              <a:buChar char="•"/>
            </a:pPr>
            <a:endParaRPr sz="1800">
              <a:latin typeface="Arial MT"/>
              <a:cs typeface="Arial MT"/>
            </a:endParaRPr>
          </a:p>
          <a:p>
            <a:pPr marL="12700" marR="12065" indent="-10160">
              <a:lnSpc>
                <a:spcPct val="100899"/>
              </a:lnSpc>
              <a:buSzPct val="94444"/>
              <a:buFont typeface="Arial MT"/>
              <a:buChar char="•"/>
              <a:tabLst>
                <a:tab pos="91440" algn="l"/>
              </a:tabLst>
            </a:pPr>
            <a:r>
              <a:rPr sz="1800" b="1" dirty="0">
                <a:latin typeface="Arial"/>
                <a:cs typeface="Arial"/>
              </a:rPr>
              <a:t>	Influence</a:t>
            </a:r>
            <a:r>
              <a:rPr sz="1800" b="1" spc="-25" dirty="0">
                <a:latin typeface="Arial"/>
                <a:cs typeface="Arial"/>
              </a:rPr>
              <a:t> </a:t>
            </a:r>
            <a:r>
              <a:rPr sz="1800" b="1" dirty="0">
                <a:latin typeface="Arial"/>
                <a:cs typeface="Arial"/>
              </a:rPr>
              <a:t>of</a:t>
            </a:r>
            <a:r>
              <a:rPr sz="1800" b="1" spc="-70" dirty="0">
                <a:latin typeface="Arial"/>
                <a:cs typeface="Arial"/>
              </a:rPr>
              <a:t> </a:t>
            </a:r>
            <a:r>
              <a:rPr sz="1800" b="1" dirty="0">
                <a:latin typeface="Arial"/>
                <a:cs typeface="Arial"/>
              </a:rPr>
              <a:t>Regulation:</a:t>
            </a:r>
            <a:r>
              <a:rPr sz="1800" b="1" spc="-60" dirty="0">
                <a:latin typeface="Arial"/>
                <a:cs typeface="Arial"/>
              </a:rPr>
              <a:t> </a:t>
            </a:r>
            <a:r>
              <a:rPr sz="1800" dirty="0">
                <a:latin typeface="Arial MT"/>
                <a:cs typeface="Arial MT"/>
              </a:rPr>
              <a:t>The</a:t>
            </a:r>
            <a:r>
              <a:rPr sz="1800" spc="-25" dirty="0">
                <a:latin typeface="Arial MT"/>
                <a:cs typeface="Arial MT"/>
              </a:rPr>
              <a:t> </a:t>
            </a:r>
            <a:r>
              <a:rPr sz="1800" dirty="0">
                <a:latin typeface="Arial MT"/>
                <a:cs typeface="Arial MT"/>
              </a:rPr>
              <a:t>high</a:t>
            </a:r>
            <a:r>
              <a:rPr sz="1800" spc="-30" dirty="0">
                <a:latin typeface="Arial MT"/>
                <a:cs typeface="Arial MT"/>
              </a:rPr>
              <a:t> </a:t>
            </a:r>
            <a:r>
              <a:rPr sz="1800" dirty="0">
                <a:latin typeface="Arial MT"/>
                <a:cs typeface="Arial MT"/>
              </a:rPr>
              <a:t>misuse</a:t>
            </a:r>
            <a:r>
              <a:rPr sz="1800" spc="-30"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India</a:t>
            </a:r>
            <a:r>
              <a:rPr sz="1800" spc="-25" dirty="0">
                <a:latin typeface="Arial MT"/>
                <a:cs typeface="Arial MT"/>
              </a:rPr>
              <a:t> </a:t>
            </a:r>
            <a:r>
              <a:rPr sz="1800" dirty="0">
                <a:latin typeface="Arial MT"/>
                <a:cs typeface="Arial MT"/>
              </a:rPr>
              <a:t>is</a:t>
            </a:r>
            <a:r>
              <a:rPr sz="1800" spc="-5" dirty="0">
                <a:latin typeface="Arial MT"/>
                <a:cs typeface="Arial MT"/>
              </a:rPr>
              <a:t> </a:t>
            </a:r>
            <a:r>
              <a:rPr sz="1800" dirty="0">
                <a:latin typeface="Arial MT"/>
                <a:cs typeface="Arial MT"/>
              </a:rPr>
              <a:t>partly</a:t>
            </a:r>
            <a:r>
              <a:rPr sz="1800" spc="-5" dirty="0">
                <a:latin typeface="Arial MT"/>
                <a:cs typeface="Arial MT"/>
              </a:rPr>
              <a:t> </a:t>
            </a:r>
            <a:r>
              <a:rPr sz="1800" dirty="0">
                <a:latin typeface="Arial MT"/>
                <a:cs typeface="Arial MT"/>
              </a:rPr>
              <a:t>attributed</a:t>
            </a:r>
            <a:r>
              <a:rPr sz="1800" spc="-3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the</a:t>
            </a:r>
            <a:r>
              <a:rPr sz="1800" spc="55" dirty="0">
                <a:latin typeface="Arial MT"/>
                <a:cs typeface="Arial MT"/>
              </a:rPr>
              <a:t> </a:t>
            </a:r>
            <a:r>
              <a:rPr sz="1800" b="1" dirty="0">
                <a:latin typeface="Arial"/>
                <a:cs typeface="Arial"/>
              </a:rPr>
              <a:t>widespread</a:t>
            </a:r>
            <a:r>
              <a:rPr sz="1800" b="1" spc="15" dirty="0">
                <a:latin typeface="Arial"/>
                <a:cs typeface="Arial"/>
              </a:rPr>
              <a:t> </a:t>
            </a:r>
            <a:r>
              <a:rPr sz="1800" b="1" dirty="0">
                <a:latin typeface="Arial"/>
                <a:cs typeface="Arial"/>
              </a:rPr>
              <a:t>availability</a:t>
            </a:r>
            <a:r>
              <a:rPr sz="1800" b="1" spc="-25" dirty="0">
                <a:latin typeface="Arial"/>
                <a:cs typeface="Arial"/>
              </a:rPr>
              <a:t> </a:t>
            </a:r>
            <a:r>
              <a:rPr sz="1800" b="1" dirty="0">
                <a:latin typeface="Arial"/>
                <a:cs typeface="Arial"/>
              </a:rPr>
              <a:t>of</a:t>
            </a:r>
            <a:r>
              <a:rPr sz="1800" b="1" spc="-70" dirty="0">
                <a:latin typeface="Arial"/>
                <a:cs typeface="Arial"/>
              </a:rPr>
              <a:t> </a:t>
            </a:r>
            <a:r>
              <a:rPr sz="1800" b="1" spc="-10" dirty="0">
                <a:latin typeface="Arial"/>
                <a:cs typeface="Arial"/>
              </a:rPr>
              <a:t>antibiotics </a:t>
            </a:r>
            <a:r>
              <a:rPr sz="1800" b="1" dirty="0">
                <a:latin typeface="Arial"/>
                <a:cs typeface="Arial"/>
              </a:rPr>
              <a:t>without</a:t>
            </a:r>
            <a:r>
              <a:rPr sz="1800" b="1" spc="-10" dirty="0">
                <a:latin typeface="Arial"/>
                <a:cs typeface="Arial"/>
              </a:rPr>
              <a:t> </a:t>
            </a:r>
            <a:r>
              <a:rPr sz="1800" b="1" dirty="0">
                <a:latin typeface="Arial"/>
                <a:cs typeface="Arial"/>
              </a:rPr>
              <a:t>a</a:t>
            </a:r>
            <a:r>
              <a:rPr sz="1800" b="1" spc="-25" dirty="0">
                <a:latin typeface="Arial"/>
                <a:cs typeface="Arial"/>
              </a:rPr>
              <a:t> </a:t>
            </a:r>
            <a:r>
              <a:rPr sz="1800" b="1" dirty="0">
                <a:latin typeface="Arial"/>
                <a:cs typeface="Arial"/>
              </a:rPr>
              <a:t>prescription</a:t>
            </a:r>
            <a:r>
              <a:rPr sz="1800" dirty="0">
                <a:latin typeface="Arial MT"/>
                <a:cs typeface="Arial MT"/>
              </a:rPr>
              <a:t>,</a:t>
            </a:r>
            <a:r>
              <a:rPr sz="1800" spc="-45" dirty="0">
                <a:latin typeface="Arial MT"/>
                <a:cs typeface="Arial MT"/>
              </a:rPr>
              <a:t> </a:t>
            </a:r>
            <a:r>
              <a:rPr sz="1800" dirty="0">
                <a:latin typeface="Arial MT"/>
                <a:cs typeface="Arial MT"/>
              </a:rPr>
              <a:t>in</a:t>
            </a:r>
            <a:r>
              <a:rPr sz="1800" spc="-20" dirty="0">
                <a:latin typeface="Arial MT"/>
                <a:cs typeface="Arial MT"/>
              </a:rPr>
              <a:t> </a:t>
            </a:r>
            <a:r>
              <a:rPr sz="1800" dirty="0">
                <a:latin typeface="Arial MT"/>
                <a:cs typeface="Arial MT"/>
              </a:rPr>
              <a:t>contrast</a:t>
            </a:r>
            <a:r>
              <a:rPr sz="1800" spc="2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strict</a:t>
            </a:r>
            <a:r>
              <a:rPr sz="1800" spc="20" dirty="0">
                <a:latin typeface="Arial MT"/>
                <a:cs typeface="Arial MT"/>
              </a:rPr>
              <a:t> </a:t>
            </a:r>
            <a:r>
              <a:rPr sz="1800" spc="-10" dirty="0">
                <a:latin typeface="Arial MT"/>
                <a:cs typeface="Arial MT"/>
              </a:rPr>
              <a:t>prescription-</a:t>
            </a:r>
            <a:r>
              <a:rPr sz="1800" dirty="0">
                <a:latin typeface="Arial MT"/>
                <a:cs typeface="Arial MT"/>
              </a:rPr>
              <a:t>only</a:t>
            </a:r>
            <a:r>
              <a:rPr sz="1800" spc="5" dirty="0">
                <a:latin typeface="Arial MT"/>
                <a:cs typeface="Arial MT"/>
              </a:rPr>
              <a:t> </a:t>
            </a:r>
            <a:r>
              <a:rPr sz="1800" dirty="0">
                <a:latin typeface="Arial MT"/>
                <a:cs typeface="Arial MT"/>
              </a:rPr>
              <a:t>policy in</a:t>
            </a:r>
            <a:r>
              <a:rPr sz="1800" spc="-20" dirty="0">
                <a:latin typeface="Arial MT"/>
                <a:cs typeface="Arial MT"/>
              </a:rPr>
              <a:t> </a:t>
            </a:r>
            <a:r>
              <a:rPr sz="1800" spc="-10" dirty="0">
                <a:latin typeface="Arial MT"/>
                <a:cs typeface="Arial MT"/>
              </a:rPr>
              <a:t>Italy.</a:t>
            </a:r>
            <a:endParaRPr sz="1800">
              <a:latin typeface="Arial MT"/>
              <a:cs typeface="Arial MT"/>
            </a:endParaRPr>
          </a:p>
          <a:p>
            <a:pPr>
              <a:lnSpc>
                <a:spcPct val="100000"/>
              </a:lnSpc>
              <a:spcBef>
                <a:spcPts val="110"/>
              </a:spcBef>
              <a:buFont typeface="Arial MT"/>
              <a:buChar char="•"/>
            </a:pPr>
            <a:endParaRPr sz="1800">
              <a:latin typeface="Arial MT"/>
              <a:cs typeface="Arial MT"/>
            </a:endParaRPr>
          </a:p>
          <a:p>
            <a:pPr marL="12700" marR="1102360" indent="-10160">
              <a:lnSpc>
                <a:spcPct val="100800"/>
              </a:lnSpc>
              <a:buSzPct val="94444"/>
              <a:buFont typeface="Arial MT"/>
              <a:buChar char="•"/>
              <a:tabLst>
                <a:tab pos="91440" algn="l"/>
              </a:tabLst>
            </a:pPr>
            <a:r>
              <a:rPr sz="1800" b="1" dirty="0">
                <a:latin typeface="Arial"/>
                <a:cs typeface="Arial"/>
              </a:rPr>
              <a:t>	Need</a:t>
            </a:r>
            <a:r>
              <a:rPr sz="1800" b="1" spc="-60" dirty="0">
                <a:latin typeface="Arial"/>
                <a:cs typeface="Arial"/>
              </a:rPr>
              <a:t> </a:t>
            </a:r>
            <a:r>
              <a:rPr sz="1800" b="1" dirty="0">
                <a:latin typeface="Arial"/>
                <a:cs typeface="Arial"/>
              </a:rPr>
              <a:t>for</a:t>
            </a:r>
            <a:r>
              <a:rPr sz="1800" b="1" spc="-10" dirty="0">
                <a:latin typeface="Arial"/>
                <a:cs typeface="Arial"/>
              </a:rPr>
              <a:t> Multi-</a:t>
            </a:r>
            <a:r>
              <a:rPr sz="1800" b="1" dirty="0">
                <a:latin typeface="Arial"/>
                <a:cs typeface="Arial"/>
              </a:rPr>
              <a:t>Pronged</a:t>
            </a:r>
            <a:r>
              <a:rPr sz="1800" b="1" spc="-110" dirty="0">
                <a:latin typeface="Arial"/>
                <a:cs typeface="Arial"/>
              </a:rPr>
              <a:t> </a:t>
            </a:r>
            <a:r>
              <a:rPr sz="1800" b="1" dirty="0">
                <a:latin typeface="Arial"/>
                <a:cs typeface="Arial"/>
              </a:rPr>
              <a:t>Action:</a:t>
            </a:r>
            <a:r>
              <a:rPr sz="1800" b="1" spc="-130" dirty="0">
                <a:latin typeface="Arial"/>
                <a:cs typeface="Arial"/>
              </a:rPr>
              <a:t> </a:t>
            </a:r>
            <a:r>
              <a:rPr sz="1800" dirty="0">
                <a:latin typeface="Arial MT"/>
                <a:cs typeface="Arial MT"/>
              </a:rPr>
              <a:t>A</a:t>
            </a:r>
            <a:r>
              <a:rPr sz="1800" spc="-130" dirty="0">
                <a:latin typeface="Arial MT"/>
                <a:cs typeface="Arial MT"/>
              </a:rPr>
              <a:t> </a:t>
            </a:r>
            <a:r>
              <a:rPr sz="1800" dirty="0">
                <a:latin typeface="Arial MT"/>
                <a:cs typeface="Arial MT"/>
              </a:rPr>
              <a:t>multipronged</a:t>
            </a:r>
            <a:r>
              <a:rPr sz="1800" spc="-20" dirty="0">
                <a:latin typeface="Arial MT"/>
                <a:cs typeface="Arial MT"/>
              </a:rPr>
              <a:t> </a:t>
            </a:r>
            <a:r>
              <a:rPr sz="1800" dirty="0">
                <a:latin typeface="Arial MT"/>
                <a:cs typeface="Arial MT"/>
              </a:rPr>
              <a:t>strategy</a:t>
            </a:r>
            <a:r>
              <a:rPr sz="1800" spc="5" dirty="0">
                <a:latin typeface="Arial MT"/>
                <a:cs typeface="Arial MT"/>
              </a:rPr>
              <a:t> </a:t>
            </a:r>
            <a:r>
              <a:rPr sz="1800" dirty="0">
                <a:latin typeface="Arial MT"/>
                <a:cs typeface="Arial MT"/>
              </a:rPr>
              <a:t>is</a:t>
            </a:r>
            <a:r>
              <a:rPr sz="1800" spc="10" dirty="0">
                <a:latin typeface="Arial MT"/>
                <a:cs typeface="Arial MT"/>
              </a:rPr>
              <a:t> </a:t>
            </a:r>
            <a:r>
              <a:rPr sz="1800" dirty="0">
                <a:latin typeface="Arial MT"/>
                <a:cs typeface="Arial MT"/>
              </a:rPr>
              <a:t>required,</a:t>
            </a:r>
            <a:r>
              <a:rPr sz="1800" spc="-45" dirty="0">
                <a:latin typeface="Arial MT"/>
                <a:cs typeface="Arial MT"/>
              </a:rPr>
              <a:t> </a:t>
            </a:r>
            <a:r>
              <a:rPr sz="1800" dirty="0">
                <a:latin typeface="Arial MT"/>
                <a:cs typeface="Arial MT"/>
              </a:rPr>
              <a:t>focusing</a:t>
            </a:r>
            <a:r>
              <a:rPr sz="1800" spc="-15" dirty="0">
                <a:latin typeface="Arial MT"/>
                <a:cs typeface="Arial MT"/>
              </a:rPr>
              <a:t> </a:t>
            </a:r>
            <a:r>
              <a:rPr sz="1800" dirty="0">
                <a:latin typeface="Arial MT"/>
                <a:cs typeface="Arial MT"/>
              </a:rPr>
              <a:t>on</a:t>
            </a:r>
            <a:r>
              <a:rPr sz="1800" spc="55" dirty="0">
                <a:latin typeface="Arial MT"/>
                <a:cs typeface="Arial MT"/>
              </a:rPr>
              <a:t> </a:t>
            </a:r>
            <a:r>
              <a:rPr sz="1800" b="1" dirty="0">
                <a:latin typeface="Arial"/>
                <a:cs typeface="Arial"/>
              </a:rPr>
              <a:t>strict</a:t>
            </a:r>
            <a:r>
              <a:rPr sz="1800" b="1" spc="-65" dirty="0">
                <a:latin typeface="Arial"/>
                <a:cs typeface="Arial"/>
              </a:rPr>
              <a:t> </a:t>
            </a:r>
            <a:r>
              <a:rPr sz="1800" b="1" dirty="0">
                <a:latin typeface="Arial"/>
                <a:cs typeface="Arial"/>
              </a:rPr>
              <a:t>enforcement</a:t>
            </a:r>
            <a:r>
              <a:rPr sz="1800" b="1" spc="10" dirty="0">
                <a:latin typeface="Arial"/>
                <a:cs typeface="Arial"/>
              </a:rPr>
              <a:t> </a:t>
            </a:r>
            <a:r>
              <a:rPr sz="1800" b="1" spc="-25" dirty="0">
                <a:latin typeface="Arial"/>
                <a:cs typeface="Arial"/>
              </a:rPr>
              <a:t>of </a:t>
            </a:r>
            <a:r>
              <a:rPr sz="1800" b="1" dirty="0">
                <a:latin typeface="Arial"/>
                <a:cs typeface="Arial"/>
              </a:rPr>
              <a:t>prescription</a:t>
            </a:r>
            <a:r>
              <a:rPr sz="1800" b="1" spc="-40" dirty="0">
                <a:latin typeface="Arial"/>
                <a:cs typeface="Arial"/>
              </a:rPr>
              <a:t> </a:t>
            </a:r>
            <a:r>
              <a:rPr sz="1800" b="1" dirty="0">
                <a:latin typeface="Arial"/>
                <a:cs typeface="Arial"/>
              </a:rPr>
              <a:t>policies</a:t>
            </a:r>
            <a:r>
              <a:rPr sz="1800" b="1" spc="5" dirty="0">
                <a:latin typeface="Arial"/>
                <a:cs typeface="Arial"/>
              </a:rPr>
              <a:t> </a:t>
            </a:r>
            <a:r>
              <a:rPr sz="1800" dirty="0">
                <a:latin typeface="Arial MT"/>
                <a:cs typeface="Arial MT"/>
              </a:rPr>
              <a:t>and</a:t>
            </a:r>
            <a:r>
              <a:rPr sz="1800" spc="-35" dirty="0">
                <a:latin typeface="Arial MT"/>
                <a:cs typeface="Arial MT"/>
              </a:rPr>
              <a:t> </a:t>
            </a:r>
            <a:r>
              <a:rPr sz="1800" b="1" dirty="0">
                <a:latin typeface="Arial"/>
                <a:cs typeface="Arial"/>
              </a:rPr>
              <a:t>structured</a:t>
            </a:r>
            <a:r>
              <a:rPr sz="1800" b="1" spc="-45" dirty="0">
                <a:latin typeface="Arial"/>
                <a:cs typeface="Arial"/>
              </a:rPr>
              <a:t> </a:t>
            </a:r>
            <a:r>
              <a:rPr sz="1800" b="1" dirty="0">
                <a:latin typeface="Arial"/>
                <a:cs typeface="Arial"/>
              </a:rPr>
              <a:t>educational</a:t>
            </a:r>
            <a:r>
              <a:rPr sz="1800" b="1" spc="-45" dirty="0">
                <a:latin typeface="Arial"/>
                <a:cs typeface="Arial"/>
              </a:rPr>
              <a:t> </a:t>
            </a:r>
            <a:r>
              <a:rPr sz="1800" b="1" dirty="0">
                <a:latin typeface="Arial"/>
                <a:cs typeface="Arial"/>
              </a:rPr>
              <a:t>campaigns</a:t>
            </a:r>
            <a:r>
              <a:rPr sz="1800" b="1" spc="40" dirty="0">
                <a:latin typeface="Arial"/>
                <a:cs typeface="Arial"/>
              </a:rPr>
              <a:t> </a:t>
            </a:r>
            <a:r>
              <a:rPr sz="1800" dirty="0">
                <a:latin typeface="Arial MT"/>
                <a:cs typeface="Arial MT"/>
              </a:rPr>
              <a:t>for</a:t>
            </a:r>
            <a:r>
              <a:rPr sz="1800" spc="5" dirty="0">
                <a:latin typeface="Arial MT"/>
                <a:cs typeface="Arial MT"/>
              </a:rPr>
              <a:t> </a:t>
            </a:r>
            <a:r>
              <a:rPr sz="1800" dirty="0">
                <a:latin typeface="Arial MT"/>
                <a:cs typeface="Arial MT"/>
              </a:rPr>
              <a:t>all</a:t>
            </a:r>
            <a:r>
              <a:rPr sz="1800" spc="-20" dirty="0">
                <a:latin typeface="Arial MT"/>
                <a:cs typeface="Arial MT"/>
              </a:rPr>
              <a:t> </a:t>
            </a:r>
            <a:r>
              <a:rPr sz="1800" dirty="0">
                <a:latin typeface="Arial MT"/>
                <a:cs typeface="Arial MT"/>
              </a:rPr>
              <a:t>students,</a:t>
            </a:r>
            <a:r>
              <a:rPr sz="1800" spc="-45" dirty="0">
                <a:latin typeface="Arial MT"/>
                <a:cs typeface="Arial MT"/>
              </a:rPr>
              <a:t> </a:t>
            </a:r>
            <a:r>
              <a:rPr sz="1800" dirty="0">
                <a:latin typeface="Arial MT"/>
                <a:cs typeface="Arial MT"/>
              </a:rPr>
              <a:t>not</a:t>
            </a:r>
            <a:r>
              <a:rPr sz="1800" spc="-45" dirty="0">
                <a:latin typeface="Arial MT"/>
                <a:cs typeface="Arial MT"/>
              </a:rPr>
              <a:t> </a:t>
            </a:r>
            <a:r>
              <a:rPr sz="1800" dirty="0">
                <a:latin typeface="Arial MT"/>
                <a:cs typeface="Arial MT"/>
              </a:rPr>
              <a:t>just</a:t>
            </a:r>
            <a:r>
              <a:rPr sz="1800" spc="-40" dirty="0">
                <a:latin typeface="Arial MT"/>
                <a:cs typeface="Arial MT"/>
              </a:rPr>
              <a:t> </a:t>
            </a:r>
            <a:r>
              <a:rPr sz="1800" dirty="0">
                <a:latin typeface="Arial MT"/>
                <a:cs typeface="Arial MT"/>
              </a:rPr>
              <a:t>medical</a:t>
            </a:r>
            <a:r>
              <a:rPr sz="1800" spc="-20" dirty="0">
                <a:latin typeface="Arial MT"/>
                <a:cs typeface="Arial MT"/>
              </a:rPr>
              <a:t> ones</a:t>
            </a:r>
            <a:endParaRPr sz="1800">
              <a:latin typeface="Arial MT"/>
              <a:cs typeface="Arial MT"/>
            </a:endParaRPr>
          </a:p>
        </p:txBody>
      </p:sp>
      <p:grpSp>
        <p:nvGrpSpPr>
          <p:cNvPr id="3" name="object 3"/>
          <p:cNvGrpSpPr/>
          <p:nvPr/>
        </p:nvGrpSpPr>
        <p:grpSpPr>
          <a:xfrm>
            <a:off x="162877" y="353440"/>
            <a:ext cx="3808729" cy="836294"/>
            <a:chOff x="162877" y="353440"/>
            <a:chExt cx="3808729" cy="836294"/>
          </a:xfrm>
        </p:grpSpPr>
        <p:sp>
          <p:nvSpPr>
            <p:cNvPr id="4" name="object 4"/>
            <p:cNvSpPr/>
            <p:nvPr/>
          </p:nvSpPr>
          <p:spPr>
            <a:xfrm>
              <a:off x="166687" y="357250"/>
              <a:ext cx="3801110" cy="828675"/>
            </a:xfrm>
            <a:custGeom>
              <a:avLst/>
              <a:gdLst/>
              <a:ahLst/>
              <a:cxnLst/>
              <a:rect l="l" t="t" r="r" b="b"/>
              <a:pathLst>
                <a:path w="3801110" h="828675">
                  <a:moveTo>
                    <a:pt x="3563683" y="0"/>
                  </a:moveTo>
                  <a:lnTo>
                    <a:pt x="236766" y="0"/>
                  </a:lnTo>
                  <a:lnTo>
                    <a:pt x="189050" y="4806"/>
                  </a:lnTo>
                  <a:lnTo>
                    <a:pt x="144607" y="18593"/>
                  </a:lnTo>
                  <a:lnTo>
                    <a:pt x="104389" y="40411"/>
                  </a:lnTo>
                  <a:lnTo>
                    <a:pt x="69348" y="69310"/>
                  </a:lnTo>
                  <a:lnTo>
                    <a:pt x="40436" y="104340"/>
                  </a:lnTo>
                  <a:lnTo>
                    <a:pt x="18606" y="144553"/>
                  </a:lnTo>
                  <a:lnTo>
                    <a:pt x="4810" y="188999"/>
                  </a:lnTo>
                  <a:lnTo>
                    <a:pt x="0" y="236727"/>
                  </a:lnTo>
                  <a:lnTo>
                    <a:pt x="0" y="591820"/>
                  </a:lnTo>
                  <a:lnTo>
                    <a:pt x="4810" y="639554"/>
                  </a:lnTo>
                  <a:lnTo>
                    <a:pt x="18606" y="684014"/>
                  </a:lnTo>
                  <a:lnTo>
                    <a:pt x="40436" y="724247"/>
                  </a:lnTo>
                  <a:lnTo>
                    <a:pt x="69348" y="759301"/>
                  </a:lnTo>
                  <a:lnTo>
                    <a:pt x="104389" y="788223"/>
                  </a:lnTo>
                  <a:lnTo>
                    <a:pt x="144607" y="810061"/>
                  </a:lnTo>
                  <a:lnTo>
                    <a:pt x="189050" y="823862"/>
                  </a:lnTo>
                  <a:lnTo>
                    <a:pt x="236766" y="828675"/>
                  </a:lnTo>
                  <a:lnTo>
                    <a:pt x="3563683" y="828675"/>
                  </a:lnTo>
                  <a:lnTo>
                    <a:pt x="3611417" y="823862"/>
                  </a:lnTo>
                  <a:lnTo>
                    <a:pt x="3655877" y="810061"/>
                  </a:lnTo>
                  <a:lnTo>
                    <a:pt x="3696110" y="788223"/>
                  </a:lnTo>
                  <a:lnTo>
                    <a:pt x="3731164" y="759301"/>
                  </a:lnTo>
                  <a:lnTo>
                    <a:pt x="3760087" y="724247"/>
                  </a:lnTo>
                  <a:lnTo>
                    <a:pt x="3781925" y="684014"/>
                  </a:lnTo>
                  <a:lnTo>
                    <a:pt x="3795726" y="639554"/>
                  </a:lnTo>
                  <a:lnTo>
                    <a:pt x="3800538" y="591820"/>
                  </a:lnTo>
                  <a:lnTo>
                    <a:pt x="3800538" y="236727"/>
                  </a:lnTo>
                  <a:lnTo>
                    <a:pt x="3795726" y="188999"/>
                  </a:lnTo>
                  <a:lnTo>
                    <a:pt x="3781925" y="144553"/>
                  </a:lnTo>
                  <a:lnTo>
                    <a:pt x="3760087" y="104340"/>
                  </a:lnTo>
                  <a:lnTo>
                    <a:pt x="3731164" y="69310"/>
                  </a:lnTo>
                  <a:lnTo>
                    <a:pt x="3696110" y="40411"/>
                  </a:lnTo>
                  <a:lnTo>
                    <a:pt x="3655877" y="18593"/>
                  </a:lnTo>
                  <a:lnTo>
                    <a:pt x="3611417" y="4806"/>
                  </a:lnTo>
                  <a:lnTo>
                    <a:pt x="3563683" y="0"/>
                  </a:lnTo>
                  <a:close/>
                </a:path>
              </a:pathLst>
            </a:custGeom>
            <a:solidFill>
              <a:srgbClr val="C1E4F5"/>
            </a:solidFill>
          </p:spPr>
          <p:txBody>
            <a:bodyPr wrap="square" lIns="0" tIns="0" rIns="0" bIns="0" rtlCol="0"/>
            <a:lstStyle/>
            <a:p>
              <a:endParaRPr/>
            </a:p>
          </p:txBody>
        </p:sp>
        <p:sp>
          <p:nvSpPr>
            <p:cNvPr id="5" name="object 5"/>
            <p:cNvSpPr/>
            <p:nvPr/>
          </p:nvSpPr>
          <p:spPr>
            <a:xfrm>
              <a:off x="166687" y="357250"/>
              <a:ext cx="3801110" cy="828675"/>
            </a:xfrm>
            <a:custGeom>
              <a:avLst/>
              <a:gdLst/>
              <a:ahLst/>
              <a:cxnLst/>
              <a:rect l="l" t="t" r="r" b="b"/>
              <a:pathLst>
                <a:path w="3801110" h="828675">
                  <a:moveTo>
                    <a:pt x="0" y="236727"/>
                  </a:moveTo>
                  <a:lnTo>
                    <a:pt x="4810" y="188999"/>
                  </a:lnTo>
                  <a:lnTo>
                    <a:pt x="18606" y="144553"/>
                  </a:lnTo>
                  <a:lnTo>
                    <a:pt x="40436" y="104340"/>
                  </a:lnTo>
                  <a:lnTo>
                    <a:pt x="69348" y="69310"/>
                  </a:lnTo>
                  <a:lnTo>
                    <a:pt x="104389" y="40411"/>
                  </a:lnTo>
                  <a:lnTo>
                    <a:pt x="144607" y="18593"/>
                  </a:lnTo>
                  <a:lnTo>
                    <a:pt x="189050" y="4806"/>
                  </a:lnTo>
                  <a:lnTo>
                    <a:pt x="236766" y="0"/>
                  </a:lnTo>
                  <a:lnTo>
                    <a:pt x="3563683" y="0"/>
                  </a:lnTo>
                  <a:lnTo>
                    <a:pt x="3611417" y="4806"/>
                  </a:lnTo>
                  <a:lnTo>
                    <a:pt x="3655877" y="18593"/>
                  </a:lnTo>
                  <a:lnTo>
                    <a:pt x="3696110" y="40411"/>
                  </a:lnTo>
                  <a:lnTo>
                    <a:pt x="3731164" y="69310"/>
                  </a:lnTo>
                  <a:lnTo>
                    <a:pt x="3760087" y="104340"/>
                  </a:lnTo>
                  <a:lnTo>
                    <a:pt x="3781925" y="144553"/>
                  </a:lnTo>
                  <a:lnTo>
                    <a:pt x="3795726" y="188999"/>
                  </a:lnTo>
                  <a:lnTo>
                    <a:pt x="3800538" y="236727"/>
                  </a:lnTo>
                  <a:lnTo>
                    <a:pt x="3800538" y="591820"/>
                  </a:lnTo>
                  <a:lnTo>
                    <a:pt x="3795726" y="639554"/>
                  </a:lnTo>
                  <a:lnTo>
                    <a:pt x="3781925" y="684014"/>
                  </a:lnTo>
                  <a:lnTo>
                    <a:pt x="3760087" y="724247"/>
                  </a:lnTo>
                  <a:lnTo>
                    <a:pt x="3731164" y="759301"/>
                  </a:lnTo>
                  <a:lnTo>
                    <a:pt x="3696110" y="788223"/>
                  </a:lnTo>
                  <a:lnTo>
                    <a:pt x="3655877" y="810061"/>
                  </a:lnTo>
                  <a:lnTo>
                    <a:pt x="3611417" y="823862"/>
                  </a:lnTo>
                  <a:lnTo>
                    <a:pt x="3563683" y="828675"/>
                  </a:lnTo>
                  <a:lnTo>
                    <a:pt x="236766" y="828675"/>
                  </a:lnTo>
                  <a:lnTo>
                    <a:pt x="189050" y="823862"/>
                  </a:lnTo>
                  <a:lnTo>
                    <a:pt x="144607" y="810061"/>
                  </a:lnTo>
                  <a:lnTo>
                    <a:pt x="104389" y="788223"/>
                  </a:lnTo>
                  <a:lnTo>
                    <a:pt x="69348" y="759301"/>
                  </a:lnTo>
                  <a:lnTo>
                    <a:pt x="40436" y="724247"/>
                  </a:lnTo>
                  <a:lnTo>
                    <a:pt x="18606" y="684014"/>
                  </a:lnTo>
                  <a:lnTo>
                    <a:pt x="4810" y="639554"/>
                  </a:lnTo>
                  <a:lnTo>
                    <a:pt x="0" y="591820"/>
                  </a:lnTo>
                  <a:lnTo>
                    <a:pt x="0" y="236727"/>
                  </a:lnTo>
                  <a:close/>
                </a:path>
              </a:pathLst>
            </a:custGeom>
            <a:ln w="7620">
              <a:solidFill>
                <a:srgbClr val="BED2D7"/>
              </a:solidFill>
            </a:ln>
          </p:spPr>
          <p:txBody>
            <a:bodyPr wrap="square" lIns="0" tIns="0" rIns="0" bIns="0" rtlCol="0"/>
            <a:lstStyle/>
            <a:p>
              <a:endParaRPr/>
            </a:p>
          </p:txBody>
        </p:sp>
      </p:grpSp>
      <p:sp>
        <p:nvSpPr>
          <p:cNvPr id="6" name="object 6"/>
          <p:cNvSpPr txBox="1">
            <a:spLocks noGrp="1"/>
          </p:cNvSpPr>
          <p:nvPr>
            <p:ph type="title"/>
          </p:nvPr>
        </p:nvSpPr>
        <p:spPr>
          <a:xfrm>
            <a:off x="310515" y="428624"/>
            <a:ext cx="3134360" cy="632460"/>
          </a:xfrm>
          <a:prstGeom prst="rect">
            <a:avLst/>
          </a:prstGeom>
        </p:spPr>
        <p:txBody>
          <a:bodyPr vert="horz" wrap="square" lIns="0" tIns="16510" rIns="0" bIns="0" rtlCol="0">
            <a:spAutoFit/>
          </a:bodyPr>
          <a:lstStyle/>
          <a:p>
            <a:pPr marL="12700">
              <a:lnSpc>
                <a:spcPct val="100000"/>
              </a:lnSpc>
              <a:spcBef>
                <a:spcPts val="130"/>
              </a:spcBef>
            </a:pPr>
            <a:r>
              <a:rPr sz="3950" spc="-10" dirty="0"/>
              <a:t>DISCUSSION</a:t>
            </a:r>
            <a:endParaRPr sz="39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39152" y="267715"/>
            <a:ext cx="3808729" cy="836294"/>
            <a:chOff x="839152" y="267715"/>
            <a:chExt cx="3808729" cy="836294"/>
          </a:xfrm>
        </p:grpSpPr>
        <p:sp>
          <p:nvSpPr>
            <p:cNvPr id="3" name="object 3"/>
            <p:cNvSpPr/>
            <p:nvPr/>
          </p:nvSpPr>
          <p:spPr>
            <a:xfrm>
              <a:off x="842962" y="271525"/>
              <a:ext cx="3801110" cy="828675"/>
            </a:xfrm>
            <a:custGeom>
              <a:avLst/>
              <a:gdLst/>
              <a:ahLst/>
              <a:cxnLst/>
              <a:rect l="l" t="t" r="r" b="b"/>
              <a:pathLst>
                <a:path w="3801110" h="828675">
                  <a:moveTo>
                    <a:pt x="3563683" y="0"/>
                  </a:moveTo>
                  <a:lnTo>
                    <a:pt x="236766" y="0"/>
                  </a:lnTo>
                  <a:lnTo>
                    <a:pt x="189050" y="4806"/>
                  </a:lnTo>
                  <a:lnTo>
                    <a:pt x="144607" y="18593"/>
                  </a:lnTo>
                  <a:lnTo>
                    <a:pt x="104389" y="40411"/>
                  </a:lnTo>
                  <a:lnTo>
                    <a:pt x="69348" y="69310"/>
                  </a:lnTo>
                  <a:lnTo>
                    <a:pt x="40436" y="104340"/>
                  </a:lnTo>
                  <a:lnTo>
                    <a:pt x="18606" y="144553"/>
                  </a:lnTo>
                  <a:lnTo>
                    <a:pt x="4810" y="188999"/>
                  </a:lnTo>
                  <a:lnTo>
                    <a:pt x="0" y="236727"/>
                  </a:lnTo>
                  <a:lnTo>
                    <a:pt x="0" y="591820"/>
                  </a:lnTo>
                  <a:lnTo>
                    <a:pt x="4810" y="639554"/>
                  </a:lnTo>
                  <a:lnTo>
                    <a:pt x="18606" y="684014"/>
                  </a:lnTo>
                  <a:lnTo>
                    <a:pt x="40436" y="724247"/>
                  </a:lnTo>
                  <a:lnTo>
                    <a:pt x="69348" y="759301"/>
                  </a:lnTo>
                  <a:lnTo>
                    <a:pt x="104389" y="788223"/>
                  </a:lnTo>
                  <a:lnTo>
                    <a:pt x="144607" y="810061"/>
                  </a:lnTo>
                  <a:lnTo>
                    <a:pt x="189050" y="823862"/>
                  </a:lnTo>
                  <a:lnTo>
                    <a:pt x="236766" y="828675"/>
                  </a:lnTo>
                  <a:lnTo>
                    <a:pt x="3563683" y="828675"/>
                  </a:lnTo>
                  <a:lnTo>
                    <a:pt x="3611417" y="823862"/>
                  </a:lnTo>
                  <a:lnTo>
                    <a:pt x="3655877" y="810061"/>
                  </a:lnTo>
                  <a:lnTo>
                    <a:pt x="3696110" y="788223"/>
                  </a:lnTo>
                  <a:lnTo>
                    <a:pt x="3731164" y="759301"/>
                  </a:lnTo>
                  <a:lnTo>
                    <a:pt x="3760087" y="724247"/>
                  </a:lnTo>
                  <a:lnTo>
                    <a:pt x="3781925" y="684014"/>
                  </a:lnTo>
                  <a:lnTo>
                    <a:pt x="3795726" y="639554"/>
                  </a:lnTo>
                  <a:lnTo>
                    <a:pt x="3800538" y="591820"/>
                  </a:lnTo>
                  <a:lnTo>
                    <a:pt x="3800538" y="236727"/>
                  </a:lnTo>
                  <a:lnTo>
                    <a:pt x="3795726" y="188999"/>
                  </a:lnTo>
                  <a:lnTo>
                    <a:pt x="3781925" y="144553"/>
                  </a:lnTo>
                  <a:lnTo>
                    <a:pt x="3760087" y="104340"/>
                  </a:lnTo>
                  <a:lnTo>
                    <a:pt x="3731164" y="69310"/>
                  </a:lnTo>
                  <a:lnTo>
                    <a:pt x="3696110" y="40411"/>
                  </a:lnTo>
                  <a:lnTo>
                    <a:pt x="3655877" y="18593"/>
                  </a:lnTo>
                  <a:lnTo>
                    <a:pt x="3611417" y="4806"/>
                  </a:lnTo>
                  <a:lnTo>
                    <a:pt x="3563683" y="0"/>
                  </a:lnTo>
                  <a:close/>
                </a:path>
              </a:pathLst>
            </a:custGeom>
            <a:solidFill>
              <a:srgbClr val="C1E4F5"/>
            </a:solidFill>
          </p:spPr>
          <p:txBody>
            <a:bodyPr wrap="square" lIns="0" tIns="0" rIns="0" bIns="0" rtlCol="0"/>
            <a:lstStyle/>
            <a:p>
              <a:endParaRPr/>
            </a:p>
          </p:txBody>
        </p:sp>
        <p:sp>
          <p:nvSpPr>
            <p:cNvPr id="4" name="object 4"/>
            <p:cNvSpPr/>
            <p:nvPr/>
          </p:nvSpPr>
          <p:spPr>
            <a:xfrm>
              <a:off x="842962" y="271525"/>
              <a:ext cx="3801110" cy="828675"/>
            </a:xfrm>
            <a:custGeom>
              <a:avLst/>
              <a:gdLst/>
              <a:ahLst/>
              <a:cxnLst/>
              <a:rect l="l" t="t" r="r" b="b"/>
              <a:pathLst>
                <a:path w="3801110" h="828675">
                  <a:moveTo>
                    <a:pt x="0" y="236727"/>
                  </a:moveTo>
                  <a:lnTo>
                    <a:pt x="4810" y="188999"/>
                  </a:lnTo>
                  <a:lnTo>
                    <a:pt x="18606" y="144553"/>
                  </a:lnTo>
                  <a:lnTo>
                    <a:pt x="40436" y="104340"/>
                  </a:lnTo>
                  <a:lnTo>
                    <a:pt x="69348" y="69310"/>
                  </a:lnTo>
                  <a:lnTo>
                    <a:pt x="104389" y="40411"/>
                  </a:lnTo>
                  <a:lnTo>
                    <a:pt x="144607" y="18593"/>
                  </a:lnTo>
                  <a:lnTo>
                    <a:pt x="189050" y="4806"/>
                  </a:lnTo>
                  <a:lnTo>
                    <a:pt x="236766" y="0"/>
                  </a:lnTo>
                  <a:lnTo>
                    <a:pt x="3563683" y="0"/>
                  </a:lnTo>
                  <a:lnTo>
                    <a:pt x="3611417" y="4806"/>
                  </a:lnTo>
                  <a:lnTo>
                    <a:pt x="3655877" y="18593"/>
                  </a:lnTo>
                  <a:lnTo>
                    <a:pt x="3696110" y="40411"/>
                  </a:lnTo>
                  <a:lnTo>
                    <a:pt x="3731164" y="69310"/>
                  </a:lnTo>
                  <a:lnTo>
                    <a:pt x="3760087" y="104340"/>
                  </a:lnTo>
                  <a:lnTo>
                    <a:pt x="3781925" y="144553"/>
                  </a:lnTo>
                  <a:lnTo>
                    <a:pt x="3795726" y="188999"/>
                  </a:lnTo>
                  <a:lnTo>
                    <a:pt x="3800538" y="236727"/>
                  </a:lnTo>
                  <a:lnTo>
                    <a:pt x="3800538" y="591820"/>
                  </a:lnTo>
                  <a:lnTo>
                    <a:pt x="3795726" y="639554"/>
                  </a:lnTo>
                  <a:lnTo>
                    <a:pt x="3781925" y="684014"/>
                  </a:lnTo>
                  <a:lnTo>
                    <a:pt x="3760087" y="724247"/>
                  </a:lnTo>
                  <a:lnTo>
                    <a:pt x="3731164" y="759301"/>
                  </a:lnTo>
                  <a:lnTo>
                    <a:pt x="3696110" y="788223"/>
                  </a:lnTo>
                  <a:lnTo>
                    <a:pt x="3655877" y="810061"/>
                  </a:lnTo>
                  <a:lnTo>
                    <a:pt x="3611417" y="823862"/>
                  </a:lnTo>
                  <a:lnTo>
                    <a:pt x="3563683" y="828675"/>
                  </a:lnTo>
                  <a:lnTo>
                    <a:pt x="236766" y="828675"/>
                  </a:lnTo>
                  <a:lnTo>
                    <a:pt x="189050" y="823862"/>
                  </a:lnTo>
                  <a:lnTo>
                    <a:pt x="144607" y="810061"/>
                  </a:lnTo>
                  <a:lnTo>
                    <a:pt x="104389" y="788223"/>
                  </a:lnTo>
                  <a:lnTo>
                    <a:pt x="69348" y="759301"/>
                  </a:lnTo>
                  <a:lnTo>
                    <a:pt x="40436" y="724247"/>
                  </a:lnTo>
                  <a:lnTo>
                    <a:pt x="18606" y="684014"/>
                  </a:lnTo>
                  <a:lnTo>
                    <a:pt x="4810" y="639554"/>
                  </a:lnTo>
                  <a:lnTo>
                    <a:pt x="0" y="591820"/>
                  </a:lnTo>
                  <a:lnTo>
                    <a:pt x="0" y="236727"/>
                  </a:lnTo>
                  <a:close/>
                </a:path>
              </a:pathLst>
            </a:custGeom>
            <a:ln w="7620">
              <a:solidFill>
                <a:srgbClr val="BED2D7"/>
              </a:solidFill>
            </a:ln>
          </p:spPr>
          <p:txBody>
            <a:bodyPr wrap="square" lIns="0" tIns="0" rIns="0" bIns="0" rtlCol="0"/>
            <a:lstStyle/>
            <a:p>
              <a:endParaRPr/>
            </a:p>
          </p:txBody>
        </p:sp>
      </p:grpSp>
      <p:sp>
        <p:nvSpPr>
          <p:cNvPr id="5" name="object 5"/>
          <p:cNvSpPr txBox="1">
            <a:spLocks noGrp="1"/>
          </p:cNvSpPr>
          <p:nvPr>
            <p:ph type="title"/>
          </p:nvPr>
        </p:nvSpPr>
        <p:spPr>
          <a:xfrm>
            <a:off x="986789" y="341630"/>
            <a:ext cx="3467735" cy="632460"/>
          </a:xfrm>
          <a:prstGeom prst="rect">
            <a:avLst/>
          </a:prstGeom>
        </p:spPr>
        <p:txBody>
          <a:bodyPr vert="horz" wrap="square" lIns="0" tIns="16510" rIns="0" bIns="0" rtlCol="0">
            <a:spAutoFit/>
          </a:bodyPr>
          <a:lstStyle/>
          <a:p>
            <a:pPr marL="12700">
              <a:lnSpc>
                <a:spcPct val="100000"/>
              </a:lnSpc>
              <a:spcBef>
                <a:spcPts val="130"/>
              </a:spcBef>
            </a:pPr>
            <a:r>
              <a:rPr sz="3950" spc="-10" dirty="0"/>
              <a:t>CONCLUSION</a:t>
            </a:r>
            <a:endParaRPr sz="3950"/>
          </a:p>
        </p:txBody>
      </p:sp>
      <p:sp>
        <p:nvSpPr>
          <p:cNvPr id="6" name="object 6"/>
          <p:cNvSpPr txBox="1"/>
          <p:nvPr/>
        </p:nvSpPr>
        <p:spPr>
          <a:xfrm>
            <a:off x="917575" y="1522666"/>
            <a:ext cx="9727565" cy="448945"/>
          </a:xfrm>
          <a:prstGeom prst="rect">
            <a:avLst/>
          </a:prstGeom>
        </p:spPr>
        <p:txBody>
          <a:bodyPr vert="horz" wrap="square" lIns="0" tIns="15875" rIns="0" bIns="0" rtlCol="0">
            <a:spAutoFit/>
          </a:bodyPr>
          <a:lstStyle/>
          <a:p>
            <a:pPr marL="240665" indent="-227965">
              <a:lnSpc>
                <a:spcPct val="100000"/>
              </a:lnSpc>
              <a:spcBef>
                <a:spcPts val="125"/>
              </a:spcBef>
              <a:buFont typeface="Arial MT"/>
              <a:buChar char="•"/>
              <a:tabLst>
                <a:tab pos="240665" algn="l"/>
              </a:tabLst>
            </a:pPr>
            <a:r>
              <a:rPr sz="2750" spc="-110" dirty="0">
                <a:latin typeface="Trebuchet MS"/>
                <a:cs typeface="Trebuchet MS"/>
              </a:rPr>
              <a:t>The</a:t>
            </a:r>
            <a:r>
              <a:rPr sz="2750" spc="-170" dirty="0">
                <a:latin typeface="Trebuchet MS"/>
                <a:cs typeface="Trebuchet MS"/>
              </a:rPr>
              <a:t> </a:t>
            </a:r>
            <a:r>
              <a:rPr sz="2750" spc="-10" dirty="0">
                <a:latin typeface="Trebuchet MS"/>
                <a:cs typeface="Trebuchet MS"/>
              </a:rPr>
              <a:t>study</a:t>
            </a:r>
            <a:r>
              <a:rPr sz="2750" spc="-185" dirty="0">
                <a:latin typeface="Trebuchet MS"/>
                <a:cs typeface="Trebuchet MS"/>
              </a:rPr>
              <a:t> </a:t>
            </a:r>
            <a:r>
              <a:rPr sz="2750" spc="-35" dirty="0">
                <a:latin typeface="Trebuchet MS"/>
                <a:cs typeface="Trebuchet MS"/>
              </a:rPr>
              <a:t>highlights</a:t>
            </a:r>
            <a:r>
              <a:rPr sz="2750" spc="-195" dirty="0">
                <a:latin typeface="Trebuchet MS"/>
                <a:cs typeface="Trebuchet MS"/>
              </a:rPr>
              <a:t> </a:t>
            </a:r>
            <a:r>
              <a:rPr sz="2750" dirty="0">
                <a:latin typeface="Trebuchet MS"/>
                <a:cs typeface="Trebuchet MS"/>
              </a:rPr>
              <a:t>a</a:t>
            </a:r>
            <a:r>
              <a:rPr sz="2750" spc="-254" dirty="0">
                <a:latin typeface="Trebuchet MS"/>
                <a:cs typeface="Trebuchet MS"/>
              </a:rPr>
              <a:t> </a:t>
            </a:r>
            <a:r>
              <a:rPr sz="2750" dirty="0">
                <a:latin typeface="Trebuchet MS"/>
                <a:cs typeface="Trebuchet MS"/>
              </a:rPr>
              <a:t>concerning</a:t>
            </a:r>
            <a:r>
              <a:rPr sz="2750" spc="-200" dirty="0">
                <a:latin typeface="Trebuchet MS"/>
                <a:cs typeface="Trebuchet MS"/>
              </a:rPr>
              <a:t> </a:t>
            </a:r>
            <a:r>
              <a:rPr sz="2750" spc="-30" dirty="0">
                <a:latin typeface="Trebuchet MS"/>
                <a:cs typeface="Trebuchet MS"/>
              </a:rPr>
              <a:t>gap</a:t>
            </a:r>
            <a:r>
              <a:rPr sz="2750" spc="-185" dirty="0">
                <a:latin typeface="Trebuchet MS"/>
                <a:cs typeface="Trebuchet MS"/>
              </a:rPr>
              <a:t> </a:t>
            </a:r>
            <a:r>
              <a:rPr sz="2750" spc="-55" dirty="0">
                <a:latin typeface="Trebuchet MS"/>
                <a:cs typeface="Trebuchet MS"/>
              </a:rPr>
              <a:t>between</a:t>
            </a:r>
            <a:r>
              <a:rPr sz="2750" spc="-160" dirty="0">
                <a:latin typeface="Trebuchet MS"/>
                <a:cs typeface="Trebuchet MS"/>
              </a:rPr>
              <a:t> </a:t>
            </a:r>
            <a:r>
              <a:rPr sz="2750" spc="-35" dirty="0">
                <a:latin typeface="Trebuchet MS"/>
                <a:cs typeface="Trebuchet MS"/>
              </a:rPr>
              <a:t>knowledge</a:t>
            </a:r>
            <a:r>
              <a:rPr sz="2750" spc="-235" dirty="0">
                <a:latin typeface="Trebuchet MS"/>
                <a:cs typeface="Trebuchet MS"/>
              </a:rPr>
              <a:t> </a:t>
            </a:r>
            <a:r>
              <a:rPr sz="2750" spc="-25" dirty="0">
                <a:latin typeface="Trebuchet MS"/>
                <a:cs typeface="Trebuchet MS"/>
              </a:rPr>
              <a:t>and</a:t>
            </a:r>
            <a:endParaRPr sz="2750">
              <a:latin typeface="Trebuchet MS"/>
              <a:cs typeface="Trebuchet MS"/>
            </a:endParaRPr>
          </a:p>
        </p:txBody>
      </p:sp>
      <p:sp>
        <p:nvSpPr>
          <p:cNvPr id="7" name="object 7"/>
          <p:cNvSpPr txBox="1"/>
          <p:nvPr/>
        </p:nvSpPr>
        <p:spPr>
          <a:xfrm>
            <a:off x="1146492" y="1818322"/>
            <a:ext cx="8712200" cy="448945"/>
          </a:xfrm>
          <a:prstGeom prst="rect">
            <a:avLst/>
          </a:prstGeom>
        </p:spPr>
        <p:txBody>
          <a:bodyPr vert="horz" wrap="square" lIns="0" tIns="15875" rIns="0" bIns="0" rtlCol="0">
            <a:spAutoFit/>
          </a:bodyPr>
          <a:lstStyle/>
          <a:p>
            <a:pPr marL="12700">
              <a:lnSpc>
                <a:spcPct val="100000"/>
              </a:lnSpc>
              <a:spcBef>
                <a:spcPts val="125"/>
              </a:spcBef>
            </a:pPr>
            <a:r>
              <a:rPr sz="2750" spc="-50" dirty="0">
                <a:latin typeface="Trebuchet MS"/>
                <a:cs typeface="Trebuchet MS"/>
              </a:rPr>
              <a:t>practice</a:t>
            </a:r>
            <a:r>
              <a:rPr sz="2750" spc="-130" dirty="0">
                <a:latin typeface="Trebuchet MS"/>
                <a:cs typeface="Trebuchet MS"/>
              </a:rPr>
              <a:t> </a:t>
            </a:r>
            <a:r>
              <a:rPr sz="2750" dirty="0">
                <a:latin typeface="Trebuchet MS"/>
                <a:cs typeface="Trebuchet MS"/>
              </a:rPr>
              <a:t>among</a:t>
            </a:r>
            <a:r>
              <a:rPr sz="2750" spc="-245" dirty="0">
                <a:latin typeface="Trebuchet MS"/>
                <a:cs typeface="Trebuchet MS"/>
              </a:rPr>
              <a:t> </a:t>
            </a:r>
            <a:r>
              <a:rPr sz="2750" spc="-40" dirty="0">
                <a:latin typeface="Trebuchet MS"/>
                <a:cs typeface="Trebuchet MS"/>
              </a:rPr>
              <a:t>healthcare</a:t>
            </a:r>
            <a:r>
              <a:rPr sz="2750" spc="-204" dirty="0">
                <a:latin typeface="Trebuchet MS"/>
                <a:cs typeface="Trebuchet MS"/>
              </a:rPr>
              <a:t> </a:t>
            </a:r>
            <a:r>
              <a:rPr sz="2750" spc="-10" dirty="0">
                <a:latin typeface="Trebuchet MS"/>
                <a:cs typeface="Trebuchet MS"/>
              </a:rPr>
              <a:t>students.</a:t>
            </a:r>
            <a:r>
              <a:rPr sz="2750" spc="-215" dirty="0">
                <a:latin typeface="Trebuchet MS"/>
                <a:cs typeface="Trebuchet MS"/>
              </a:rPr>
              <a:t> </a:t>
            </a:r>
            <a:r>
              <a:rPr sz="2750" dirty="0">
                <a:latin typeface="Trebuchet MS"/>
                <a:cs typeface="Trebuchet MS"/>
              </a:rPr>
              <a:t>Despite</a:t>
            </a:r>
            <a:r>
              <a:rPr sz="2750" spc="-204" dirty="0">
                <a:latin typeface="Trebuchet MS"/>
                <a:cs typeface="Trebuchet MS"/>
              </a:rPr>
              <a:t> </a:t>
            </a:r>
            <a:r>
              <a:rPr sz="2750" spc="80" dirty="0">
                <a:latin typeface="Trebuchet MS"/>
                <a:cs typeface="Trebuchet MS"/>
              </a:rPr>
              <a:t>possessing</a:t>
            </a:r>
            <a:endParaRPr sz="2750">
              <a:latin typeface="Trebuchet MS"/>
              <a:cs typeface="Trebuchet MS"/>
            </a:endParaRPr>
          </a:p>
        </p:txBody>
      </p:sp>
      <p:sp>
        <p:nvSpPr>
          <p:cNvPr id="8" name="object 8"/>
          <p:cNvSpPr txBox="1"/>
          <p:nvPr/>
        </p:nvSpPr>
        <p:spPr>
          <a:xfrm>
            <a:off x="1146492" y="2113661"/>
            <a:ext cx="8978900" cy="449580"/>
          </a:xfrm>
          <a:prstGeom prst="rect">
            <a:avLst/>
          </a:prstGeom>
        </p:spPr>
        <p:txBody>
          <a:bodyPr vert="horz" wrap="square" lIns="0" tIns="16510" rIns="0" bIns="0" rtlCol="0">
            <a:spAutoFit/>
          </a:bodyPr>
          <a:lstStyle/>
          <a:p>
            <a:pPr marL="12700">
              <a:lnSpc>
                <a:spcPct val="100000"/>
              </a:lnSpc>
              <a:spcBef>
                <a:spcPts val="130"/>
              </a:spcBef>
            </a:pPr>
            <a:r>
              <a:rPr sz="2750" spc="-25" dirty="0">
                <a:latin typeface="Trebuchet MS"/>
                <a:cs typeface="Trebuchet MS"/>
              </a:rPr>
              <a:t>adequate</a:t>
            </a:r>
            <a:r>
              <a:rPr sz="2750" spc="-210" dirty="0">
                <a:latin typeface="Trebuchet MS"/>
                <a:cs typeface="Trebuchet MS"/>
              </a:rPr>
              <a:t> </a:t>
            </a:r>
            <a:r>
              <a:rPr sz="2750" spc="-60" dirty="0">
                <a:latin typeface="Trebuchet MS"/>
                <a:cs typeface="Trebuchet MS"/>
              </a:rPr>
              <a:t>knowledge,</a:t>
            </a:r>
            <a:r>
              <a:rPr sz="2750" spc="-215" dirty="0">
                <a:latin typeface="Trebuchet MS"/>
                <a:cs typeface="Trebuchet MS"/>
              </a:rPr>
              <a:t> </a:t>
            </a:r>
            <a:r>
              <a:rPr sz="2750" spc="-60" dirty="0">
                <a:latin typeface="Trebuchet MS"/>
                <a:cs typeface="Trebuchet MS"/>
              </a:rPr>
              <a:t>inappropriate</a:t>
            </a:r>
            <a:r>
              <a:rPr sz="2750" spc="-130" dirty="0">
                <a:latin typeface="Trebuchet MS"/>
                <a:cs typeface="Trebuchet MS"/>
              </a:rPr>
              <a:t> </a:t>
            </a:r>
            <a:r>
              <a:rPr sz="2750" spc="-65" dirty="0">
                <a:latin typeface="Trebuchet MS"/>
                <a:cs typeface="Trebuchet MS"/>
              </a:rPr>
              <a:t>antibiotic</a:t>
            </a:r>
            <a:r>
              <a:rPr sz="2750" spc="-125" dirty="0">
                <a:latin typeface="Trebuchet MS"/>
                <a:cs typeface="Trebuchet MS"/>
              </a:rPr>
              <a:t> </a:t>
            </a:r>
            <a:r>
              <a:rPr sz="2750" spc="80" dirty="0">
                <a:latin typeface="Trebuchet MS"/>
                <a:cs typeface="Trebuchet MS"/>
              </a:rPr>
              <a:t>use</a:t>
            </a:r>
            <a:r>
              <a:rPr sz="2750" spc="-210" dirty="0">
                <a:latin typeface="Trebuchet MS"/>
                <a:cs typeface="Trebuchet MS"/>
              </a:rPr>
              <a:t> </a:t>
            </a:r>
            <a:r>
              <a:rPr sz="2750" spc="-10" dirty="0">
                <a:latin typeface="Trebuchet MS"/>
                <a:cs typeface="Trebuchet MS"/>
              </a:rPr>
              <a:t>persists.</a:t>
            </a:r>
            <a:endParaRPr sz="2750">
              <a:latin typeface="Trebuchet MS"/>
              <a:cs typeface="Trebuchet MS"/>
            </a:endParaRPr>
          </a:p>
        </p:txBody>
      </p:sp>
      <p:sp>
        <p:nvSpPr>
          <p:cNvPr id="9" name="object 9"/>
          <p:cNvSpPr txBox="1"/>
          <p:nvPr/>
        </p:nvSpPr>
        <p:spPr>
          <a:xfrm>
            <a:off x="917575" y="2542793"/>
            <a:ext cx="9427845" cy="449580"/>
          </a:xfrm>
          <a:prstGeom prst="rect">
            <a:avLst/>
          </a:prstGeom>
        </p:spPr>
        <p:txBody>
          <a:bodyPr vert="horz" wrap="square" lIns="0" tIns="16510" rIns="0" bIns="0" rtlCol="0">
            <a:spAutoFit/>
          </a:bodyPr>
          <a:lstStyle/>
          <a:p>
            <a:pPr marL="241300" indent="-228600">
              <a:lnSpc>
                <a:spcPct val="100000"/>
              </a:lnSpc>
              <a:spcBef>
                <a:spcPts val="130"/>
              </a:spcBef>
              <a:buFont typeface="Arial MT"/>
              <a:buChar char="•"/>
              <a:tabLst>
                <a:tab pos="241300" algn="l"/>
              </a:tabLst>
            </a:pPr>
            <a:r>
              <a:rPr sz="2750" spc="-25" dirty="0">
                <a:latin typeface="Trebuchet MS"/>
                <a:cs typeface="Trebuchet MS"/>
              </a:rPr>
              <a:t>These</a:t>
            </a:r>
            <a:r>
              <a:rPr sz="2750" spc="-150" dirty="0">
                <a:latin typeface="Trebuchet MS"/>
                <a:cs typeface="Trebuchet MS"/>
              </a:rPr>
              <a:t> </a:t>
            </a:r>
            <a:r>
              <a:rPr sz="2750" spc="-25" dirty="0">
                <a:latin typeface="Trebuchet MS"/>
                <a:cs typeface="Trebuchet MS"/>
              </a:rPr>
              <a:t>findings</a:t>
            </a:r>
            <a:r>
              <a:rPr sz="2750" spc="-270" dirty="0">
                <a:latin typeface="Trebuchet MS"/>
                <a:cs typeface="Trebuchet MS"/>
              </a:rPr>
              <a:t> </a:t>
            </a:r>
            <a:r>
              <a:rPr sz="2750" dirty="0">
                <a:latin typeface="Trebuchet MS"/>
                <a:cs typeface="Trebuchet MS"/>
              </a:rPr>
              <a:t>underscore</a:t>
            </a:r>
            <a:r>
              <a:rPr sz="2750" spc="-225" dirty="0">
                <a:latin typeface="Trebuchet MS"/>
                <a:cs typeface="Trebuchet MS"/>
              </a:rPr>
              <a:t> </a:t>
            </a:r>
            <a:r>
              <a:rPr sz="2750" spc="-70" dirty="0">
                <a:latin typeface="Trebuchet MS"/>
                <a:cs typeface="Trebuchet MS"/>
              </a:rPr>
              <a:t>the</a:t>
            </a:r>
            <a:r>
              <a:rPr sz="2750" spc="-225" dirty="0">
                <a:latin typeface="Trebuchet MS"/>
                <a:cs typeface="Trebuchet MS"/>
              </a:rPr>
              <a:t> </a:t>
            </a:r>
            <a:r>
              <a:rPr sz="2750" spc="-10" dirty="0">
                <a:latin typeface="Trebuchet MS"/>
                <a:cs typeface="Trebuchet MS"/>
              </a:rPr>
              <a:t>need</a:t>
            </a:r>
            <a:r>
              <a:rPr sz="2750" spc="-170" dirty="0">
                <a:latin typeface="Trebuchet MS"/>
                <a:cs typeface="Trebuchet MS"/>
              </a:rPr>
              <a:t> </a:t>
            </a:r>
            <a:r>
              <a:rPr sz="2750" spc="-120" dirty="0">
                <a:latin typeface="Trebuchet MS"/>
                <a:cs typeface="Trebuchet MS"/>
              </a:rPr>
              <a:t>for</a:t>
            </a:r>
            <a:r>
              <a:rPr sz="2750" spc="-215" dirty="0">
                <a:latin typeface="Trebuchet MS"/>
                <a:cs typeface="Trebuchet MS"/>
              </a:rPr>
              <a:t> </a:t>
            </a:r>
            <a:r>
              <a:rPr sz="2750" spc="-90" dirty="0">
                <a:latin typeface="Trebuchet MS"/>
                <a:cs typeface="Trebuchet MS"/>
              </a:rPr>
              <a:t>targeted</a:t>
            </a:r>
            <a:r>
              <a:rPr sz="2750" spc="-245" dirty="0">
                <a:latin typeface="Trebuchet MS"/>
                <a:cs typeface="Trebuchet MS"/>
              </a:rPr>
              <a:t> </a:t>
            </a:r>
            <a:r>
              <a:rPr sz="2750" spc="-10" dirty="0">
                <a:latin typeface="Trebuchet MS"/>
                <a:cs typeface="Trebuchet MS"/>
              </a:rPr>
              <a:t>educational</a:t>
            </a:r>
            <a:endParaRPr sz="2750">
              <a:latin typeface="Trebuchet MS"/>
              <a:cs typeface="Trebuchet MS"/>
            </a:endParaRPr>
          </a:p>
        </p:txBody>
      </p:sp>
      <p:sp>
        <p:nvSpPr>
          <p:cNvPr id="10" name="object 10"/>
          <p:cNvSpPr txBox="1"/>
          <p:nvPr/>
        </p:nvSpPr>
        <p:spPr>
          <a:xfrm>
            <a:off x="1146492" y="2838449"/>
            <a:ext cx="10095230" cy="755015"/>
          </a:xfrm>
          <a:prstGeom prst="rect">
            <a:avLst/>
          </a:prstGeom>
        </p:spPr>
        <p:txBody>
          <a:bodyPr vert="horz" wrap="square" lIns="0" tIns="130175" rIns="0" bIns="0" rtlCol="0">
            <a:spAutoFit/>
          </a:bodyPr>
          <a:lstStyle/>
          <a:p>
            <a:pPr marL="12700" marR="5080">
              <a:lnSpc>
                <a:spcPct val="72900"/>
              </a:lnSpc>
              <a:spcBef>
                <a:spcPts val="1025"/>
              </a:spcBef>
            </a:pPr>
            <a:r>
              <a:rPr sz="2750" spc="-50" dirty="0">
                <a:latin typeface="Trebuchet MS"/>
                <a:cs typeface="Trebuchet MS"/>
              </a:rPr>
              <a:t>interventions</a:t>
            </a:r>
            <a:r>
              <a:rPr sz="2750" spc="-225" dirty="0">
                <a:latin typeface="Trebuchet MS"/>
                <a:cs typeface="Trebuchet MS"/>
              </a:rPr>
              <a:t> </a:t>
            </a:r>
            <a:r>
              <a:rPr sz="2750" dirty="0">
                <a:latin typeface="Trebuchet MS"/>
                <a:cs typeface="Trebuchet MS"/>
              </a:rPr>
              <a:t>and</a:t>
            </a:r>
            <a:r>
              <a:rPr sz="2750" spc="-200" dirty="0">
                <a:latin typeface="Trebuchet MS"/>
                <a:cs typeface="Trebuchet MS"/>
              </a:rPr>
              <a:t> </a:t>
            </a:r>
            <a:r>
              <a:rPr sz="2750" spc="-45" dirty="0">
                <a:latin typeface="Trebuchet MS"/>
                <a:cs typeface="Trebuchet MS"/>
              </a:rPr>
              <a:t>behavioral</a:t>
            </a:r>
            <a:r>
              <a:rPr sz="2750" spc="-185" dirty="0">
                <a:latin typeface="Trebuchet MS"/>
                <a:cs typeface="Trebuchet MS"/>
              </a:rPr>
              <a:t> </a:t>
            </a:r>
            <a:r>
              <a:rPr sz="2750" dirty="0">
                <a:latin typeface="Trebuchet MS"/>
                <a:cs typeface="Trebuchet MS"/>
              </a:rPr>
              <a:t>change</a:t>
            </a:r>
            <a:r>
              <a:rPr sz="2750" spc="-175" dirty="0">
                <a:latin typeface="Trebuchet MS"/>
                <a:cs typeface="Trebuchet MS"/>
              </a:rPr>
              <a:t> </a:t>
            </a:r>
            <a:r>
              <a:rPr sz="2750" spc="-50" dirty="0">
                <a:latin typeface="Trebuchet MS"/>
                <a:cs typeface="Trebuchet MS"/>
              </a:rPr>
              <a:t>strategies</a:t>
            </a:r>
            <a:r>
              <a:rPr sz="2750" spc="-135" dirty="0">
                <a:latin typeface="Trebuchet MS"/>
                <a:cs typeface="Trebuchet MS"/>
              </a:rPr>
              <a:t> </a:t>
            </a:r>
            <a:r>
              <a:rPr sz="2750" spc="-85" dirty="0">
                <a:latin typeface="Trebuchet MS"/>
                <a:cs typeface="Trebuchet MS"/>
              </a:rPr>
              <a:t>within</a:t>
            </a:r>
            <a:r>
              <a:rPr sz="2750" spc="-170" dirty="0">
                <a:latin typeface="Trebuchet MS"/>
                <a:cs typeface="Trebuchet MS"/>
              </a:rPr>
              <a:t> </a:t>
            </a:r>
            <a:r>
              <a:rPr sz="2750" spc="-10" dirty="0">
                <a:latin typeface="Trebuchet MS"/>
                <a:cs typeface="Trebuchet MS"/>
              </a:rPr>
              <a:t>healthcare </a:t>
            </a:r>
            <a:r>
              <a:rPr sz="2750" spc="-25" dirty="0">
                <a:latin typeface="Trebuchet MS"/>
                <a:cs typeface="Trebuchet MS"/>
              </a:rPr>
              <a:t>curricula</a:t>
            </a:r>
            <a:r>
              <a:rPr sz="2750" spc="-235" dirty="0">
                <a:latin typeface="Trebuchet MS"/>
                <a:cs typeface="Trebuchet MS"/>
              </a:rPr>
              <a:t> </a:t>
            </a:r>
            <a:r>
              <a:rPr sz="2750" spc="-85" dirty="0">
                <a:latin typeface="Trebuchet MS"/>
                <a:cs typeface="Trebuchet MS"/>
              </a:rPr>
              <a:t>to</a:t>
            </a:r>
            <a:r>
              <a:rPr sz="2750" spc="-210" dirty="0">
                <a:latin typeface="Trebuchet MS"/>
                <a:cs typeface="Trebuchet MS"/>
              </a:rPr>
              <a:t> </a:t>
            </a:r>
            <a:r>
              <a:rPr sz="2750" spc="-35" dirty="0">
                <a:latin typeface="Trebuchet MS"/>
                <a:cs typeface="Trebuchet MS"/>
              </a:rPr>
              <a:t>promote</a:t>
            </a:r>
            <a:r>
              <a:rPr sz="2750" spc="-215" dirty="0">
                <a:latin typeface="Trebuchet MS"/>
                <a:cs typeface="Trebuchet MS"/>
              </a:rPr>
              <a:t> </a:t>
            </a:r>
            <a:r>
              <a:rPr sz="2750" dirty="0">
                <a:latin typeface="Trebuchet MS"/>
                <a:cs typeface="Trebuchet MS"/>
              </a:rPr>
              <a:t>responsible</a:t>
            </a:r>
            <a:r>
              <a:rPr sz="2750" spc="-220" dirty="0">
                <a:latin typeface="Trebuchet MS"/>
                <a:cs typeface="Trebuchet MS"/>
              </a:rPr>
              <a:t> </a:t>
            </a:r>
            <a:r>
              <a:rPr sz="2750" spc="-60" dirty="0">
                <a:latin typeface="Trebuchet MS"/>
                <a:cs typeface="Trebuchet MS"/>
              </a:rPr>
              <a:t>antibiotic</a:t>
            </a:r>
            <a:r>
              <a:rPr sz="2750" spc="-210" dirty="0">
                <a:latin typeface="Trebuchet MS"/>
                <a:cs typeface="Trebuchet MS"/>
              </a:rPr>
              <a:t> </a:t>
            </a:r>
            <a:r>
              <a:rPr sz="2750" spc="80" dirty="0">
                <a:latin typeface="Trebuchet MS"/>
                <a:cs typeface="Trebuchet MS"/>
              </a:rPr>
              <a:t>use</a:t>
            </a:r>
            <a:r>
              <a:rPr sz="2750" spc="-140" dirty="0">
                <a:latin typeface="Trebuchet MS"/>
                <a:cs typeface="Trebuchet MS"/>
              </a:rPr>
              <a:t> </a:t>
            </a:r>
            <a:r>
              <a:rPr sz="2750" dirty="0">
                <a:latin typeface="Trebuchet MS"/>
                <a:cs typeface="Trebuchet MS"/>
              </a:rPr>
              <a:t>and</a:t>
            </a:r>
            <a:r>
              <a:rPr sz="2750" spc="-160" dirty="0">
                <a:latin typeface="Trebuchet MS"/>
                <a:cs typeface="Trebuchet MS"/>
              </a:rPr>
              <a:t> </a:t>
            </a:r>
            <a:r>
              <a:rPr sz="2750" dirty="0">
                <a:latin typeface="Trebuchet MS"/>
                <a:cs typeface="Trebuchet MS"/>
              </a:rPr>
              <a:t>combat</a:t>
            </a:r>
            <a:r>
              <a:rPr sz="2750" spc="-170" dirty="0">
                <a:latin typeface="Trebuchet MS"/>
                <a:cs typeface="Trebuchet MS"/>
              </a:rPr>
              <a:t> </a:t>
            </a:r>
            <a:r>
              <a:rPr sz="2750" spc="-10" dirty="0">
                <a:latin typeface="Trebuchet MS"/>
                <a:cs typeface="Trebuchet MS"/>
              </a:rPr>
              <a:t>future</a:t>
            </a:r>
            <a:endParaRPr sz="2750">
              <a:latin typeface="Trebuchet MS"/>
              <a:cs typeface="Trebuchet MS"/>
            </a:endParaRPr>
          </a:p>
        </p:txBody>
      </p:sp>
      <p:sp>
        <p:nvSpPr>
          <p:cNvPr id="11" name="object 11"/>
          <p:cNvSpPr txBox="1"/>
          <p:nvPr/>
        </p:nvSpPr>
        <p:spPr>
          <a:xfrm>
            <a:off x="1146492" y="3439731"/>
            <a:ext cx="3816985" cy="448945"/>
          </a:xfrm>
          <a:prstGeom prst="rect">
            <a:avLst/>
          </a:prstGeom>
        </p:spPr>
        <p:txBody>
          <a:bodyPr vert="horz" wrap="square" lIns="0" tIns="15875" rIns="0" bIns="0" rtlCol="0">
            <a:spAutoFit/>
          </a:bodyPr>
          <a:lstStyle/>
          <a:p>
            <a:pPr marL="12700">
              <a:lnSpc>
                <a:spcPct val="100000"/>
              </a:lnSpc>
              <a:spcBef>
                <a:spcPts val="125"/>
              </a:spcBef>
            </a:pPr>
            <a:r>
              <a:rPr sz="2750" spc="-45" dirty="0">
                <a:latin typeface="Trebuchet MS"/>
                <a:cs typeface="Trebuchet MS"/>
              </a:rPr>
              <a:t>antimicrobial</a:t>
            </a:r>
            <a:r>
              <a:rPr sz="2750" spc="-204" dirty="0">
                <a:latin typeface="Trebuchet MS"/>
                <a:cs typeface="Trebuchet MS"/>
              </a:rPr>
              <a:t> </a:t>
            </a:r>
            <a:r>
              <a:rPr sz="2750" spc="-10" dirty="0">
                <a:latin typeface="Trebuchet MS"/>
                <a:cs typeface="Trebuchet MS"/>
              </a:rPr>
              <a:t>resistance.</a:t>
            </a:r>
            <a:endParaRPr sz="2750">
              <a:latin typeface="Trebuchet MS"/>
              <a:cs typeface="Trebuchet MS"/>
            </a:endParaRPr>
          </a:p>
        </p:txBody>
      </p:sp>
      <p:sp>
        <p:nvSpPr>
          <p:cNvPr id="12" name="object 12"/>
          <p:cNvSpPr txBox="1"/>
          <p:nvPr/>
        </p:nvSpPr>
        <p:spPr>
          <a:xfrm>
            <a:off x="917575" y="3868991"/>
            <a:ext cx="9991725" cy="448945"/>
          </a:xfrm>
          <a:prstGeom prst="rect">
            <a:avLst/>
          </a:prstGeom>
        </p:spPr>
        <p:txBody>
          <a:bodyPr vert="horz" wrap="square" lIns="0" tIns="15875" rIns="0" bIns="0" rtlCol="0">
            <a:spAutoFit/>
          </a:bodyPr>
          <a:lstStyle/>
          <a:p>
            <a:pPr marL="240665" indent="-227965">
              <a:lnSpc>
                <a:spcPct val="100000"/>
              </a:lnSpc>
              <a:spcBef>
                <a:spcPts val="125"/>
              </a:spcBef>
              <a:buFont typeface="Arial MT"/>
              <a:buChar char="•"/>
              <a:tabLst>
                <a:tab pos="240665" algn="l"/>
              </a:tabLst>
            </a:pPr>
            <a:r>
              <a:rPr sz="2750" spc="-185" dirty="0">
                <a:latin typeface="Trebuchet MS"/>
                <a:cs typeface="Trebuchet MS"/>
              </a:rPr>
              <a:t>·The</a:t>
            </a:r>
            <a:r>
              <a:rPr sz="2750" spc="-135" dirty="0">
                <a:latin typeface="Trebuchet MS"/>
                <a:cs typeface="Trebuchet MS"/>
              </a:rPr>
              <a:t> </a:t>
            </a:r>
            <a:r>
              <a:rPr sz="2750" spc="-85" dirty="0">
                <a:latin typeface="Trebuchet MS"/>
                <a:cs typeface="Trebuchet MS"/>
              </a:rPr>
              <a:t>overall</a:t>
            </a:r>
            <a:r>
              <a:rPr sz="2750" spc="-225" dirty="0">
                <a:latin typeface="Trebuchet MS"/>
                <a:cs typeface="Trebuchet MS"/>
              </a:rPr>
              <a:t> </a:t>
            </a:r>
            <a:r>
              <a:rPr sz="2750" dirty="0">
                <a:latin typeface="Trebuchet MS"/>
                <a:cs typeface="Trebuchet MS"/>
              </a:rPr>
              <a:t>study</a:t>
            </a:r>
            <a:r>
              <a:rPr sz="2750" spc="-229" dirty="0">
                <a:latin typeface="Trebuchet MS"/>
                <a:cs typeface="Trebuchet MS"/>
              </a:rPr>
              <a:t> </a:t>
            </a:r>
            <a:r>
              <a:rPr sz="2750" dirty="0">
                <a:latin typeface="Trebuchet MS"/>
                <a:cs typeface="Trebuchet MS"/>
              </a:rPr>
              <a:t>results</a:t>
            </a:r>
            <a:r>
              <a:rPr sz="2750" spc="-250" dirty="0">
                <a:latin typeface="Trebuchet MS"/>
                <a:cs typeface="Trebuchet MS"/>
              </a:rPr>
              <a:t> </a:t>
            </a:r>
            <a:r>
              <a:rPr sz="2750" spc="-50" dirty="0">
                <a:latin typeface="Trebuchet MS"/>
                <a:cs typeface="Trebuchet MS"/>
              </a:rPr>
              <a:t>indicate</a:t>
            </a:r>
            <a:r>
              <a:rPr sz="2750" spc="-135" dirty="0">
                <a:latin typeface="Trebuchet MS"/>
                <a:cs typeface="Trebuchet MS"/>
              </a:rPr>
              <a:t> </a:t>
            </a:r>
            <a:r>
              <a:rPr sz="2750" spc="-100" dirty="0">
                <a:latin typeface="Trebuchet MS"/>
                <a:cs typeface="Trebuchet MS"/>
              </a:rPr>
              <a:t>that</a:t>
            </a:r>
            <a:r>
              <a:rPr sz="2750" spc="-250" dirty="0">
                <a:latin typeface="Trebuchet MS"/>
                <a:cs typeface="Trebuchet MS"/>
              </a:rPr>
              <a:t> </a:t>
            </a:r>
            <a:r>
              <a:rPr sz="2750" spc="-35" dirty="0">
                <a:latin typeface="Trebuchet MS"/>
                <a:cs typeface="Trebuchet MS"/>
              </a:rPr>
              <a:t>knowledge</a:t>
            </a:r>
            <a:r>
              <a:rPr sz="2750" spc="-135" dirty="0">
                <a:latin typeface="Trebuchet MS"/>
                <a:cs typeface="Trebuchet MS"/>
              </a:rPr>
              <a:t> </a:t>
            </a:r>
            <a:r>
              <a:rPr sz="2750" dirty="0">
                <a:latin typeface="Trebuchet MS"/>
                <a:cs typeface="Trebuchet MS"/>
              </a:rPr>
              <a:t>scored</a:t>
            </a:r>
            <a:r>
              <a:rPr sz="2750" spc="-155" dirty="0">
                <a:latin typeface="Trebuchet MS"/>
                <a:cs typeface="Trebuchet MS"/>
              </a:rPr>
              <a:t> </a:t>
            </a:r>
            <a:r>
              <a:rPr sz="2750" spc="45" dirty="0">
                <a:latin typeface="Trebuchet MS"/>
                <a:cs typeface="Trebuchet MS"/>
              </a:rPr>
              <a:t>52.2%,</a:t>
            </a:r>
            <a:endParaRPr sz="2750">
              <a:latin typeface="Trebuchet MS"/>
              <a:cs typeface="Trebuchet MS"/>
            </a:endParaRPr>
          </a:p>
        </p:txBody>
      </p:sp>
      <p:sp>
        <p:nvSpPr>
          <p:cNvPr id="13" name="object 13"/>
          <p:cNvSpPr txBox="1"/>
          <p:nvPr/>
        </p:nvSpPr>
        <p:spPr>
          <a:xfrm>
            <a:off x="1146492" y="4164329"/>
            <a:ext cx="5494655" cy="449580"/>
          </a:xfrm>
          <a:prstGeom prst="rect">
            <a:avLst/>
          </a:prstGeom>
        </p:spPr>
        <p:txBody>
          <a:bodyPr vert="horz" wrap="square" lIns="0" tIns="16510" rIns="0" bIns="0" rtlCol="0">
            <a:spAutoFit/>
          </a:bodyPr>
          <a:lstStyle/>
          <a:p>
            <a:pPr marL="12700">
              <a:lnSpc>
                <a:spcPct val="100000"/>
              </a:lnSpc>
              <a:spcBef>
                <a:spcPts val="130"/>
              </a:spcBef>
            </a:pPr>
            <a:r>
              <a:rPr sz="2750" spc="-90" dirty="0">
                <a:latin typeface="Trebuchet MS"/>
                <a:cs typeface="Trebuchet MS"/>
              </a:rPr>
              <a:t>attitude</a:t>
            </a:r>
            <a:r>
              <a:rPr sz="2750" spc="-135" dirty="0">
                <a:latin typeface="Trebuchet MS"/>
                <a:cs typeface="Trebuchet MS"/>
              </a:rPr>
              <a:t> </a:t>
            </a:r>
            <a:r>
              <a:rPr sz="2750" spc="55" dirty="0">
                <a:latin typeface="Trebuchet MS"/>
                <a:cs typeface="Trebuchet MS"/>
              </a:rPr>
              <a:t>20.5%,</a:t>
            </a:r>
            <a:r>
              <a:rPr sz="2750" spc="-220" dirty="0">
                <a:latin typeface="Trebuchet MS"/>
                <a:cs typeface="Trebuchet MS"/>
              </a:rPr>
              <a:t> </a:t>
            </a:r>
            <a:r>
              <a:rPr sz="2750" dirty="0">
                <a:latin typeface="Trebuchet MS"/>
                <a:cs typeface="Trebuchet MS"/>
              </a:rPr>
              <a:t>and</a:t>
            </a:r>
            <a:r>
              <a:rPr sz="2750" spc="-229" dirty="0">
                <a:latin typeface="Trebuchet MS"/>
                <a:cs typeface="Trebuchet MS"/>
              </a:rPr>
              <a:t> </a:t>
            </a:r>
            <a:r>
              <a:rPr sz="2750" spc="-45" dirty="0">
                <a:latin typeface="Trebuchet MS"/>
                <a:cs typeface="Trebuchet MS"/>
              </a:rPr>
              <a:t>practice</a:t>
            </a:r>
            <a:r>
              <a:rPr sz="2750" spc="-215" dirty="0">
                <a:latin typeface="Trebuchet MS"/>
                <a:cs typeface="Trebuchet MS"/>
              </a:rPr>
              <a:t> </a:t>
            </a:r>
            <a:r>
              <a:rPr sz="2750" spc="55" dirty="0">
                <a:latin typeface="Trebuchet MS"/>
                <a:cs typeface="Trebuchet MS"/>
              </a:rPr>
              <a:t>27.3%.</a:t>
            </a:r>
            <a:endParaRPr sz="2750">
              <a:latin typeface="Trebuchet MS"/>
              <a:cs typeface="Trebuchet MS"/>
            </a:endParaRPr>
          </a:p>
        </p:txBody>
      </p:sp>
      <p:sp>
        <p:nvSpPr>
          <p:cNvPr id="14" name="object 14"/>
          <p:cNvSpPr txBox="1"/>
          <p:nvPr/>
        </p:nvSpPr>
        <p:spPr>
          <a:xfrm>
            <a:off x="917575" y="4593907"/>
            <a:ext cx="9594850" cy="448945"/>
          </a:xfrm>
          <a:prstGeom prst="rect">
            <a:avLst/>
          </a:prstGeom>
        </p:spPr>
        <p:txBody>
          <a:bodyPr vert="horz" wrap="square" lIns="0" tIns="15875" rIns="0" bIns="0" rtlCol="0">
            <a:spAutoFit/>
          </a:bodyPr>
          <a:lstStyle/>
          <a:p>
            <a:pPr marL="240665" indent="-227965">
              <a:lnSpc>
                <a:spcPct val="100000"/>
              </a:lnSpc>
              <a:spcBef>
                <a:spcPts val="125"/>
              </a:spcBef>
              <a:buFont typeface="Arial MT"/>
              <a:buChar char="•"/>
              <a:tabLst>
                <a:tab pos="240665" algn="l"/>
              </a:tabLst>
            </a:pPr>
            <a:r>
              <a:rPr sz="2750" spc="-95" dirty="0">
                <a:latin typeface="Trebuchet MS"/>
                <a:cs typeface="Trebuchet MS"/>
              </a:rPr>
              <a:t>However,</a:t>
            </a:r>
            <a:r>
              <a:rPr sz="2750" spc="-150" dirty="0">
                <a:latin typeface="Trebuchet MS"/>
                <a:cs typeface="Trebuchet MS"/>
              </a:rPr>
              <a:t> </a:t>
            </a:r>
            <a:r>
              <a:rPr sz="2750" spc="-50" dirty="0">
                <a:latin typeface="Trebuchet MS"/>
                <a:cs typeface="Trebuchet MS"/>
              </a:rPr>
              <a:t>during</a:t>
            </a:r>
            <a:r>
              <a:rPr sz="2750" spc="-180" dirty="0">
                <a:latin typeface="Trebuchet MS"/>
                <a:cs typeface="Trebuchet MS"/>
              </a:rPr>
              <a:t> </a:t>
            </a:r>
            <a:r>
              <a:rPr sz="2750" spc="-70" dirty="0">
                <a:latin typeface="Trebuchet MS"/>
                <a:cs typeface="Trebuchet MS"/>
              </a:rPr>
              <a:t>the</a:t>
            </a:r>
            <a:r>
              <a:rPr sz="2750" spc="-220" dirty="0">
                <a:latin typeface="Trebuchet MS"/>
                <a:cs typeface="Trebuchet MS"/>
              </a:rPr>
              <a:t> </a:t>
            </a:r>
            <a:r>
              <a:rPr sz="2750" spc="-60" dirty="0">
                <a:latin typeface="Trebuchet MS"/>
                <a:cs typeface="Trebuchet MS"/>
              </a:rPr>
              <a:t>pre-</a:t>
            </a:r>
            <a:r>
              <a:rPr sz="2750" spc="-75" dirty="0">
                <a:latin typeface="Trebuchet MS"/>
                <a:cs typeface="Trebuchet MS"/>
              </a:rPr>
              <a:t>study,</a:t>
            </a:r>
            <a:r>
              <a:rPr sz="2750" spc="-225" dirty="0">
                <a:latin typeface="Trebuchet MS"/>
                <a:cs typeface="Trebuchet MS"/>
              </a:rPr>
              <a:t> </a:t>
            </a:r>
            <a:r>
              <a:rPr sz="2750" spc="120" dirty="0">
                <a:latin typeface="Trebuchet MS"/>
                <a:cs typeface="Trebuchet MS"/>
              </a:rPr>
              <a:t>68.7%</a:t>
            </a:r>
            <a:r>
              <a:rPr sz="2750" spc="-225" dirty="0">
                <a:latin typeface="Trebuchet MS"/>
                <a:cs typeface="Trebuchet MS"/>
              </a:rPr>
              <a:t> </a:t>
            </a:r>
            <a:r>
              <a:rPr sz="2750" spc="-60" dirty="0">
                <a:latin typeface="Trebuchet MS"/>
                <a:cs typeface="Trebuchet MS"/>
              </a:rPr>
              <a:t>of</a:t>
            </a:r>
            <a:r>
              <a:rPr sz="2750" spc="-190" dirty="0">
                <a:latin typeface="Trebuchet MS"/>
                <a:cs typeface="Trebuchet MS"/>
              </a:rPr>
              <a:t> </a:t>
            </a:r>
            <a:r>
              <a:rPr sz="2750" dirty="0">
                <a:latin typeface="Trebuchet MS"/>
                <a:cs typeface="Trebuchet MS"/>
              </a:rPr>
              <a:t>students</a:t>
            </a:r>
            <a:r>
              <a:rPr sz="2750" spc="-180" dirty="0">
                <a:latin typeface="Trebuchet MS"/>
                <a:cs typeface="Trebuchet MS"/>
              </a:rPr>
              <a:t> </a:t>
            </a:r>
            <a:r>
              <a:rPr sz="2750" dirty="0">
                <a:latin typeface="Trebuchet MS"/>
                <a:cs typeface="Trebuchet MS"/>
              </a:rPr>
              <a:t>had</a:t>
            </a:r>
            <a:r>
              <a:rPr sz="2750" spc="-165" dirty="0">
                <a:latin typeface="Trebuchet MS"/>
                <a:cs typeface="Trebuchet MS"/>
              </a:rPr>
              <a:t> </a:t>
            </a:r>
            <a:r>
              <a:rPr sz="2750" dirty="0">
                <a:latin typeface="Trebuchet MS"/>
                <a:cs typeface="Trebuchet MS"/>
              </a:rPr>
              <a:t>no</a:t>
            </a:r>
            <a:r>
              <a:rPr sz="2750" spc="-215" dirty="0">
                <a:latin typeface="Trebuchet MS"/>
                <a:cs typeface="Trebuchet MS"/>
              </a:rPr>
              <a:t> </a:t>
            </a:r>
            <a:r>
              <a:rPr sz="2750" spc="-20" dirty="0">
                <a:latin typeface="Trebuchet MS"/>
                <a:cs typeface="Trebuchet MS"/>
              </a:rPr>
              <a:t>idea</a:t>
            </a:r>
            <a:endParaRPr sz="2750">
              <a:latin typeface="Trebuchet MS"/>
              <a:cs typeface="Trebuchet MS"/>
            </a:endParaRPr>
          </a:p>
        </p:txBody>
      </p:sp>
      <p:sp>
        <p:nvSpPr>
          <p:cNvPr id="15" name="object 15"/>
          <p:cNvSpPr txBox="1"/>
          <p:nvPr/>
        </p:nvSpPr>
        <p:spPr>
          <a:xfrm>
            <a:off x="1146492" y="4889119"/>
            <a:ext cx="9467850" cy="449580"/>
          </a:xfrm>
          <a:prstGeom prst="rect">
            <a:avLst/>
          </a:prstGeom>
        </p:spPr>
        <p:txBody>
          <a:bodyPr vert="horz" wrap="square" lIns="0" tIns="16510" rIns="0" bIns="0" rtlCol="0">
            <a:spAutoFit/>
          </a:bodyPr>
          <a:lstStyle/>
          <a:p>
            <a:pPr marL="12700">
              <a:lnSpc>
                <a:spcPct val="100000"/>
              </a:lnSpc>
              <a:spcBef>
                <a:spcPts val="130"/>
              </a:spcBef>
            </a:pPr>
            <a:r>
              <a:rPr sz="2750" spc="-20" dirty="0">
                <a:latin typeface="Trebuchet MS"/>
                <a:cs typeface="Trebuchet MS"/>
              </a:rPr>
              <a:t>about</a:t>
            </a:r>
            <a:r>
              <a:rPr sz="2750" spc="-175" dirty="0">
                <a:latin typeface="Trebuchet MS"/>
                <a:cs typeface="Trebuchet MS"/>
              </a:rPr>
              <a:t> </a:t>
            </a:r>
            <a:r>
              <a:rPr sz="2750" spc="-60" dirty="0">
                <a:latin typeface="Trebuchet MS"/>
                <a:cs typeface="Trebuchet MS"/>
              </a:rPr>
              <a:t>Antibiotic</a:t>
            </a:r>
            <a:r>
              <a:rPr sz="2750" spc="-210" dirty="0">
                <a:latin typeface="Trebuchet MS"/>
                <a:cs typeface="Trebuchet MS"/>
              </a:rPr>
              <a:t> </a:t>
            </a:r>
            <a:r>
              <a:rPr sz="2750" spc="-30" dirty="0">
                <a:latin typeface="Trebuchet MS"/>
                <a:cs typeface="Trebuchet MS"/>
              </a:rPr>
              <a:t>resistance.</a:t>
            </a:r>
            <a:r>
              <a:rPr sz="2750" spc="-220" dirty="0">
                <a:latin typeface="Trebuchet MS"/>
                <a:cs typeface="Trebuchet MS"/>
              </a:rPr>
              <a:t> </a:t>
            </a:r>
            <a:r>
              <a:rPr sz="2750" spc="-40" dirty="0">
                <a:latin typeface="Trebuchet MS"/>
                <a:cs typeface="Trebuchet MS"/>
              </a:rPr>
              <a:t>Following</a:t>
            </a:r>
            <a:r>
              <a:rPr sz="2750" spc="-175" dirty="0">
                <a:latin typeface="Trebuchet MS"/>
                <a:cs typeface="Trebuchet MS"/>
              </a:rPr>
              <a:t> </a:t>
            </a:r>
            <a:r>
              <a:rPr sz="2750" spc="-75" dirty="0">
                <a:latin typeface="Trebuchet MS"/>
                <a:cs typeface="Trebuchet MS"/>
              </a:rPr>
              <a:t>this,</a:t>
            </a:r>
            <a:r>
              <a:rPr sz="2750" spc="-225" dirty="0">
                <a:latin typeface="Trebuchet MS"/>
                <a:cs typeface="Trebuchet MS"/>
              </a:rPr>
              <a:t> </a:t>
            </a:r>
            <a:r>
              <a:rPr sz="2750" dirty="0">
                <a:latin typeface="Trebuchet MS"/>
                <a:cs typeface="Trebuchet MS"/>
              </a:rPr>
              <a:t>a</a:t>
            </a:r>
            <a:r>
              <a:rPr sz="2750" spc="-235" dirty="0">
                <a:latin typeface="Trebuchet MS"/>
                <a:cs typeface="Trebuchet MS"/>
              </a:rPr>
              <a:t> </a:t>
            </a:r>
            <a:r>
              <a:rPr sz="2750" spc="-40" dirty="0">
                <a:latin typeface="Trebuchet MS"/>
                <a:cs typeface="Trebuchet MS"/>
              </a:rPr>
              <a:t>presentation</a:t>
            </a:r>
            <a:r>
              <a:rPr sz="2750" spc="-210" dirty="0">
                <a:latin typeface="Trebuchet MS"/>
                <a:cs typeface="Trebuchet MS"/>
              </a:rPr>
              <a:t> </a:t>
            </a:r>
            <a:r>
              <a:rPr sz="2750" spc="45" dirty="0">
                <a:latin typeface="Trebuchet MS"/>
                <a:cs typeface="Trebuchet MS"/>
              </a:rPr>
              <a:t>was</a:t>
            </a:r>
            <a:endParaRPr sz="2750">
              <a:latin typeface="Trebuchet MS"/>
              <a:cs typeface="Trebuchet MS"/>
            </a:endParaRPr>
          </a:p>
        </p:txBody>
      </p:sp>
      <p:sp>
        <p:nvSpPr>
          <p:cNvPr id="16" name="object 16"/>
          <p:cNvSpPr txBox="1"/>
          <p:nvPr/>
        </p:nvSpPr>
        <p:spPr>
          <a:xfrm>
            <a:off x="1146492" y="5184775"/>
            <a:ext cx="8844915" cy="449580"/>
          </a:xfrm>
          <a:prstGeom prst="rect">
            <a:avLst/>
          </a:prstGeom>
        </p:spPr>
        <p:txBody>
          <a:bodyPr vert="horz" wrap="square" lIns="0" tIns="16510" rIns="0" bIns="0" rtlCol="0">
            <a:spAutoFit/>
          </a:bodyPr>
          <a:lstStyle/>
          <a:p>
            <a:pPr marL="12700">
              <a:lnSpc>
                <a:spcPct val="100000"/>
              </a:lnSpc>
              <a:spcBef>
                <a:spcPts val="130"/>
              </a:spcBef>
            </a:pPr>
            <a:r>
              <a:rPr sz="2750" spc="-75" dirty="0">
                <a:latin typeface="Trebuchet MS"/>
                <a:cs typeface="Trebuchet MS"/>
              </a:rPr>
              <a:t>delivered</a:t>
            </a:r>
            <a:r>
              <a:rPr sz="2750" spc="-170" dirty="0">
                <a:latin typeface="Trebuchet MS"/>
                <a:cs typeface="Trebuchet MS"/>
              </a:rPr>
              <a:t> </a:t>
            </a:r>
            <a:r>
              <a:rPr sz="2750" dirty="0">
                <a:latin typeface="Trebuchet MS"/>
                <a:cs typeface="Trebuchet MS"/>
              </a:rPr>
              <a:t>on</a:t>
            </a:r>
            <a:r>
              <a:rPr sz="2750" spc="-220" dirty="0">
                <a:latin typeface="Trebuchet MS"/>
                <a:cs typeface="Trebuchet MS"/>
              </a:rPr>
              <a:t> </a:t>
            </a:r>
            <a:r>
              <a:rPr sz="2750" spc="-45" dirty="0">
                <a:latin typeface="Trebuchet MS"/>
                <a:cs typeface="Trebuchet MS"/>
              </a:rPr>
              <a:t>bacteria</a:t>
            </a:r>
            <a:r>
              <a:rPr sz="2750" spc="-240" dirty="0">
                <a:latin typeface="Trebuchet MS"/>
                <a:cs typeface="Trebuchet MS"/>
              </a:rPr>
              <a:t> </a:t>
            </a:r>
            <a:r>
              <a:rPr sz="2750" spc="-35" dirty="0">
                <a:latin typeface="Trebuchet MS"/>
                <a:cs typeface="Trebuchet MS"/>
              </a:rPr>
              <a:t>developing</a:t>
            </a:r>
            <a:r>
              <a:rPr sz="2750" spc="-180" dirty="0">
                <a:latin typeface="Trebuchet MS"/>
                <a:cs typeface="Trebuchet MS"/>
              </a:rPr>
              <a:t> </a:t>
            </a:r>
            <a:r>
              <a:rPr sz="2750" dirty="0">
                <a:latin typeface="Trebuchet MS"/>
                <a:cs typeface="Trebuchet MS"/>
              </a:rPr>
              <a:t>resistance</a:t>
            </a:r>
            <a:r>
              <a:rPr sz="2750" spc="-225" dirty="0">
                <a:latin typeface="Trebuchet MS"/>
                <a:cs typeface="Trebuchet MS"/>
              </a:rPr>
              <a:t> </a:t>
            </a:r>
            <a:r>
              <a:rPr sz="2750" spc="-85" dirty="0">
                <a:latin typeface="Trebuchet MS"/>
                <a:cs typeface="Trebuchet MS"/>
              </a:rPr>
              <a:t>to</a:t>
            </a:r>
            <a:r>
              <a:rPr sz="2750" spc="-215" dirty="0">
                <a:latin typeface="Trebuchet MS"/>
                <a:cs typeface="Trebuchet MS"/>
              </a:rPr>
              <a:t> </a:t>
            </a:r>
            <a:r>
              <a:rPr sz="2750" spc="-10" dirty="0">
                <a:latin typeface="Trebuchet MS"/>
                <a:cs typeface="Trebuchet MS"/>
              </a:rPr>
              <a:t>Antibiotics.</a:t>
            </a:r>
            <a:endParaRPr sz="2750">
              <a:latin typeface="Trebuchet MS"/>
              <a:cs typeface="Trebuchet M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39152" y="267715"/>
            <a:ext cx="3808729" cy="836294"/>
            <a:chOff x="839152" y="267715"/>
            <a:chExt cx="3808729" cy="836294"/>
          </a:xfrm>
        </p:grpSpPr>
        <p:sp>
          <p:nvSpPr>
            <p:cNvPr id="3" name="object 3"/>
            <p:cNvSpPr/>
            <p:nvPr/>
          </p:nvSpPr>
          <p:spPr>
            <a:xfrm>
              <a:off x="842962" y="271525"/>
              <a:ext cx="3801110" cy="828675"/>
            </a:xfrm>
            <a:custGeom>
              <a:avLst/>
              <a:gdLst/>
              <a:ahLst/>
              <a:cxnLst/>
              <a:rect l="l" t="t" r="r" b="b"/>
              <a:pathLst>
                <a:path w="3801110" h="828675">
                  <a:moveTo>
                    <a:pt x="3563683" y="0"/>
                  </a:moveTo>
                  <a:lnTo>
                    <a:pt x="236766" y="0"/>
                  </a:lnTo>
                  <a:lnTo>
                    <a:pt x="189050" y="4806"/>
                  </a:lnTo>
                  <a:lnTo>
                    <a:pt x="144607" y="18593"/>
                  </a:lnTo>
                  <a:lnTo>
                    <a:pt x="104389" y="40411"/>
                  </a:lnTo>
                  <a:lnTo>
                    <a:pt x="69348" y="69310"/>
                  </a:lnTo>
                  <a:lnTo>
                    <a:pt x="40436" y="104340"/>
                  </a:lnTo>
                  <a:lnTo>
                    <a:pt x="18606" y="144553"/>
                  </a:lnTo>
                  <a:lnTo>
                    <a:pt x="4810" y="188999"/>
                  </a:lnTo>
                  <a:lnTo>
                    <a:pt x="0" y="236727"/>
                  </a:lnTo>
                  <a:lnTo>
                    <a:pt x="0" y="591820"/>
                  </a:lnTo>
                  <a:lnTo>
                    <a:pt x="4810" y="639554"/>
                  </a:lnTo>
                  <a:lnTo>
                    <a:pt x="18606" y="684014"/>
                  </a:lnTo>
                  <a:lnTo>
                    <a:pt x="40436" y="724247"/>
                  </a:lnTo>
                  <a:lnTo>
                    <a:pt x="69348" y="759301"/>
                  </a:lnTo>
                  <a:lnTo>
                    <a:pt x="104389" y="788223"/>
                  </a:lnTo>
                  <a:lnTo>
                    <a:pt x="144607" y="810061"/>
                  </a:lnTo>
                  <a:lnTo>
                    <a:pt x="189050" y="823862"/>
                  </a:lnTo>
                  <a:lnTo>
                    <a:pt x="236766" y="828675"/>
                  </a:lnTo>
                  <a:lnTo>
                    <a:pt x="3563683" y="828675"/>
                  </a:lnTo>
                  <a:lnTo>
                    <a:pt x="3611417" y="823862"/>
                  </a:lnTo>
                  <a:lnTo>
                    <a:pt x="3655877" y="810061"/>
                  </a:lnTo>
                  <a:lnTo>
                    <a:pt x="3696110" y="788223"/>
                  </a:lnTo>
                  <a:lnTo>
                    <a:pt x="3731164" y="759301"/>
                  </a:lnTo>
                  <a:lnTo>
                    <a:pt x="3760087" y="724247"/>
                  </a:lnTo>
                  <a:lnTo>
                    <a:pt x="3781925" y="684014"/>
                  </a:lnTo>
                  <a:lnTo>
                    <a:pt x="3795726" y="639554"/>
                  </a:lnTo>
                  <a:lnTo>
                    <a:pt x="3800538" y="591820"/>
                  </a:lnTo>
                  <a:lnTo>
                    <a:pt x="3800538" y="236727"/>
                  </a:lnTo>
                  <a:lnTo>
                    <a:pt x="3795726" y="188999"/>
                  </a:lnTo>
                  <a:lnTo>
                    <a:pt x="3781925" y="144553"/>
                  </a:lnTo>
                  <a:lnTo>
                    <a:pt x="3760087" y="104340"/>
                  </a:lnTo>
                  <a:lnTo>
                    <a:pt x="3731164" y="69310"/>
                  </a:lnTo>
                  <a:lnTo>
                    <a:pt x="3696110" y="40411"/>
                  </a:lnTo>
                  <a:lnTo>
                    <a:pt x="3655877" y="18593"/>
                  </a:lnTo>
                  <a:lnTo>
                    <a:pt x="3611417" y="4806"/>
                  </a:lnTo>
                  <a:lnTo>
                    <a:pt x="3563683" y="0"/>
                  </a:lnTo>
                  <a:close/>
                </a:path>
              </a:pathLst>
            </a:custGeom>
            <a:solidFill>
              <a:srgbClr val="C1E4F5"/>
            </a:solidFill>
          </p:spPr>
          <p:txBody>
            <a:bodyPr wrap="square" lIns="0" tIns="0" rIns="0" bIns="0" rtlCol="0"/>
            <a:lstStyle/>
            <a:p>
              <a:endParaRPr/>
            </a:p>
          </p:txBody>
        </p:sp>
        <p:sp>
          <p:nvSpPr>
            <p:cNvPr id="4" name="object 4"/>
            <p:cNvSpPr/>
            <p:nvPr/>
          </p:nvSpPr>
          <p:spPr>
            <a:xfrm>
              <a:off x="842962" y="271525"/>
              <a:ext cx="3801110" cy="828675"/>
            </a:xfrm>
            <a:custGeom>
              <a:avLst/>
              <a:gdLst/>
              <a:ahLst/>
              <a:cxnLst/>
              <a:rect l="l" t="t" r="r" b="b"/>
              <a:pathLst>
                <a:path w="3801110" h="828675">
                  <a:moveTo>
                    <a:pt x="0" y="236727"/>
                  </a:moveTo>
                  <a:lnTo>
                    <a:pt x="4810" y="188999"/>
                  </a:lnTo>
                  <a:lnTo>
                    <a:pt x="18606" y="144553"/>
                  </a:lnTo>
                  <a:lnTo>
                    <a:pt x="40436" y="104340"/>
                  </a:lnTo>
                  <a:lnTo>
                    <a:pt x="69348" y="69310"/>
                  </a:lnTo>
                  <a:lnTo>
                    <a:pt x="104389" y="40411"/>
                  </a:lnTo>
                  <a:lnTo>
                    <a:pt x="144607" y="18593"/>
                  </a:lnTo>
                  <a:lnTo>
                    <a:pt x="189050" y="4806"/>
                  </a:lnTo>
                  <a:lnTo>
                    <a:pt x="236766" y="0"/>
                  </a:lnTo>
                  <a:lnTo>
                    <a:pt x="3563683" y="0"/>
                  </a:lnTo>
                  <a:lnTo>
                    <a:pt x="3611417" y="4806"/>
                  </a:lnTo>
                  <a:lnTo>
                    <a:pt x="3655877" y="18593"/>
                  </a:lnTo>
                  <a:lnTo>
                    <a:pt x="3696110" y="40411"/>
                  </a:lnTo>
                  <a:lnTo>
                    <a:pt x="3731164" y="69310"/>
                  </a:lnTo>
                  <a:lnTo>
                    <a:pt x="3760087" y="104340"/>
                  </a:lnTo>
                  <a:lnTo>
                    <a:pt x="3781925" y="144553"/>
                  </a:lnTo>
                  <a:lnTo>
                    <a:pt x="3795726" y="188999"/>
                  </a:lnTo>
                  <a:lnTo>
                    <a:pt x="3800538" y="236727"/>
                  </a:lnTo>
                  <a:lnTo>
                    <a:pt x="3800538" y="591820"/>
                  </a:lnTo>
                  <a:lnTo>
                    <a:pt x="3795726" y="639554"/>
                  </a:lnTo>
                  <a:lnTo>
                    <a:pt x="3781925" y="684014"/>
                  </a:lnTo>
                  <a:lnTo>
                    <a:pt x="3760087" y="724247"/>
                  </a:lnTo>
                  <a:lnTo>
                    <a:pt x="3731164" y="759301"/>
                  </a:lnTo>
                  <a:lnTo>
                    <a:pt x="3696110" y="788223"/>
                  </a:lnTo>
                  <a:lnTo>
                    <a:pt x="3655877" y="810061"/>
                  </a:lnTo>
                  <a:lnTo>
                    <a:pt x="3611417" y="823862"/>
                  </a:lnTo>
                  <a:lnTo>
                    <a:pt x="3563683" y="828675"/>
                  </a:lnTo>
                  <a:lnTo>
                    <a:pt x="236766" y="828675"/>
                  </a:lnTo>
                  <a:lnTo>
                    <a:pt x="189050" y="823862"/>
                  </a:lnTo>
                  <a:lnTo>
                    <a:pt x="144607" y="810061"/>
                  </a:lnTo>
                  <a:lnTo>
                    <a:pt x="104389" y="788223"/>
                  </a:lnTo>
                  <a:lnTo>
                    <a:pt x="69348" y="759301"/>
                  </a:lnTo>
                  <a:lnTo>
                    <a:pt x="40436" y="724247"/>
                  </a:lnTo>
                  <a:lnTo>
                    <a:pt x="18606" y="684014"/>
                  </a:lnTo>
                  <a:lnTo>
                    <a:pt x="4810" y="639554"/>
                  </a:lnTo>
                  <a:lnTo>
                    <a:pt x="0" y="591820"/>
                  </a:lnTo>
                  <a:lnTo>
                    <a:pt x="0" y="236727"/>
                  </a:lnTo>
                  <a:close/>
                </a:path>
              </a:pathLst>
            </a:custGeom>
            <a:ln w="7620">
              <a:solidFill>
                <a:srgbClr val="BED2D7"/>
              </a:solidFill>
            </a:ln>
          </p:spPr>
          <p:txBody>
            <a:bodyPr wrap="square" lIns="0" tIns="0" rIns="0" bIns="0" rtlCol="0"/>
            <a:lstStyle/>
            <a:p>
              <a:endParaRPr/>
            </a:p>
          </p:txBody>
        </p:sp>
      </p:grpSp>
      <p:sp>
        <p:nvSpPr>
          <p:cNvPr id="5" name="object 5"/>
          <p:cNvSpPr txBox="1">
            <a:spLocks noGrp="1"/>
          </p:cNvSpPr>
          <p:nvPr>
            <p:ph type="title"/>
          </p:nvPr>
        </p:nvSpPr>
        <p:spPr>
          <a:xfrm>
            <a:off x="986789" y="341630"/>
            <a:ext cx="3441065" cy="632460"/>
          </a:xfrm>
          <a:prstGeom prst="rect">
            <a:avLst/>
          </a:prstGeom>
        </p:spPr>
        <p:txBody>
          <a:bodyPr vert="horz" wrap="square" lIns="0" tIns="16510" rIns="0" bIns="0" rtlCol="0">
            <a:spAutoFit/>
          </a:bodyPr>
          <a:lstStyle/>
          <a:p>
            <a:pPr marL="12700">
              <a:lnSpc>
                <a:spcPct val="100000"/>
              </a:lnSpc>
              <a:spcBef>
                <a:spcPts val="130"/>
              </a:spcBef>
            </a:pPr>
            <a:r>
              <a:rPr sz="3950" spc="-10" dirty="0"/>
              <a:t>REFERENCES</a:t>
            </a:r>
            <a:endParaRPr sz="3950"/>
          </a:p>
        </p:txBody>
      </p:sp>
      <p:sp>
        <p:nvSpPr>
          <p:cNvPr id="6" name="object 6"/>
          <p:cNvSpPr txBox="1"/>
          <p:nvPr/>
        </p:nvSpPr>
        <p:spPr>
          <a:xfrm>
            <a:off x="917575" y="1462722"/>
            <a:ext cx="11023600" cy="5072380"/>
          </a:xfrm>
          <a:prstGeom prst="rect">
            <a:avLst/>
          </a:prstGeom>
        </p:spPr>
        <p:txBody>
          <a:bodyPr vert="horz" wrap="square" lIns="0" tIns="10795" rIns="0" bIns="0" rtlCol="0">
            <a:spAutoFit/>
          </a:bodyPr>
          <a:lstStyle/>
          <a:p>
            <a:pPr marL="355600" marR="2287905" indent="-343535">
              <a:lnSpc>
                <a:spcPct val="100800"/>
              </a:lnSpc>
              <a:spcBef>
                <a:spcPts val="85"/>
              </a:spcBef>
              <a:buFont typeface="Arial MT"/>
              <a:buChar char="•"/>
              <a:tabLst>
                <a:tab pos="355600" algn="l"/>
              </a:tabLst>
            </a:pPr>
            <a:r>
              <a:rPr sz="1800" spc="-40" dirty="0">
                <a:latin typeface="Trebuchet MS"/>
                <a:cs typeface="Trebuchet MS"/>
              </a:rPr>
              <a:t>LIN,</a:t>
            </a:r>
            <a:r>
              <a:rPr sz="1800" spc="-90" dirty="0">
                <a:latin typeface="Trebuchet MS"/>
                <a:cs typeface="Trebuchet MS"/>
              </a:rPr>
              <a:t> </a:t>
            </a:r>
            <a:r>
              <a:rPr sz="1800" spc="-125" dirty="0">
                <a:latin typeface="Trebuchet MS"/>
                <a:cs typeface="Trebuchet MS"/>
              </a:rPr>
              <a:t>Jun,</a:t>
            </a:r>
            <a:r>
              <a:rPr sz="1800" spc="-95" dirty="0">
                <a:latin typeface="Trebuchet MS"/>
                <a:cs typeface="Trebuchet MS"/>
              </a:rPr>
              <a:t> </a:t>
            </a:r>
            <a:r>
              <a:rPr sz="1800" spc="-85" dirty="0">
                <a:latin typeface="Trebuchet MS"/>
                <a:cs typeface="Trebuchet MS"/>
              </a:rPr>
              <a:t>et</a:t>
            </a:r>
            <a:r>
              <a:rPr sz="1800" spc="-175" dirty="0">
                <a:latin typeface="Trebuchet MS"/>
                <a:cs typeface="Trebuchet MS"/>
              </a:rPr>
              <a:t> </a:t>
            </a:r>
            <a:r>
              <a:rPr sz="1800" spc="-80" dirty="0">
                <a:latin typeface="Trebuchet MS"/>
                <a:cs typeface="Trebuchet MS"/>
              </a:rPr>
              <a:t>al.</a:t>
            </a:r>
            <a:r>
              <a:rPr sz="1800" spc="-95" dirty="0">
                <a:latin typeface="Trebuchet MS"/>
                <a:cs typeface="Trebuchet MS"/>
              </a:rPr>
              <a:t> </a:t>
            </a:r>
            <a:r>
              <a:rPr sz="1800" dirty="0">
                <a:latin typeface="Trebuchet MS"/>
                <a:cs typeface="Trebuchet MS"/>
              </a:rPr>
              <a:t>Mechanisms</a:t>
            </a:r>
            <a:r>
              <a:rPr sz="1800" spc="-80" dirty="0">
                <a:latin typeface="Trebuchet MS"/>
                <a:cs typeface="Trebuchet MS"/>
              </a:rPr>
              <a:t> </a:t>
            </a:r>
            <a:r>
              <a:rPr sz="1800" spc="-65" dirty="0">
                <a:latin typeface="Trebuchet MS"/>
                <a:cs typeface="Trebuchet MS"/>
              </a:rPr>
              <a:t>of</a:t>
            </a:r>
            <a:r>
              <a:rPr sz="1800" spc="-125" dirty="0">
                <a:latin typeface="Trebuchet MS"/>
                <a:cs typeface="Trebuchet MS"/>
              </a:rPr>
              <a:t> </a:t>
            </a:r>
            <a:r>
              <a:rPr sz="1800" spc="-60" dirty="0">
                <a:latin typeface="Trebuchet MS"/>
                <a:cs typeface="Trebuchet MS"/>
              </a:rPr>
              <a:t>antibiotic</a:t>
            </a:r>
            <a:r>
              <a:rPr sz="1800" spc="-70" dirty="0">
                <a:latin typeface="Trebuchet MS"/>
                <a:cs typeface="Trebuchet MS"/>
              </a:rPr>
              <a:t> </a:t>
            </a:r>
            <a:r>
              <a:rPr sz="1800" spc="-40" dirty="0">
                <a:latin typeface="Trebuchet MS"/>
                <a:cs typeface="Trebuchet MS"/>
              </a:rPr>
              <a:t>resistance,</a:t>
            </a:r>
            <a:r>
              <a:rPr sz="1800" spc="-95" dirty="0">
                <a:latin typeface="Trebuchet MS"/>
                <a:cs typeface="Trebuchet MS"/>
              </a:rPr>
              <a:t> </a:t>
            </a:r>
            <a:r>
              <a:rPr sz="1800" spc="-55" dirty="0">
                <a:latin typeface="Trebuchet MS"/>
                <a:cs typeface="Trebuchet MS"/>
              </a:rPr>
              <a:t>Frontiers</a:t>
            </a:r>
            <a:r>
              <a:rPr sz="1800" spc="-80" dirty="0">
                <a:latin typeface="Trebuchet MS"/>
                <a:cs typeface="Trebuchet MS"/>
              </a:rPr>
              <a:t> </a:t>
            </a:r>
            <a:r>
              <a:rPr sz="1800" spc="-45" dirty="0">
                <a:latin typeface="Trebuchet MS"/>
                <a:cs typeface="Trebuchet MS"/>
              </a:rPr>
              <a:t>in</a:t>
            </a:r>
            <a:r>
              <a:rPr sz="1800" spc="-125" dirty="0">
                <a:latin typeface="Trebuchet MS"/>
                <a:cs typeface="Trebuchet MS"/>
              </a:rPr>
              <a:t> </a:t>
            </a:r>
            <a:r>
              <a:rPr sz="1800" spc="-50" dirty="0">
                <a:latin typeface="Trebuchet MS"/>
                <a:cs typeface="Trebuchet MS"/>
              </a:rPr>
              <a:t>Microbiology,</a:t>
            </a:r>
            <a:r>
              <a:rPr sz="1800" spc="-95" dirty="0">
                <a:latin typeface="Trebuchet MS"/>
                <a:cs typeface="Trebuchet MS"/>
              </a:rPr>
              <a:t> </a:t>
            </a:r>
            <a:r>
              <a:rPr sz="1800" spc="-35" dirty="0">
                <a:latin typeface="Trebuchet MS"/>
                <a:cs typeface="Trebuchet MS"/>
              </a:rPr>
              <a:t>2015,</a:t>
            </a:r>
            <a:r>
              <a:rPr sz="1800" spc="-95" dirty="0">
                <a:latin typeface="Trebuchet MS"/>
                <a:cs typeface="Trebuchet MS"/>
              </a:rPr>
              <a:t> </a:t>
            </a:r>
            <a:r>
              <a:rPr sz="1800" spc="-25" dirty="0">
                <a:latin typeface="Trebuchet MS"/>
                <a:cs typeface="Trebuchet MS"/>
              </a:rPr>
              <a:t>6. </a:t>
            </a:r>
            <a:r>
              <a:rPr sz="1800" u="sng" spc="-50" dirty="0">
                <a:solidFill>
                  <a:srgbClr val="467885"/>
                </a:solidFill>
                <a:uFill>
                  <a:solidFill>
                    <a:srgbClr val="467885"/>
                  </a:solidFill>
                </a:uFill>
                <a:latin typeface="Trebuchet MS"/>
                <a:cs typeface="Trebuchet MS"/>
                <a:hlinkClick r:id="rId2"/>
              </a:rPr>
              <a:t>https://doi.org/10.3389/fmicb.2015.00034</a:t>
            </a:r>
            <a:endParaRPr sz="1800">
              <a:latin typeface="Trebuchet MS"/>
              <a:cs typeface="Trebuchet MS"/>
            </a:endParaRPr>
          </a:p>
          <a:p>
            <a:pPr marL="298450" marR="5080" indent="-286385">
              <a:lnSpc>
                <a:spcPct val="100899"/>
              </a:lnSpc>
              <a:spcBef>
                <a:spcPts val="935"/>
              </a:spcBef>
              <a:buFont typeface="Arial MT"/>
              <a:buChar char="•"/>
              <a:tabLst>
                <a:tab pos="298450" algn="l"/>
              </a:tabLst>
            </a:pPr>
            <a:r>
              <a:rPr sz="1800" spc="-45" dirty="0">
                <a:latin typeface="Trebuchet MS"/>
                <a:cs typeface="Trebuchet MS"/>
              </a:rPr>
              <a:t>GANGULY,</a:t>
            </a:r>
            <a:r>
              <a:rPr sz="1800" spc="-204" dirty="0">
                <a:latin typeface="Trebuchet MS"/>
                <a:cs typeface="Trebuchet MS"/>
              </a:rPr>
              <a:t> </a:t>
            </a:r>
            <a:r>
              <a:rPr sz="1800" spc="-45" dirty="0">
                <a:latin typeface="Trebuchet MS"/>
                <a:cs typeface="Trebuchet MS"/>
              </a:rPr>
              <a:t>Nirmal,</a:t>
            </a:r>
            <a:r>
              <a:rPr sz="1800" spc="-120" dirty="0">
                <a:latin typeface="Trebuchet MS"/>
                <a:cs typeface="Trebuchet MS"/>
              </a:rPr>
              <a:t> </a:t>
            </a:r>
            <a:r>
              <a:rPr sz="1800" spc="-85" dirty="0">
                <a:latin typeface="Trebuchet MS"/>
                <a:cs typeface="Trebuchet MS"/>
              </a:rPr>
              <a:t>et</a:t>
            </a:r>
            <a:r>
              <a:rPr sz="1800" spc="-195" dirty="0">
                <a:latin typeface="Trebuchet MS"/>
                <a:cs typeface="Trebuchet MS"/>
              </a:rPr>
              <a:t> </a:t>
            </a:r>
            <a:r>
              <a:rPr sz="1800" spc="-80" dirty="0">
                <a:latin typeface="Trebuchet MS"/>
                <a:cs typeface="Trebuchet MS"/>
              </a:rPr>
              <a:t>al.</a:t>
            </a:r>
            <a:r>
              <a:rPr sz="1800" spc="-120" dirty="0">
                <a:latin typeface="Trebuchet MS"/>
                <a:cs typeface="Trebuchet MS"/>
              </a:rPr>
              <a:t> </a:t>
            </a:r>
            <a:r>
              <a:rPr sz="1800" spc="-50" dirty="0">
                <a:latin typeface="Trebuchet MS"/>
                <a:cs typeface="Trebuchet MS"/>
              </a:rPr>
              <a:t>Rationalizing</a:t>
            </a:r>
            <a:r>
              <a:rPr sz="1800" spc="-100" dirty="0">
                <a:latin typeface="Trebuchet MS"/>
                <a:cs typeface="Trebuchet MS"/>
              </a:rPr>
              <a:t> </a:t>
            </a:r>
            <a:r>
              <a:rPr sz="1800" spc="-60" dirty="0">
                <a:latin typeface="Trebuchet MS"/>
                <a:cs typeface="Trebuchet MS"/>
              </a:rPr>
              <a:t>antibiotic</a:t>
            </a:r>
            <a:r>
              <a:rPr sz="1800" spc="-185" dirty="0">
                <a:latin typeface="Trebuchet MS"/>
                <a:cs typeface="Trebuchet MS"/>
              </a:rPr>
              <a:t> </a:t>
            </a:r>
            <a:r>
              <a:rPr sz="1800" dirty="0">
                <a:latin typeface="Trebuchet MS"/>
                <a:cs typeface="Trebuchet MS"/>
              </a:rPr>
              <a:t>use</a:t>
            </a:r>
            <a:r>
              <a:rPr sz="1800" spc="-105" dirty="0">
                <a:latin typeface="Trebuchet MS"/>
                <a:cs typeface="Trebuchet MS"/>
              </a:rPr>
              <a:t> </a:t>
            </a:r>
            <a:r>
              <a:rPr sz="1800" spc="-55" dirty="0">
                <a:latin typeface="Trebuchet MS"/>
                <a:cs typeface="Trebuchet MS"/>
              </a:rPr>
              <a:t>to</a:t>
            </a:r>
            <a:r>
              <a:rPr sz="1800" spc="-150" dirty="0">
                <a:latin typeface="Trebuchet MS"/>
                <a:cs typeface="Trebuchet MS"/>
              </a:rPr>
              <a:t> </a:t>
            </a:r>
            <a:r>
              <a:rPr sz="1800" spc="-80" dirty="0">
                <a:latin typeface="Trebuchet MS"/>
                <a:cs typeface="Trebuchet MS"/>
              </a:rPr>
              <a:t>limit</a:t>
            </a:r>
            <a:r>
              <a:rPr sz="1800" spc="-195" dirty="0">
                <a:latin typeface="Trebuchet MS"/>
                <a:cs typeface="Trebuchet MS"/>
              </a:rPr>
              <a:t> </a:t>
            </a:r>
            <a:r>
              <a:rPr sz="1800" spc="-50" dirty="0">
                <a:latin typeface="Trebuchet MS"/>
                <a:cs typeface="Trebuchet MS"/>
              </a:rPr>
              <a:t>antibiotic</a:t>
            </a:r>
            <a:r>
              <a:rPr sz="1800" spc="-180" dirty="0">
                <a:latin typeface="Trebuchet MS"/>
                <a:cs typeface="Trebuchet MS"/>
              </a:rPr>
              <a:t> </a:t>
            </a:r>
            <a:r>
              <a:rPr sz="1800" spc="-10" dirty="0">
                <a:latin typeface="Trebuchet MS"/>
                <a:cs typeface="Trebuchet MS"/>
              </a:rPr>
              <a:t>resistance</a:t>
            </a:r>
            <a:r>
              <a:rPr sz="1800" spc="-185" dirty="0">
                <a:latin typeface="Trebuchet MS"/>
                <a:cs typeface="Trebuchet MS"/>
              </a:rPr>
              <a:t> </a:t>
            </a:r>
            <a:r>
              <a:rPr sz="1800" spc="-45" dirty="0">
                <a:latin typeface="Trebuchet MS"/>
                <a:cs typeface="Trebuchet MS"/>
              </a:rPr>
              <a:t>in</a:t>
            </a:r>
            <a:r>
              <a:rPr sz="1800" spc="-150" dirty="0">
                <a:latin typeface="Trebuchet MS"/>
                <a:cs typeface="Trebuchet MS"/>
              </a:rPr>
              <a:t> </a:t>
            </a:r>
            <a:r>
              <a:rPr sz="1800" spc="-35" dirty="0">
                <a:latin typeface="Trebuchet MS"/>
                <a:cs typeface="Trebuchet MS"/>
              </a:rPr>
              <a:t>India+.</a:t>
            </a:r>
            <a:r>
              <a:rPr sz="1800" spc="10" dirty="0">
                <a:latin typeface="Trebuchet MS"/>
                <a:cs typeface="Trebuchet MS"/>
              </a:rPr>
              <a:t> </a:t>
            </a:r>
            <a:r>
              <a:rPr sz="1800" spc="-40" dirty="0">
                <a:latin typeface="Trebuchet MS"/>
                <a:cs typeface="Trebuchet MS"/>
              </a:rPr>
              <a:t>sThe</a:t>
            </a:r>
            <a:r>
              <a:rPr sz="1800" spc="-105" dirty="0">
                <a:latin typeface="Trebuchet MS"/>
                <a:cs typeface="Trebuchet MS"/>
              </a:rPr>
              <a:t> </a:t>
            </a:r>
            <a:r>
              <a:rPr sz="1800" spc="-35" dirty="0">
                <a:latin typeface="Trebuchet MS"/>
                <a:cs typeface="Trebuchet MS"/>
              </a:rPr>
              <a:t>Indian</a:t>
            </a:r>
            <a:r>
              <a:rPr sz="1800" spc="-150" dirty="0">
                <a:latin typeface="Trebuchet MS"/>
                <a:cs typeface="Trebuchet MS"/>
              </a:rPr>
              <a:t> </a:t>
            </a:r>
            <a:r>
              <a:rPr sz="1800" spc="-10" dirty="0">
                <a:latin typeface="Trebuchet MS"/>
                <a:cs typeface="Trebuchet MS"/>
              </a:rPr>
              <a:t>Journal </a:t>
            </a:r>
            <a:r>
              <a:rPr sz="1800" spc="-65" dirty="0">
                <a:latin typeface="Trebuchet MS"/>
                <a:cs typeface="Trebuchet MS"/>
              </a:rPr>
              <a:t>of</a:t>
            </a:r>
            <a:r>
              <a:rPr sz="1800" spc="-155" dirty="0">
                <a:latin typeface="Trebuchet MS"/>
                <a:cs typeface="Trebuchet MS"/>
              </a:rPr>
              <a:t> </a:t>
            </a:r>
            <a:r>
              <a:rPr sz="1800" spc="-10" dirty="0">
                <a:latin typeface="Trebuchet MS"/>
                <a:cs typeface="Trebuchet MS"/>
              </a:rPr>
              <a:t>Medical</a:t>
            </a:r>
            <a:r>
              <a:rPr sz="1800" spc="-155" dirty="0">
                <a:latin typeface="Trebuchet MS"/>
                <a:cs typeface="Trebuchet MS"/>
              </a:rPr>
              <a:t> </a:t>
            </a:r>
            <a:r>
              <a:rPr sz="1800" spc="-20" dirty="0">
                <a:latin typeface="Trebuchet MS"/>
                <a:cs typeface="Trebuchet MS"/>
              </a:rPr>
              <a:t>Research,</a:t>
            </a:r>
            <a:r>
              <a:rPr sz="1800" spc="-130" dirty="0">
                <a:latin typeface="Trebuchet MS"/>
                <a:cs typeface="Trebuchet MS"/>
              </a:rPr>
              <a:t> </a:t>
            </a:r>
            <a:r>
              <a:rPr sz="1800" spc="-35" dirty="0">
                <a:latin typeface="Trebuchet MS"/>
                <a:cs typeface="Trebuchet MS"/>
              </a:rPr>
              <a:t>2011,</a:t>
            </a:r>
            <a:r>
              <a:rPr sz="1800" spc="-125" dirty="0">
                <a:latin typeface="Trebuchet MS"/>
                <a:cs typeface="Trebuchet MS"/>
              </a:rPr>
              <a:t> </a:t>
            </a:r>
            <a:r>
              <a:rPr sz="1800" spc="-50" dirty="0">
                <a:latin typeface="Trebuchet MS"/>
                <a:cs typeface="Trebuchet MS"/>
              </a:rPr>
              <a:t>134:</a:t>
            </a:r>
            <a:r>
              <a:rPr sz="1800" spc="-125" dirty="0">
                <a:latin typeface="Trebuchet MS"/>
                <a:cs typeface="Trebuchet MS"/>
              </a:rPr>
              <a:t> </a:t>
            </a:r>
            <a:r>
              <a:rPr sz="1800" dirty="0">
                <a:latin typeface="Trebuchet MS"/>
                <a:cs typeface="Trebuchet MS"/>
              </a:rPr>
              <a:t>281-</a:t>
            </a:r>
            <a:r>
              <a:rPr sz="1800" spc="-20" dirty="0">
                <a:latin typeface="Trebuchet MS"/>
                <a:cs typeface="Trebuchet MS"/>
              </a:rPr>
              <a:t>294.</a:t>
            </a:r>
            <a:endParaRPr sz="1800">
              <a:latin typeface="Trebuchet MS"/>
              <a:cs typeface="Trebuchet MS"/>
            </a:endParaRPr>
          </a:p>
          <a:p>
            <a:pPr marL="288925">
              <a:lnSpc>
                <a:spcPct val="100000"/>
              </a:lnSpc>
              <a:spcBef>
                <a:spcPts val="15"/>
              </a:spcBef>
            </a:pPr>
            <a:r>
              <a:rPr sz="1800" spc="-35" dirty="0">
                <a:latin typeface="Trebuchet MS"/>
                <a:cs typeface="Trebuchet MS"/>
              </a:rPr>
              <a:t>https://pubmed.ncbi.nlm.nih.gov/21985810</a:t>
            </a:r>
            <a:endParaRPr sz="1800">
              <a:latin typeface="Trebuchet MS"/>
              <a:cs typeface="Trebuchet MS"/>
            </a:endParaRPr>
          </a:p>
          <a:p>
            <a:pPr marL="298450" marR="240665" indent="-286385">
              <a:lnSpc>
                <a:spcPct val="100800"/>
              </a:lnSpc>
              <a:spcBef>
                <a:spcPts val="944"/>
              </a:spcBef>
              <a:buFont typeface="Arial MT"/>
              <a:buChar char="•"/>
              <a:tabLst>
                <a:tab pos="298450" algn="l"/>
              </a:tabLst>
            </a:pPr>
            <a:r>
              <a:rPr sz="1800" spc="-20" dirty="0">
                <a:latin typeface="Trebuchet MS"/>
                <a:cs typeface="Trebuchet MS"/>
              </a:rPr>
              <a:t>BARKER,</a:t>
            </a:r>
            <a:r>
              <a:rPr sz="1800" spc="-105" dirty="0">
                <a:latin typeface="Trebuchet MS"/>
                <a:cs typeface="Trebuchet MS"/>
              </a:rPr>
              <a:t> </a:t>
            </a:r>
            <a:r>
              <a:rPr sz="1800" spc="-50" dirty="0">
                <a:latin typeface="Trebuchet MS"/>
                <a:cs typeface="Trebuchet MS"/>
              </a:rPr>
              <a:t>Anna,</a:t>
            </a:r>
            <a:r>
              <a:rPr sz="1800" spc="-100" dirty="0">
                <a:latin typeface="Trebuchet MS"/>
                <a:cs typeface="Trebuchet MS"/>
              </a:rPr>
              <a:t> </a:t>
            </a:r>
            <a:r>
              <a:rPr sz="1800" spc="-85" dirty="0">
                <a:latin typeface="Trebuchet MS"/>
                <a:cs typeface="Trebuchet MS"/>
              </a:rPr>
              <a:t>et</a:t>
            </a:r>
            <a:r>
              <a:rPr sz="1800" spc="-180" dirty="0">
                <a:latin typeface="Trebuchet MS"/>
                <a:cs typeface="Trebuchet MS"/>
              </a:rPr>
              <a:t> </a:t>
            </a:r>
            <a:r>
              <a:rPr sz="1800" spc="-80" dirty="0">
                <a:latin typeface="Trebuchet MS"/>
                <a:cs typeface="Trebuchet MS"/>
              </a:rPr>
              <a:t>al.</a:t>
            </a:r>
            <a:r>
              <a:rPr sz="1800" spc="-100" dirty="0">
                <a:latin typeface="Trebuchet MS"/>
                <a:cs typeface="Trebuchet MS"/>
              </a:rPr>
              <a:t> </a:t>
            </a:r>
            <a:r>
              <a:rPr sz="1800" spc="-35" dirty="0">
                <a:latin typeface="Trebuchet MS"/>
                <a:cs typeface="Trebuchet MS"/>
              </a:rPr>
              <a:t>What</a:t>
            </a:r>
            <a:r>
              <a:rPr sz="1800" spc="-95" dirty="0">
                <a:latin typeface="Trebuchet MS"/>
                <a:cs typeface="Trebuchet MS"/>
              </a:rPr>
              <a:t> </a:t>
            </a:r>
            <a:r>
              <a:rPr sz="1800" spc="-45" dirty="0">
                <a:latin typeface="Trebuchet MS"/>
                <a:cs typeface="Trebuchet MS"/>
              </a:rPr>
              <a:t>drives</a:t>
            </a:r>
            <a:r>
              <a:rPr sz="1800" spc="-80" dirty="0">
                <a:latin typeface="Trebuchet MS"/>
                <a:cs typeface="Trebuchet MS"/>
              </a:rPr>
              <a:t> </a:t>
            </a:r>
            <a:r>
              <a:rPr sz="1800" spc="-50" dirty="0">
                <a:latin typeface="Trebuchet MS"/>
                <a:cs typeface="Trebuchet MS"/>
              </a:rPr>
              <a:t>Inappropriate</a:t>
            </a:r>
            <a:r>
              <a:rPr sz="1800" spc="-85" dirty="0">
                <a:latin typeface="Trebuchet MS"/>
                <a:cs typeface="Trebuchet MS"/>
              </a:rPr>
              <a:t> </a:t>
            </a:r>
            <a:r>
              <a:rPr sz="1800" spc="-60" dirty="0">
                <a:latin typeface="Trebuchet MS"/>
                <a:cs typeface="Trebuchet MS"/>
              </a:rPr>
              <a:t>antibiotic</a:t>
            </a:r>
            <a:r>
              <a:rPr sz="1800" spc="-80" dirty="0">
                <a:latin typeface="Trebuchet MS"/>
                <a:cs typeface="Trebuchet MS"/>
              </a:rPr>
              <a:t> </a:t>
            </a:r>
            <a:r>
              <a:rPr sz="1800" dirty="0">
                <a:latin typeface="Trebuchet MS"/>
                <a:cs typeface="Trebuchet MS"/>
              </a:rPr>
              <a:t>dispensing?</a:t>
            </a:r>
            <a:r>
              <a:rPr sz="1800" spc="-114" dirty="0">
                <a:latin typeface="Trebuchet MS"/>
                <a:cs typeface="Trebuchet MS"/>
              </a:rPr>
              <a:t> </a:t>
            </a:r>
            <a:r>
              <a:rPr sz="1800" spc="-20" dirty="0">
                <a:latin typeface="Trebuchet MS"/>
                <a:cs typeface="Trebuchet MS"/>
              </a:rPr>
              <a:t>A</a:t>
            </a:r>
            <a:r>
              <a:rPr sz="1800" spc="-125" dirty="0">
                <a:latin typeface="Trebuchet MS"/>
                <a:cs typeface="Trebuchet MS"/>
              </a:rPr>
              <a:t> </a:t>
            </a:r>
            <a:r>
              <a:rPr sz="1800" spc="-45" dirty="0">
                <a:latin typeface="Trebuchet MS"/>
                <a:cs typeface="Trebuchet MS"/>
              </a:rPr>
              <a:t>mixed-</a:t>
            </a:r>
            <a:r>
              <a:rPr sz="1800" dirty="0">
                <a:latin typeface="Trebuchet MS"/>
                <a:cs typeface="Trebuchet MS"/>
              </a:rPr>
              <a:t>methods</a:t>
            </a:r>
            <a:r>
              <a:rPr sz="1800" spc="-175" dirty="0">
                <a:latin typeface="Trebuchet MS"/>
                <a:cs typeface="Trebuchet MS"/>
              </a:rPr>
              <a:t> </a:t>
            </a:r>
            <a:r>
              <a:rPr sz="1800" spc="-10" dirty="0">
                <a:latin typeface="Trebuchet MS"/>
                <a:cs typeface="Trebuchet MS"/>
              </a:rPr>
              <a:t>study</a:t>
            </a:r>
            <a:r>
              <a:rPr sz="1800" spc="-180" dirty="0">
                <a:latin typeface="Trebuchet MS"/>
                <a:cs typeface="Trebuchet MS"/>
              </a:rPr>
              <a:t> </a:t>
            </a:r>
            <a:r>
              <a:rPr sz="1800" spc="-65" dirty="0">
                <a:latin typeface="Trebuchet MS"/>
                <a:cs typeface="Trebuchet MS"/>
              </a:rPr>
              <a:t>of</a:t>
            </a:r>
            <a:r>
              <a:rPr sz="1800" spc="-135" dirty="0">
                <a:latin typeface="Trebuchet MS"/>
                <a:cs typeface="Trebuchet MS"/>
              </a:rPr>
              <a:t> </a:t>
            </a:r>
            <a:r>
              <a:rPr sz="1800" spc="-10" dirty="0">
                <a:latin typeface="Trebuchet MS"/>
                <a:cs typeface="Trebuchet MS"/>
              </a:rPr>
              <a:t>pharmacy </a:t>
            </a:r>
            <a:r>
              <a:rPr sz="1800" spc="-60" dirty="0">
                <a:latin typeface="Trebuchet MS"/>
                <a:cs typeface="Trebuchet MS"/>
              </a:rPr>
              <a:t>employee.</a:t>
            </a:r>
            <a:r>
              <a:rPr sz="1800" spc="-110" dirty="0">
                <a:latin typeface="Trebuchet MS"/>
                <a:cs typeface="Trebuchet MS"/>
              </a:rPr>
              <a:t> </a:t>
            </a:r>
            <a:r>
              <a:rPr sz="1800" spc="-30" dirty="0">
                <a:latin typeface="Trebuchet MS"/>
                <a:cs typeface="Trebuchet MS"/>
              </a:rPr>
              <a:t>perspectives</a:t>
            </a:r>
            <a:r>
              <a:rPr sz="1800" spc="-180" dirty="0">
                <a:latin typeface="Trebuchet MS"/>
                <a:cs typeface="Trebuchet MS"/>
              </a:rPr>
              <a:t> </a:t>
            </a:r>
            <a:r>
              <a:rPr sz="1800" spc="-45" dirty="0">
                <a:latin typeface="Trebuchet MS"/>
                <a:cs typeface="Trebuchet MS"/>
              </a:rPr>
              <a:t>in</a:t>
            </a:r>
            <a:r>
              <a:rPr sz="1800" spc="-140" dirty="0">
                <a:latin typeface="Trebuchet MS"/>
                <a:cs typeface="Trebuchet MS"/>
              </a:rPr>
              <a:t> </a:t>
            </a:r>
            <a:r>
              <a:rPr sz="1800" spc="-35" dirty="0">
                <a:latin typeface="Trebuchet MS"/>
                <a:cs typeface="Trebuchet MS"/>
              </a:rPr>
              <a:t>Haryana,</a:t>
            </a:r>
            <a:r>
              <a:rPr sz="1800" spc="-195" dirty="0">
                <a:latin typeface="Trebuchet MS"/>
                <a:cs typeface="Trebuchet MS"/>
              </a:rPr>
              <a:t> </a:t>
            </a:r>
            <a:r>
              <a:rPr sz="1800" spc="-50" dirty="0">
                <a:latin typeface="Trebuchet MS"/>
                <a:cs typeface="Trebuchet MS"/>
              </a:rPr>
              <a:t>India.</a:t>
            </a:r>
            <a:r>
              <a:rPr sz="1800" spc="-195" dirty="0">
                <a:latin typeface="Trebuchet MS"/>
                <a:cs typeface="Trebuchet MS"/>
              </a:rPr>
              <a:t> </a:t>
            </a:r>
            <a:r>
              <a:rPr sz="1800" spc="-20" dirty="0">
                <a:latin typeface="Trebuchet MS"/>
                <a:cs typeface="Trebuchet MS"/>
              </a:rPr>
              <a:t>BMJ</a:t>
            </a:r>
            <a:r>
              <a:rPr sz="1800" spc="-114" dirty="0">
                <a:latin typeface="Trebuchet MS"/>
                <a:cs typeface="Trebuchet MS"/>
              </a:rPr>
              <a:t> </a:t>
            </a:r>
            <a:r>
              <a:rPr sz="1800" spc="-20" dirty="0">
                <a:latin typeface="Trebuchet MS"/>
                <a:cs typeface="Trebuchet MS"/>
              </a:rPr>
              <a:t>Open,</a:t>
            </a:r>
            <a:r>
              <a:rPr sz="1800" spc="-190" dirty="0">
                <a:latin typeface="Trebuchet MS"/>
                <a:cs typeface="Trebuchet MS"/>
              </a:rPr>
              <a:t> </a:t>
            </a:r>
            <a:r>
              <a:rPr sz="1800" spc="-20" dirty="0">
                <a:latin typeface="Trebuchet MS"/>
                <a:cs typeface="Trebuchet MS"/>
              </a:rPr>
              <a:t>2017,</a:t>
            </a:r>
            <a:r>
              <a:rPr sz="1800" spc="-190" dirty="0">
                <a:latin typeface="Trebuchet MS"/>
                <a:cs typeface="Trebuchet MS"/>
              </a:rPr>
              <a:t> </a:t>
            </a:r>
            <a:r>
              <a:rPr sz="1800" spc="-25" dirty="0">
                <a:latin typeface="Trebuchet MS"/>
                <a:cs typeface="Trebuchet MS"/>
              </a:rPr>
              <a:t>7.</a:t>
            </a:r>
            <a:endParaRPr sz="1800">
              <a:latin typeface="Trebuchet MS"/>
              <a:cs typeface="Trebuchet MS"/>
            </a:endParaRPr>
          </a:p>
          <a:p>
            <a:pPr marL="288925">
              <a:lnSpc>
                <a:spcPct val="100000"/>
              </a:lnSpc>
              <a:spcBef>
                <a:spcPts val="20"/>
              </a:spcBef>
            </a:pPr>
            <a:r>
              <a:rPr sz="1800" spc="-90" dirty="0">
                <a:latin typeface="Trebuchet MS"/>
                <a:cs typeface="Trebuchet MS"/>
              </a:rPr>
              <a:t>https://doi.org/10.1136/bmjopen-</a:t>
            </a:r>
            <a:r>
              <a:rPr sz="1800" spc="-10" dirty="0">
                <a:latin typeface="Trebuchet MS"/>
                <a:cs typeface="Trebuchet MS"/>
              </a:rPr>
              <a:t>2016-013190</a:t>
            </a:r>
            <a:endParaRPr sz="1800">
              <a:latin typeface="Trebuchet MS"/>
              <a:cs typeface="Trebuchet MS"/>
            </a:endParaRPr>
          </a:p>
          <a:p>
            <a:pPr marL="298450" marR="190500" indent="-286385">
              <a:lnSpc>
                <a:spcPct val="100800"/>
              </a:lnSpc>
              <a:spcBef>
                <a:spcPts val="944"/>
              </a:spcBef>
              <a:buFont typeface="Arial MT"/>
              <a:buChar char="•"/>
              <a:tabLst>
                <a:tab pos="298450" algn="l"/>
              </a:tabLst>
            </a:pPr>
            <a:r>
              <a:rPr sz="1800" spc="-25" dirty="0">
                <a:latin typeface="Trebuchet MS"/>
                <a:cs typeface="Trebuchet MS"/>
              </a:rPr>
              <a:t>PORTER,</a:t>
            </a:r>
            <a:r>
              <a:rPr sz="1800" spc="-195" dirty="0">
                <a:latin typeface="Trebuchet MS"/>
                <a:cs typeface="Trebuchet MS"/>
              </a:rPr>
              <a:t> </a:t>
            </a:r>
            <a:r>
              <a:rPr sz="1800" spc="-60" dirty="0">
                <a:latin typeface="Trebuchet MS"/>
                <a:cs typeface="Trebuchet MS"/>
              </a:rPr>
              <a:t>Gillian;</a:t>
            </a:r>
            <a:r>
              <a:rPr sz="1800" spc="-100" dirty="0">
                <a:latin typeface="Trebuchet MS"/>
                <a:cs typeface="Trebuchet MS"/>
              </a:rPr>
              <a:t> </a:t>
            </a:r>
            <a:r>
              <a:rPr sz="1800" spc="-10" dirty="0">
                <a:latin typeface="Trebuchet MS"/>
                <a:cs typeface="Trebuchet MS"/>
              </a:rPr>
              <a:t>GRILLS,</a:t>
            </a:r>
            <a:r>
              <a:rPr sz="1800" spc="-185" dirty="0">
                <a:latin typeface="Trebuchet MS"/>
                <a:cs typeface="Trebuchet MS"/>
              </a:rPr>
              <a:t> </a:t>
            </a:r>
            <a:r>
              <a:rPr sz="1800" spc="-30" dirty="0">
                <a:latin typeface="Trebuchet MS"/>
                <a:cs typeface="Trebuchet MS"/>
              </a:rPr>
              <a:t>Nathan.</a:t>
            </a:r>
            <a:r>
              <a:rPr sz="1800" spc="-190" dirty="0">
                <a:latin typeface="Trebuchet MS"/>
                <a:cs typeface="Trebuchet MS"/>
              </a:rPr>
              <a:t> </a:t>
            </a:r>
            <a:r>
              <a:rPr sz="1800" spc="-25" dirty="0">
                <a:latin typeface="Trebuchet MS"/>
                <a:cs typeface="Trebuchet MS"/>
              </a:rPr>
              <a:t>Medication</a:t>
            </a:r>
            <a:r>
              <a:rPr sz="1800" spc="-130" dirty="0">
                <a:latin typeface="Trebuchet MS"/>
                <a:cs typeface="Trebuchet MS"/>
              </a:rPr>
              <a:t> </a:t>
            </a:r>
            <a:r>
              <a:rPr sz="1800" dirty="0">
                <a:latin typeface="Trebuchet MS"/>
                <a:cs typeface="Trebuchet MS"/>
              </a:rPr>
              <a:t>misuse</a:t>
            </a:r>
            <a:r>
              <a:rPr sz="1800" spc="-170" dirty="0">
                <a:latin typeface="Trebuchet MS"/>
                <a:cs typeface="Trebuchet MS"/>
              </a:rPr>
              <a:t> </a:t>
            </a:r>
            <a:r>
              <a:rPr sz="1800" spc="-45" dirty="0">
                <a:latin typeface="Trebuchet MS"/>
                <a:cs typeface="Trebuchet MS"/>
              </a:rPr>
              <a:t>in</a:t>
            </a:r>
            <a:r>
              <a:rPr sz="1800" spc="-130" dirty="0">
                <a:latin typeface="Trebuchet MS"/>
                <a:cs typeface="Trebuchet MS"/>
              </a:rPr>
              <a:t> </a:t>
            </a:r>
            <a:r>
              <a:rPr sz="1800" spc="-60" dirty="0">
                <a:latin typeface="Trebuchet MS"/>
                <a:cs typeface="Trebuchet MS"/>
              </a:rPr>
              <a:t>India:</a:t>
            </a:r>
            <a:r>
              <a:rPr sz="1800" spc="-100" dirty="0">
                <a:latin typeface="Trebuchet MS"/>
                <a:cs typeface="Trebuchet MS"/>
              </a:rPr>
              <a:t> </a:t>
            </a:r>
            <a:r>
              <a:rPr sz="1800" dirty="0">
                <a:latin typeface="Trebuchet MS"/>
                <a:cs typeface="Trebuchet MS"/>
              </a:rPr>
              <a:t>a</a:t>
            </a:r>
            <a:r>
              <a:rPr sz="1800" spc="-95" dirty="0">
                <a:latin typeface="Trebuchet MS"/>
                <a:cs typeface="Trebuchet MS"/>
              </a:rPr>
              <a:t> </a:t>
            </a:r>
            <a:r>
              <a:rPr sz="1800" spc="-70" dirty="0">
                <a:latin typeface="Trebuchet MS"/>
                <a:cs typeface="Trebuchet MS"/>
              </a:rPr>
              <a:t>major</a:t>
            </a:r>
            <a:r>
              <a:rPr sz="1800" spc="-110" dirty="0">
                <a:latin typeface="Trebuchet MS"/>
                <a:cs typeface="Trebuchet MS"/>
              </a:rPr>
              <a:t> </a:t>
            </a:r>
            <a:r>
              <a:rPr sz="1800" spc="-25" dirty="0">
                <a:latin typeface="Trebuchet MS"/>
                <a:cs typeface="Trebuchet MS"/>
              </a:rPr>
              <a:t>public</a:t>
            </a:r>
            <a:r>
              <a:rPr sz="1800" spc="-170" dirty="0">
                <a:latin typeface="Trebuchet MS"/>
                <a:cs typeface="Trebuchet MS"/>
              </a:rPr>
              <a:t> </a:t>
            </a:r>
            <a:r>
              <a:rPr sz="1800" spc="-45" dirty="0">
                <a:latin typeface="Trebuchet MS"/>
                <a:cs typeface="Trebuchet MS"/>
              </a:rPr>
              <a:t>health</a:t>
            </a:r>
            <a:r>
              <a:rPr sz="1800" spc="-130" dirty="0">
                <a:latin typeface="Trebuchet MS"/>
                <a:cs typeface="Trebuchet MS"/>
              </a:rPr>
              <a:t> </a:t>
            </a:r>
            <a:r>
              <a:rPr sz="1800" dirty="0">
                <a:latin typeface="Trebuchet MS"/>
                <a:cs typeface="Trebuchet MS"/>
              </a:rPr>
              <a:t>issue</a:t>
            </a:r>
            <a:r>
              <a:rPr sz="1800" spc="-85" dirty="0">
                <a:latin typeface="Trebuchet MS"/>
                <a:cs typeface="Trebuchet MS"/>
              </a:rPr>
              <a:t> </a:t>
            </a:r>
            <a:r>
              <a:rPr sz="1800" spc="-45" dirty="0">
                <a:latin typeface="Trebuchet MS"/>
                <a:cs typeface="Trebuchet MS"/>
              </a:rPr>
              <a:t>in</a:t>
            </a:r>
            <a:r>
              <a:rPr sz="1800" spc="-135" dirty="0">
                <a:latin typeface="Trebuchet MS"/>
                <a:cs typeface="Trebuchet MS"/>
              </a:rPr>
              <a:t> </a:t>
            </a:r>
            <a:r>
              <a:rPr sz="1800" spc="-60" dirty="0">
                <a:latin typeface="Trebuchet MS"/>
                <a:cs typeface="Trebuchet MS"/>
              </a:rPr>
              <a:t>India.</a:t>
            </a:r>
            <a:r>
              <a:rPr sz="1800" spc="-100" dirty="0">
                <a:latin typeface="Trebuchet MS"/>
                <a:cs typeface="Trebuchet MS"/>
              </a:rPr>
              <a:t> </a:t>
            </a:r>
            <a:r>
              <a:rPr sz="1800" spc="-75" dirty="0">
                <a:latin typeface="Trebuchet MS"/>
                <a:cs typeface="Trebuchet MS"/>
              </a:rPr>
              <a:t>Journal</a:t>
            </a:r>
            <a:r>
              <a:rPr sz="1800" spc="-130" dirty="0">
                <a:latin typeface="Trebuchet MS"/>
                <a:cs typeface="Trebuchet MS"/>
              </a:rPr>
              <a:t> </a:t>
            </a:r>
            <a:r>
              <a:rPr sz="1800" spc="-25" dirty="0">
                <a:latin typeface="Trebuchet MS"/>
                <a:cs typeface="Trebuchet MS"/>
              </a:rPr>
              <a:t>of public</a:t>
            </a:r>
            <a:r>
              <a:rPr sz="1800" spc="-105" dirty="0">
                <a:latin typeface="Trebuchet MS"/>
                <a:cs typeface="Trebuchet MS"/>
              </a:rPr>
              <a:t> </a:t>
            </a:r>
            <a:r>
              <a:rPr sz="1800" spc="-65" dirty="0">
                <a:latin typeface="Trebuchet MS"/>
                <a:cs typeface="Trebuchet MS"/>
              </a:rPr>
              <a:t>health,</a:t>
            </a:r>
            <a:r>
              <a:rPr sz="1800" spc="-200" dirty="0">
                <a:latin typeface="Trebuchet MS"/>
                <a:cs typeface="Trebuchet MS"/>
              </a:rPr>
              <a:t> </a:t>
            </a:r>
            <a:r>
              <a:rPr sz="1800" spc="-20" dirty="0">
                <a:latin typeface="Trebuchet MS"/>
                <a:cs typeface="Trebuchet MS"/>
              </a:rPr>
              <a:t>2016,</a:t>
            </a:r>
            <a:r>
              <a:rPr sz="1800" spc="-204" dirty="0">
                <a:latin typeface="Trebuchet MS"/>
                <a:cs typeface="Trebuchet MS"/>
              </a:rPr>
              <a:t> </a:t>
            </a:r>
            <a:r>
              <a:rPr sz="1800" dirty="0">
                <a:latin typeface="Trebuchet MS"/>
                <a:cs typeface="Trebuchet MS"/>
              </a:rPr>
              <a:t>38</a:t>
            </a:r>
            <a:r>
              <a:rPr sz="1800" spc="-120" dirty="0">
                <a:latin typeface="Trebuchet MS"/>
                <a:cs typeface="Trebuchet MS"/>
              </a:rPr>
              <a:t> </a:t>
            </a:r>
            <a:r>
              <a:rPr sz="1800" spc="-75" dirty="0">
                <a:latin typeface="Trebuchet MS"/>
                <a:cs typeface="Trebuchet MS"/>
              </a:rPr>
              <a:t>2:</a:t>
            </a:r>
            <a:r>
              <a:rPr sz="1800" spc="-200" dirty="0">
                <a:latin typeface="Trebuchet MS"/>
                <a:cs typeface="Trebuchet MS"/>
              </a:rPr>
              <a:t> </a:t>
            </a:r>
            <a:r>
              <a:rPr sz="1800" spc="-25" dirty="0">
                <a:latin typeface="Trebuchet MS"/>
                <a:cs typeface="Trebuchet MS"/>
              </a:rPr>
              <a:t>e150-</a:t>
            </a:r>
            <a:r>
              <a:rPr sz="1800" spc="-75" dirty="0">
                <a:latin typeface="Trebuchet MS"/>
                <a:cs typeface="Trebuchet MS"/>
              </a:rPr>
              <a:t>7.</a:t>
            </a:r>
            <a:r>
              <a:rPr sz="1800" spc="-120" dirty="0">
                <a:latin typeface="Trebuchet MS"/>
                <a:cs typeface="Trebuchet MS"/>
              </a:rPr>
              <a:t> </a:t>
            </a:r>
            <a:r>
              <a:rPr sz="1800" spc="-50" dirty="0">
                <a:latin typeface="Trebuchet MS"/>
                <a:cs typeface="Trebuchet MS"/>
              </a:rPr>
              <a:t>https://doi.org/10.1093/pubmed/fdv072</a:t>
            </a:r>
            <a:endParaRPr sz="1800">
              <a:latin typeface="Trebuchet MS"/>
              <a:cs typeface="Trebuchet MS"/>
            </a:endParaRPr>
          </a:p>
          <a:p>
            <a:pPr marL="298450" marR="615950" indent="-286385">
              <a:lnSpc>
                <a:spcPct val="100800"/>
              </a:lnSpc>
              <a:spcBef>
                <a:spcPts val="740"/>
              </a:spcBef>
              <a:buFont typeface="Arial MT"/>
              <a:buChar char="•"/>
              <a:tabLst>
                <a:tab pos="298450" algn="l"/>
              </a:tabLst>
            </a:pPr>
            <a:r>
              <a:rPr sz="1800" dirty="0">
                <a:latin typeface="Trebuchet MS"/>
                <a:cs typeface="Trebuchet MS"/>
              </a:rPr>
              <a:t>BIANCO,</a:t>
            </a:r>
            <a:r>
              <a:rPr sz="1800" spc="-110" dirty="0">
                <a:latin typeface="Trebuchet MS"/>
                <a:cs typeface="Trebuchet MS"/>
              </a:rPr>
              <a:t> </a:t>
            </a:r>
            <a:r>
              <a:rPr sz="1800" spc="-60" dirty="0">
                <a:latin typeface="Trebuchet MS"/>
                <a:cs typeface="Trebuchet MS"/>
              </a:rPr>
              <a:t>Aida,</a:t>
            </a:r>
            <a:r>
              <a:rPr sz="1800" spc="-195" dirty="0">
                <a:latin typeface="Trebuchet MS"/>
                <a:cs typeface="Trebuchet MS"/>
              </a:rPr>
              <a:t> </a:t>
            </a:r>
            <a:r>
              <a:rPr sz="1800" spc="-85" dirty="0">
                <a:latin typeface="Trebuchet MS"/>
                <a:cs typeface="Trebuchet MS"/>
              </a:rPr>
              <a:t>et</a:t>
            </a:r>
            <a:r>
              <a:rPr sz="1800" spc="-100" dirty="0">
                <a:latin typeface="Trebuchet MS"/>
                <a:cs typeface="Trebuchet MS"/>
              </a:rPr>
              <a:t> </a:t>
            </a:r>
            <a:r>
              <a:rPr sz="1800" spc="-80" dirty="0">
                <a:latin typeface="Trebuchet MS"/>
                <a:cs typeface="Trebuchet MS"/>
              </a:rPr>
              <a:t>al.</a:t>
            </a:r>
            <a:r>
              <a:rPr sz="1800" spc="-195" dirty="0">
                <a:latin typeface="Trebuchet MS"/>
                <a:cs typeface="Trebuchet MS"/>
              </a:rPr>
              <a:t> </a:t>
            </a:r>
            <a:r>
              <a:rPr sz="1800" spc="-35" dirty="0">
                <a:latin typeface="Trebuchet MS"/>
                <a:cs typeface="Trebuchet MS"/>
              </a:rPr>
              <a:t>Knowledge</a:t>
            </a:r>
            <a:r>
              <a:rPr sz="1800" spc="-90" dirty="0">
                <a:latin typeface="Trebuchet MS"/>
                <a:cs typeface="Trebuchet MS"/>
              </a:rPr>
              <a:t> </a:t>
            </a:r>
            <a:r>
              <a:rPr sz="1800" dirty="0">
                <a:latin typeface="Trebuchet MS"/>
                <a:cs typeface="Trebuchet MS"/>
              </a:rPr>
              <a:t>and</a:t>
            </a:r>
            <a:r>
              <a:rPr sz="1800" spc="-155" dirty="0">
                <a:latin typeface="Trebuchet MS"/>
                <a:cs typeface="Trebuchet MS"/>
              </a:rPr>
              <a:t> </a:t>
            </a:r>
            <a:r>
              <a:rPr sz="1800" spc="-25" dirty="0">
                <a:latin typeface="Trebuchet MS"/>
                <a:cs typeface="Trebuchet MS"/>
              </a:rPr>
              <a:t>practices</a:t>
            </a:r>
            <a:r>
              <a:rPr sz="1800" spc="-95" dirty="0">
                <a:latin typeface="Trebuchet MS"/>
                <a:cs typeface="Trebuchet MS"/>
              </a:rPr>
              <a:t> </a:t>
            </a:r>
            <a:r>
              <a:rPr sz="1800" spc="-65" dirty="0">
                <a:latin typeface="Trebuchet MS"/>
                <a:cs typeface="Trebuchet MS"/>
              </a:rPr>
              <a:t>regarding</a:t>
            </a:r>
            <a:r>
              <a:rPr sz="1800" spc="-85" dirty="0">
                <a:latin typeface="Trebuchet MS"/>
                <a:cs typeface="Trebuchet MS"/>
              </a:rPr>
              <a:t> </a:t>
            </a:r>
            <a:r>
              <a:rPr sz="1800" spc="-40" dirty="0">
                <a:latin typeface="Trebuchet MS"/>
                <a:cs typeface="Trebuchet MS"/>
              </a:rPr>
              <a:t>antibiotics</a:t>
            </a:r>
            <a:r>
              <a:rPr sz="1800" spc="-175" dirty="0">
                <a:latin typeface="Trebuchet MS"/>
                <a:cs typeface="Trebuchet MS"/>
              </a:rPr>
              <a:t> </a:t>
            </a:r>
            <a:r>
              <a:rPr sz="1800" spc="-35" dirty="0">
                <a:latin typeface="Trebuchet MS"/>
                <a:cs typeface="Trebuchet MS"/>
              </a:rPr>
              <a:t>use.</a:t>
            </a:r>
            <a:r>
              <a:rPr sz="1800" spc="-110" dirty="0">
                <a:latin typeface="Trebuchet MS"/>
                <a:cs typeface="Trebuchet MS"/>
              </a:rPr>
              <a:t> </a:t>
            </a:r>
            <a:r>
              <a:rPr sz="1800" spc="-50" dirty="0">
                <a:latin typeface="Trebuchet MS"/>
                <a:cs typeface="Trebuchet MS"/>
              </a:rPr>
              <a:t>Evolution,</a:t>
            </a:r>
            <a:r>
              <a:rPr sz="1800" spc="-190" dirty="0">
                <a:latin typeface="Trebuchet MS"/>
                <a:cs typeface="Trebuchet MS"/>
              </a:rPr>
              <a:t> </a:t>
            </a:r>
            <a:r>
              <a:rPr sz="1800" spc="-45" dirty="0">
                <a:latin typeface="Trebuchet MS"/>
                <a:cs typeface="Trebuchet MS"/>
              </a:rPr>
              <a:t>Medicine,</a:t>
            </a:r>
            <a:r>
              <a:rPr sz="1800" spc="-110" dirty="0">
                <a:latin typeface="Trebuchet MS"/>
                <a:cs typeface="Trebuchet MS"/>
              </a:rPr>
              <a:t> </a:t>
            </a:r>
            <a:r>
              <a:rPr sz="1800" dirty="0">
                <a:latin typeface="Trebuchet MS"/>
                <a:cs typeface="Trebuchet MS"/>
              </a:rPr>
              <a:t>and</a:t>
            </a:r>
            <a:r>
              <a:rPr sz="1800" spc="-155" dirty="0">
                <a:latin typeface="Trebuchet MS"/>
                <a:cs typeface="Trebuchet MS"/>
              </a:rPr>
              <a:t> </a:t>
            </a:r>
            <a:r>
              <a:rPr sz="1800" spc="-10" dirty="0">
                <a:latin typeface="Trebuchet MS"/>
                <a:cs typeface="Trebuchet MS"/>
              </a:rPr>
              <a:t>Public </a:t>
            </a:r>
            <a:r>
              <a:rPr sz="1800" spc="-50" dirty="0">
                <a:latin typeface="Trebuchet MS"/>
                <a:cs typeface="Trebuchet MS"/>
              </a:rPr>
              <a:t>Health,</a:t>
            </a:r>
            <a:r>
              <a:rPr sz="1800" spc="-195" dirty="0">
                <a:latin typeface="Trebuchet MS"/>
                <a:cs typeface="Trebuchet MS"/>
              </a:rPr>
              <a:t> </a:t>
            </a:r>
            <a:r>
              <a:rPr sz="1800" spc="-20" dirty="0">
                <a:latin typeface="Trebuchet MS"/>
                <a:cs typeface="Trebuchet MS"/>
              </a:rPr>
              <a:t>2020,</a:t>
            </a:r>
            <a:r>
              <a:rPr sz="1800" spc="-190" dirty="0">
                <a:latin typeface="Trebuchet MS"/>
                <a:cs typeface="Trebuchet MS"/>
              </a:rPr>
              <a:t> </a:t>
            </a:r>
            <a:r>
              <a:rPr sz="1800" spc="-20" dirty="0">
                <a:latin typeface="Trebuchet MS"/>
                <a:cs typeface="Trebuchet MS"/>
              </a:rPr>
              <a:t>2020:</a:t>
            </a:r>
            <a:r>
              <a:rPr sz="1800" spc="-195" dirty="0">
                <a:latin typeface="Trebuchet MS"/>
                <a:cs typeface="Trebuchet MS"/>
              </a:rPr>
              <a:t> </a:t>
            </a:r>
            <a:r>
              <a:rPr sz="1800" spc="-35" dirty="0">
                <a:latin typeface="Trebuchet MS"/>
                <a:cs typeface="Trebuchet MS"/>
              </a:rPr>
              <a:t>129-</a:t>
            </a:r>
            <a:r>
              <a:rPr sz="1800" spc="-20" dirty="0">
                <a:latin typeface="Trebuchet MS"/>
                <a:cs typeface="Trebuchet MS"/>
              </a:rPr>
              <a:t>138.</a:t>
            </a:r>
            <a:endParaRPr sz="1800">
              <a:latin typeface="Trebuchet MS"/>
              <a:cs typeface="Trebuchet MS"/>
            </a:endParaRPr>
          </a:p>
          <a:p>
            <a:pPr marL="288925">
              <a:lnSpc>
                <a:spcPct val="100000"/>
              </a:lnSpc>
              <a:spcBef>
                <a:spcPts val="20"/>
              </a:spcBef>
            </a:pPr>
            <a:r>
              <a:rPr sz="1800" spc="-60" dirty="0">
                <a:latin typeface="Trebuchet MS"/>
                <a:cs typeface="Trebuchet MS"/>
              </a:rPr>
              <a:t>https://doi.org/10.1093/emph/eoaa028</a:t>
            </a:r>
            <a:endParaRPr sz="1800">
              <a:latin typeface="Trebuchet MS"/>
              <a:cs typeface="Trebuchet MS"/>
            </a:endParaRPr>
          </a:p>
          <a:p>
            <a:pPr marL="298450" marR="81280" indent="-286385">
              <a:lnSpc>
                <a:spcPct val="100800"/>
              </a:lnSpc>
              <a:spcBef>
                <a:spcPts val="1340"/>
              </a:spcBef>
              <a:buFont typeface="Arial MT"/>
              <a:buChar char="•"/>
              <a:tabLst>
                <a:tab pos="298450" algn="l"/>
              </a:tabLst>
            </a:pPr>
            <a:r>
              <a:rPr sz="1800" spc="-20" dirty="0">
                <a:latin typeface="Trebuchet MS"/>
                <a:cs typeface="Trebuchet MS"/>
              </a:rPr>
              <a:t>NAPOLITANO,</a:t>
            </a:r>
            <a:r>
              <a:rPr sz="1800" spc="-114" dirty="0">
                <a:latin typeface="Trebuchet MS"/>
                <a:cs typeface="Trebuchet MS"/>
              </a:rPr>
              <a:t> </a:t>
            </a:r>
            <a:r>
              <a:rPr sz="1800" spc="-30" dirty="0">
                <a:latin typeface="Trebuchet MS"/>
                <a:cs typeface="Trebuchet MS"/>
              </a:rPr>
              <a:t>Francesco,</a:t>
            </a:r>
            <a:r>
              <a:rPr sz="1800" spc="-110" dirty="0">
                <a:latin typeface="Trebuchet MS"/>
                <a:cs typeface="Trebuchet MS"/>
              </a:rPr>
              <a:t> </a:t>
            </a:r>
            <a:r>
              <a:rPr sz="1800" spc="-85" dirty="0">
                <a:latin typeface="Trebuchet MS"/>
                <a:cs typeface="Trebuchet MS"/>
              </a:rPr>
              <a:t>et</a:t>
            </a:r>
            <a:r>
              <a:rPr sz="1800" spc="-185" dirty="0">
                <a:latin typeface="Trebuchet MS"/>
                <a:cs typeface="Trebuchet MS"/>
              </a:rPr>
              <a:t> </a:t>
            </a:r>
            <a:r>
              <a:rPr sz="1800" spc="-80" dirty="0">
                <a:latin typeface="Trebuchet MS"/>
                <a:cs typeface="Trebuchet MS"/>
              </a:rPr>
              <a:t>al.</a:t>
            </a:r>
            <a:r>
              <a:rPr sz="1800" spc="-110" dirty="0">
                <a:latin typeface="Trebuchet MS"/>
                <a:cs typeface="Trebuchet MS"/>
              </a:rPr>
              <a:t> </a:t>
            </a:r>
            <a:r>
              <a:rPr sz="1800" spc="-25" dirty="0">
                <a:latin typeface="Trebuchet MS"/>
                <a:cs typeface="Trebuchet MS"/>
              </a:rPr>
              <a:t>Public</a:t>
            </a:r>
            <a:r>
              <a:rPr sz="1800" spc="-170" dirty="0">
                <a:latin typeface="Trebuchet MS"/>
                <a:cs typeface="Trebuchet MS"/>
              </a:rPr>
              <a:t> </a:t>
            </a:r>
            <a:r>
              <a:rPr sz="1800" spc="-55" dirty="0">
                <a:latin typeface="Trebuchet MS"/>
                <a:cs typeface="Trebuchet MS"/>
              </a:rPr>
              <a:t>Knowledge,</a:t>
            </a:r>
            <a:r>
              <a:rPr sz="1800" spc="-114" dirty="0">
                <a:latin typeface="Trebuchet MS"/>
                <a:cs typeface="Trebuchet MS"/>
              </a:rPr>
              <a:t> </a:t>
            </a:r>
            <a:r>
              <a:rPr sz="1800" spc="-65" dirty="0">
                <a:latin typeface="Trebuchet MS"/>
                <a:cs typeface="Trebuchet MS"/>
              </a:rPr>
              <a:t>Attitudes,</a:t>
            </a:r>
            <a:r>
              <a:rPr sz="1800" spc="-110" dirty="0">
                <a:latin typeface="Trebuchet MS"/>
                <a:cs typeface="Trebuchet MS"/>
              </a:rPr>
              <a:t> </a:t>
            </a:r>
            <a:r>
              <a:rPr sz="1800" dirty="0">
                <a:latin typeface="Trebuchet MS"/>
                <a:cs typeface="Trebuchet MS"/>
              </a:rPr>
              <a:t>and</a:t>
            </a:r>
            <a:r>
              <a:rPr sz="1800" spc="-155" dirty="0">
                <a:latin typeface="Trebuchet MS"/>
                <a:cs typeface="Trebuchet MS"/>
              </a:rPr>
              <a:t> </a:t>
            </a:r>
            <a:r>
              <a:rPr sz="1800" spc="-45" dirty="0">
                <a:latin typeface="Trebuchet MS"/>
                <a:cs typeface="Trebuchet MS"/>
              </a:rPr>
              <a:t>Experience</a:t>
            </a:r>
            <a:r>
              <a:rPr sz="1800" spc="-95" dirty="0">
                <a:latin typeface="Trebuchet MS"/>
                <a:cs typeface="Trebuchet MS"/>
              </a:rPr>
              <a:t> </a:t>
            </a:r>
            <a:r>
              <a:rPr sz="1800" spc="-45" dirty="0">
                <a:latin typeface="Trebuchet MS"/>
                <a:cs typeface="Trebuchet MS"/>
              </a:rPr>
              <a:t>Regarding</a:t>
            </a:r>
            <a:r>
              <a:rPr sz="1800" spc="-85" dirty="0">
                <a:latin typeface="Trebuchet MS"/>
                <a:cs typeface="Trebuchet MS"/>
              </a:rPr>
              <a:t> </a:t>
            </a:r>
            <a:r>
              <a:rPr sz="1800" spc="-60" dirty="0">
                <a:latin typeface="Trebuchet MS"/>
                <a:cs typeface="Trebuchet MS"/>
              </a:rPr>
              <a:t>the</a:t>
            </a:r>
            <a:r>
              <a:rPr sz="1800" spc="-175" dirty="0">
                <a:latin typeface="Trebuchet MS"/>
                <a:cs typeface="Trebuchet MS"/>
              </a:rPr>
              <a:t> </a:t>
            </a:r>
            <a:r>
              <a:rPr sz="1800" dirty="0">
                <a:latin typeface="Trebuchet MS"/>
                <a:cs typeface="Trebuchet MS"/>
              </a:rPr>
              <a:t>Use</a:t>
            </a:r>
            <a:r>
              <a:rPr sz="1800" spc="-90" dirty="0">
                <a:latin typeface="Trebuchet MS"/>
                <a:cs typeface="Trebuchet MS"/>
              </a:rPr>
              <a:t> </a:t>
            </a:r>
            <a:r>
              <a:rPr sz="1800" spc="-65" dirty="0">
                <a:latin typeface="Trebuchet MS"/>
                <a:cs typeface="Trebuchet MS"/>
              </a:rPr>
              <a:t>of</a:t>
            </a:r>
            <a:r>
              <a:rPr sz="1800" spc="-140" dirty="0">
                <a:latin typeface="Trebuchet MS"/>
                <a:cs typeface="Trebuchet MS"/>
              </a:rPr>
              <a:t> </a:t>
            </a:r>
            <a:r>
              <a:rPr sz="1800" spc="-10" dirty="0">
                <a:latin typeface="Trebuchet MS"/>
                <a:cs typeface="Trebuchet MS"/>
              </a:rPr>
              <a:t>Antibiotics </a:t>
            </a:r>
            <a:r>
              <a:rPr sz="1800" spc="-45" dirty="0">
                <a:latin typeface="Trebuchet MS"/>
                <a:cs typeface="Trebuchet MS"/>
              </a:rPr>
              <a:t>in</a:t>
            </a:r>
            <a:r>
              <a:rPr sz="1800" spc="-125" dirty="0">
                <a:latin typeface="Trebuchet MS"/>
                <a:cs typeface="Trebuchet MS"/>
              </a:rPr>
              <a:t> </a:t>
            </a:r>
            <a:r>
              <a:rPr sz="1800" spc="-110" dirty="0">
                <a:latin typeface="Trebuchet MS"/>
                <a:cs typeface="Trebuchet MS"/>
              </a:rPr>
              <a:t>Italy.</a:t>
            </a:r>
            <a:r>
              <a:rPr sz="1800" spc="-125" dirty="0">
                <a:latin typeface="Trebuchet MS"/>
                <a:cs typeface="Trebuchet MS"/>
              </a:rPr>
              <a:t> </a:t>
            </a:r>
            <a:r>
              <a:rPr sz="1800" dirty="0">
                <a:latin typeface="Trebuchet MS"/>
                <a:cs typeface="Trebuchet MS"/>
              </a:rPr>
              <a:t>PLoS</a:t>
            </a:r>
            <a:r>
              <a:rPr sz="1800" spc="-105" dirty="0">
                <a:latin typeface="Trebuchet MS"/>
                <a:cs typeface="Trebuchet MS"/>
              </a:rPr>
              <a:t> </a:t>
            </a:r>
            <a:r>
              <a:rPr sz="1800" dirty="0">
                <a:latin typeface="Trebuchet MS"/>
                <a:cs typeface="Trebuchet MS"/>
              </a:rPr>
              <a:t>ONE,</a:t>
            </a:r>
            <a:r>
              <a:rPr sz="1800" spc="-95" dirty="0">
                <a:latin typeface="Trebuchet MS"/>
                <a:cs typeface="Trebuchet MS"/>
              </a:rPr>
              <a:t> </a:t>
            </a:r>
            <a:r>
              <a:rPr sz="1800" spc="-35" dirty="0">
                <a:latin typeface="Trebuchet MS"/>
                <a:cs typeface="Trebuchet MS"/>
              </a:rPr>
              <a:t>2013,</a:t>
            </a:r>
            <a:r>
              <a:rPr sz="1800" spc="-90" dirty="0">
                <a:latin typeface="Trebuchet MS"/>
                <a:cs typeface="Trebuchet MS"/>
              </a:rPr>
              <a:t> </a:t>
            </a:r>
            <a:r>
              <a:rPr sz="1800" spc="-25" dirty="0">
                <a:latin typeface="Trebuchet MS"/>
                <a:cs typeface="Trebuchet MS"/>
              </a:rPr>
              <a:t>8.</a:t>
            </a:r>
            <a:endParaRPr sz="1800">
              <a:latin typeface="Trebuchet MS"/>
              <a:cs typeface="Trebuchet MS"/>
            </a:endParaRPr>
          </a:p>
          <a:p>
            <a:pPr marL="288925">
              <a:lnSpc>
                <a:spcPct val="100000"/>
              </a:lnSpc>
              <a:spcBef>
                <a:spcPts val="15"/>
              </a:spcBef>
            </a:pPr>
            <a:r>
              <a:rPr sz="1800" spc="-50" dirty="0">
                <a:latin typeface="Trebuchet MS"/>
                <a:cs typeface="Trebuchet MS"/>
              </a:rPr>
              <a:t>https://doi.org/10.1371/journal.pone.0084177</a:t>
            </a:r>
            <a:endParaRPr sz="1800">
              <a:latin typeface="Trebuchet MS"/>
              <a:cs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TotalTime>
  <Words>4140</Words>
  <Application>Microsoft Office PowerPoint</Application>
  <PresentationFormat>Widescreen</PresentationFormat>
  <Paragraphs>733</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A CROSS-SECTIONAL STUDY ON KNOWLEDGE, ATTITUDE, AND PRACTICE OF STUDENTS REGARDING ANTIBIOTIC MISUSE Project Work submitted to the Rajiv Gandhi University of Health Sciences, Bengaluru, Karnataka</vt:lpstr>
      <vt:lpstr>A Cross-Sectional Study on Knowledge, Attitude and Practice of Students Regarding Antibiotic Misuse</vt:lpstr>
      <vt:lpstr>TABLE OF CONTENTS</vt:lpstr>
      <vt:lpstr>INTRODUCTION</vt:lpstr>
      <vt:lpstr>The Antibiotic Crisis: Why This Research Matters</vt:lpstr>
      <vt:lpstr>PowerPoint Presentation</vt:lpstr>
      <vt:lpstr>NEED FOR THE STUDY</vt:lpstr>
      <vt:lpstr>REVIEW OF LITERATURE</vt:lpstr>
      <vt:lpstr>PowerPoint Presentation</vt:lpstr>
      <vt:lpstr>AIM</vt:lpstr>
      <vt:lpstr>OBJECTIVE</vt:lpstr>
      <vt:lpstr>METHODOLOGY</vt:lpstr>
      <vt:lpstr>METHODOLOGY</vt:lpstr>
      <vt:lpstr>RESULT         &amp; DISCUSSION</vt:lpstr>
      <vt:lpstr>SOCIO-DEMOGRAPHICS DETAILS:</vt:lpstr>
      <vt:lpstr>Course</vt:lpstr>
      <vt:lpstr>KNOWLEDGE ON ANTIBIOTICS:</vt:lpstr>
      <vt:lpstr>PowerPoint Presentation</vt:lpstr>
      <vt:lpstr>PowerPoint Presentation</vt:lpstr>
      <vt:lpstr>PowerPoint Presentation</vt:lpstr>
      <vt:lpstr>ATTITUDE:</vt:lpstr>
      <vt:lpstr>PowerPoint Presentation</vt:lpstr>
      <vt:lpstr>PRACTICE AND BEHAVIOURS:</vt:lpstr>
      <vt:lpstr>PowerPoint Presentation</vt:lpstr>
      <vt:lpstr>PowerPoint Presentation</vt:lpstr>
      <vt:lpstr>PowerPoint Presentation</vt:lpstr>
      <vt:lpstr>DISCUSSION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CROSS-SECTIONAL STUDY ON KNOWLEDGE, ATTITUDE, AND PRACTICE OF STUDENTS REGARDING ANTIBIOTIC MISUSE Project Work submitted to the Rajiv Gandhi University of Health Sciences, Bengaluru, Karnataka</dc:title>
  <cp:lastModifiedBy>shaheen n.v</cp:lastModifiedBy>
  <cp:revision>2</cp:revision>
  <dcterms:created xsi:type="dcterms:W3CDTF">2025-11-10T18:10:27Z</dcterms:created>
  <dcterms:modified xsi:type="dcterms:W3CDTF">2025-11-10T22:09:32Z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2025-11-10T00:00:00Z</vt:filetime>
  </property>
  <property fmtid="{D5CDD505-2E9C-101B-9397-08002B2CF9AE}" pid="3" name="LastSaved">
    <vt:filetime>2025-11-10T00:00:00Z</vt:filetime>
  </property>
</Properties>
</file>